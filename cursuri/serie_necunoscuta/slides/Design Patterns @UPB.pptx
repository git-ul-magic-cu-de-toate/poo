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905" r:id="rId2"/>
    <p:sldMasterId id="2147483914" r:id="rId3"/>
    <p:sldMasterId id="2147483919" r:id="rId4"/>
  </p:sldMasterIdLst>
  <p:notesMasterIdLst>
    <p:notesMasterId r:id="rId33"/>
  </p:notesMasterIdLst>
  <p:handoutMasterIdLst>
    <p:handoutMasterId r:id="rId34"/>
  </p:handoutMasterIdLst>
  <p:sldIdLst>
    <p:sldId id="928" r:id="rId5"/>
    <p:sldId id="1712" r:id="rId6"/>
    <p:sldId id="1173" r:id="rId7"/>
    <p:sldId id="1702" r:id="rId8"/>
    <p:sldId id="1382" r:id="rId9"/>
    <p:sldId id="1177" r:id="rId10"/>
    <p:sldId id="1181" r:id="rId11"/>
    <p:sldId id="1184" r:id="rId12"/>
    <p:sldId id="1187" r:id="rId13"/>
    <p:sldId id="1161" r:id="rId14"/>
    <p:sldId id="1143" r:id="rId15"/>
    <p:sldId id="1715" r:id="rId16"/>
    <p:sldId id="1706" r:id="rId17"/>
    <p:sldId id="1707" r:id="rId18"/>
    <p:sldId id="685" r:id="rId19"/>
    <p:sldId id="746" r:id="rId20"/>
    <p:sldId id="1513" r:id="rId21"/>
    <p:sldId id="1572" r:id="rId22"/>
    <p:sldId id="1708" r:id="rId23"/>
    <p:sldId id="1720" r:id="rId24"/>
    <p:sldId id="1573" r:id="rId25"/>
    <p:sldId id="1625" r:id="rId26"/>
    <p:sldId id="678" r:id="rId27"/>
    <p:sldId id="727" r:id="rId28"/>
    <p:sldId id="1717" r:id="rId29"/>
    <p:sldId id="1148" r:id="rId30"/>
    <p:sldId id="1509" r:id="rId31"/>
    <p:sldId id="671" r:id="rId32"/>
  </p:sldIdLst>
  <p:sldSz cx="12192000" cy="6858000"/>
  <p:notesSz cx="9931400" cy="6794500"/>
  <p:defaultTextStyle>
    <a:defPPr>
      <a:defRPr lang="en-US"/>
    </a:defPPr>
    <a:lvl1pPr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ctr" rtl="0" fontAlgn="base">
      <a:spcBef>
        <a:spcPct val="5000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13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0" userDrawn="1">
          <p15:clr>
            <a:srgbClr val="A4A3A4"/>
          </p15:clr>
        </p15:guide>
        <p15:guide id="2" pos="312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ctor Rentea" initials="VR" lastIdx="1" clrIdx="0">
    <p:extLst>
      <p:ext uri="{19B8F6BF-5375-455C-9EA6-DF929625EA0E}">
        <p15:presenceInfo xmlns:p15="http://schemas.microsoft.com/office/powerpoint/2012/main" userId="52e7c18a64ac2cb5" providerId="Windows Live"/>
      </p:ext>
    </p:extLst>
  </p:cmAuthor>
  <p:cmAuthor id="2" name="V R" initials="VR" lastIdx="3" clrIdx="1">
    <p:extLst>
      <p:ext uri="{19B8F6BF-5375-455C-9EA6-DF929625EA0E}">
        <p15:presenceInfo xmlns:p15="http://schemas.microsoft.com/office/powerpoint/2012/main" userId="333a703917a6ad3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0B050"/>
    <a:srgbClr val="D5FC79"/>
    <a:srgbClr val="CCFFCC"/>
    <a:srgbClr val="FFC6C7"/>
    <a:srgbClr val="EA6161"/>
    <a:srgbClr val="FFFFCC"/>
    <a:srgbClr val="A3D8E2"/>
    <a:srgbClr val="5A6CF9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680" autoAdjust="0"/>
    <p:restoredTop sz="94490" autoAdjust="0"/>
  </p:normalViewPr>
  <p:slideViewPr>
    <p:cSldViewPr snapToGrid="0">
      <p:cViewPr varScale="1">
        <p:scale>
          <a:sx n="113" d="100"/>
          <a:sy n="113" d="100"/>
        </p:scale>
        <p:origin x="192" y="248"/>
      </p:cViewPr>
      <p:guideLst>
        <p:guide orient="horz" pos="2160"/>
        <p:guide pos="1375"/>
      </p:guideLst>
    </p:cSldViewPr>
  </p:slideViewPr>
  <p:outlineViewPr>
    <p:cViewPr>
      <p:scale>
        <a:sx n="33" d="100"/>
        <a:sy n="33" d="100"/>
      </p:scale>
      <p:origin x="0" y="877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2944"/>
    </p:cViewPr>
  </p:sorterViewPr>
  <p:notesViewPr>
    <p:cSldViewPr snapToGrid="0">
      <p:cViewPr varScale="1">
        <p:scale>
          <a:sx n="89" d="100"/>
          <a:sy n="89" d="100"/>
        </p:scale>
        <p:origin x="1902" y="84"/>
      </p:cViewPr>
      <p:guideLst>
        <p:guide orient="horz" pos="2140"/>
        <p:guide pos="312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commentAuthors" Target="commentAuthors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4303761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87" tIns="44793" rIns="89587" bIns="44793" numCol="1" anchor="t" anchorCtr="0" compatLnSpc="1">
            <a:prstTxWarp prst="textNoShape">
              <a:avLst/>
            </a:prstTxWarp>
          </a:bodyPr>
          <a:lstStyle>
            <a:lvl1pPr algn="l" defTabSz="895833">
              <a:spcBef>
                <a:spcPct val="0"/>
              </a:spcBef>
              <a:defRPr sz="11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5353" y="0"/>
            <a:ext cx="4303761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87" tIns="44793" rIns="89587" bIns="44793" numCol="1" anchor="t" anchorCtr="0" compatLnSpc="1">
            <a:prstTxWarp prst="textNoShape">
              <a:avLst/>
            </a:prstTxWarp>
          </a:bodyPr>
          <a:lstStyle>
            <a:lvl1pPr algn="r" defTabSz="895833">
              <a:spcBef>
                <a:spcPct val="0"/>
              </a:spcBef>
              <a:defRPr sz="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1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5353" y="6453687"/>
            <a:ext cx="4303761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87" tIns="44793" rIns="89587" bIns="44793" numCol="1" anchor="b" anchorCtr="0" compatLnSpc="1">
            <a:prstTxWarp prst="textNoShape">
              <a:avLst/>
            </a:prstTxWarp>
          </a:bodyPr>
          <a:lstStyle>
            <a:lvl1pPr algn="r" defTabSz="895833">
              <a:spcBef>
                <a:spcPct val="0"/>
              </a:spcBef>
              <a:defRPr sz="800"/>
            </a:lvl1pPr>
          </a:lstStyle>
          <a:p>
            <a:pPr>
              <a:defRPr/>
            </a:pPr>
            <a:fld id="{168E9316-18F9-4191-AE2D-D07857428E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0920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0"/>
            <a:ext cx="4303761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87" tIns="44793" rIns="89587" bIns="44793" numCol="1" anchor="t" anchorCtr="0" compatLnSpc="1">
            <a:prstTxWarp prst="textNoShape">
              <a:avLst/>
            </a:prstTxWarp>
          </a:bodyPr>
          <a:lstStyle>
            <a:lvl1pPr algn="l" defTabSz="895833">
              <a:spcBef>
                <a:spcPct val="0"/>
              </a:spcBef>
              <a:defRPr sz="900" b="1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5353" y="0"/>
            <a:ext cx="4303761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87" tIns="44793" rIns="89587" bIns="44793" numCol="1" anchor="t" anchorCtr="0" compatLnSpc="1">
            <a:prstTxWarp prst="textNoShape">
              <a:avLst/>
            </a:prstTxWarp>
          </a:bodyPr>
          <a:lstStyle>
            <a:lvl1pPr algn="r" defTabSz="895833">
              <a:spcBef>
                <a:spcPct val="0"/>
              </a:spcBef>
              <a:defRPr sz="8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03513" y="509588"/>
            <a:ext cx="4524375" cy="25463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058" y="3227388"/>
            <a:ext cx="7943288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87" tIns="44793" rIns="89587" bIns="4479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6453687"/>
            <a:ext cx="4303761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87" tIns="44793" rIns="89587" bIns="44793" numCol="1" anchor="b" anchorCtr="0" compatLnSpc="1">
            <a:prstTxWarp prst="textNoShape">
              <a:avLst/>
            </a:prstTxWarp>
          </a:bodyPr>
          <a:lstStyle>
            <a:lvl1pPr algn="l" defTabSz="895833">
              <a:spcBef>
                <a:spcPct val="0"/>
              </a:spcBef>
              <a:defRPr sz="800"/>
            </a:lvl1pPr>
          </a:lstStyle>
          <a:p>
            <a:pPr>
              <a:defRPr/>
            </a:pPr>
            <a:r>
              <a:rPr lang="en-US"/>
              <a:t>IBM Confidential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5353" y="6453687"/>
            <a:ext cx="4303761" cy="33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9587" tIns="44793" rIns="89587" bIns="44793" numCol="1" anchor="b" anchorCtr="0" compatLnSpc="1">
            <a:prstTxWarp prst="textNoShape">
              <a:avLst/>
            </a:prstTxWarp>
          </a:bodyPr>
          <a:lstStyle>
            <a:lvl1pPr algn="r" defTabSz="895833">
              <a:spcBef>
                <a:spcPct val="0"/>
              </a:spcBef>
              <a:defRPr sz="800"/>
            </a:lvl1pPr>
          </a:lstStyle>
          <a:p>
            <a:pPr>
              <a:defRPr/>
            </a:pPr>
            <a:fld id="{D0F3347C-FA47-4862-B08E-5F0026E319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158299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Salut! Eu </a:t>
            </a:r>
            <a:r>
              <a:rPr lang="en-US" dirty="0" err="1"/>
              <a:t>sunt</a:t>
            </a:r>
            <a:r>
              <a:rPr lang="en-US" dirty="0"/>
              <a:t> Victor </a:t>
            </a:r>
            <a:r>
              <a:rPr lang="en-US" dirty="0" err="1"/>
              <a:t>si</a:t>
            </a:r>
            <a:r>
              <a:rPr lang="en-US" dirty="0"/>
              <a:t> am 14 </a:t>
            </a:r>
            <a:r>
              <a:rPr lang="en-US" dirty="0" err="1"/>
              <a:t>ani</a:t>
            </a:r>
            <a:r>
              <a:rPr lang="en-US" dirty="0"/>
              <a:t>… de </a:t>
            </a:r>
            <a:r>
              <a:rPr lang="en-US" dirty="0" err="1"/>
              <a:t>lucru</a:t>
            </a:r>
            <a:r>
              <a:rPr lang="en-US" dirty="0"/>
              <a:t> cu Java, desi in </a:t>
            </a:r>
            <a:r>
              <a:rPr lang="en-US" dirty="0" err="1"/>
              <a:t>ultimii</a:t>
            </a:r>
            <a:r>
              <a:rPr lang="en-US" dirty="0"/>
              <a:t> </a:t>
            </a:r>
            <a:r>
              <a:rPr lang="en-US" dirty="0" err="1"/>
              <a:t>ani</a:t>
            </a:r>
            <a:r>
              <a:rPr lang="en-US" dirty="0"/>
              <a:t> am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impins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invat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PHP, Scala </a:t>
            </a:r>
            <a:r>
              <a:rPr lang="en-US" dirty="0" err="1"/>
              <a:t>si</a:t>
            </a:r>
            <a:r>
              <a:rPr lang="en-US" dirty="0"/>
              <a:t> C#.</a:t>
            </a:r>
          </a:p>
          <a:p>
            <a:r>
              <a:rPr lang="en-US" dirty="0" err="1"/>
              <a:t>Lucrez</a:t>
            </a:r>
            <a:r>
              <a:rPr lang="en-US" dirty="0"/>
              <a:t> la IBM ca Lead </a:t>
            </a:r>
            <a:r>
              <a:rPr lang="en-US" dirty="0" err="1"/>
              <a:t>Archirect</a:t>
            </a:r>
            <a:r>
              <a:rPr lang="en-US" dirty="0"/>
              <a:t>, in </a:t>
            </a:r>
            <a:r>
              <a:rPr lang="en-US" dirty="0" err="1"/>
              <a:t>Bucuresti</a:t>
            </a:r>
            <a:r>
              <a:rPr lang="en-US" dirty="0"/>
              <a:t>. </a:t>
            </a:r>
            <a:r>
              <a:rPr lang="en-US" dirty="0" err="1"/>
              <a:t>Stiati</a:t>
            </a:r>
            <a:r>
              <a:rPr lang="en-US" dirty="0"/>
              <a:t> </a:t>
            </a:r>
            <a:r>
              <a:rPr lang="en-US" dirty="0" err="1"/>
              <a:t>voi</a:t>
            </a:r>
            <a:r>
              <a:rPr lang="en-US" dirty="0"/>
              <a:t> ca </a:t>
            </a:r>
            <a:r>
              <a:rPr lang="en-US" dirty="0" err="1"/>
              <a:t>aveti</a:t>
            </a:r>
            <a:r>
              <a:rPr lang="en-US" dirty="0"/>
              <a:t> un IBM </a:t>
            </a:r>
            <a:r>
              <a:rPr lang="en-US" dirty="0" err="1"/>
              <a:t>chiar</a:t>
            </a:r>
            <a:r>
              <a:rPr lang="en-US" dirty="0"/>
              <a:t> </a:t>
            </a:r>
            <a:r>
              <a:rPr lang="en-US" dirty="0" err="1"/>
              <a:t>aici</a:t>
            </a:r>
            <a:r>
              <a:rPr lang="en-US" dirty="0"/>
              <a:t> in Cluj, </a:t>
            </a:r>
            <a:r>
              <a:rPr lang="en-US" dirty="0" err="1"/>
              <a:t>intr</a:t>
            </a:r>
            <a:r>
              <a:rPr lang="en-US" dirty="0"/>
              <a:t>-un </a:t>
            </a:r>
            <a:r>
              <a:rPr lang="en-US" dirty="0" err="1"/>
              <a:t>sediu</a:t>
            </a:r>
            <a:r>
              <a:rPr lang="en-US" dirty="0"/>
              <a:t> </a:t>
            </a:r>
            <a:r>
              <a:rPr lang="en-US" dirty="0" err="1"/>
              <a:t>nou-nout</a:t>
            </a:r>
            <a:r>
              <a:rPr lang="en-US" dirty="0"/>
              <a:t>. In….</a:t>
            </a:r>
          </a:p>
          <a:p>
            <a:r>
              <a:rPr lang="en-US" dirty="0"/>
              <a:t>De </a:t>
            </a:r>
            <a:r>
              <a:rPr lang="en-US" dirty="0" err="1"/>
              <a:t>fapt</a:t>
            </a:r>
            <a:r>
              <a:rPr lang="en-US" dirty="0"/>
              <a:t>, cu </a:t>
            </a:r>
            <a:r>
              <a:rPr lang="en-US" dirty="0" err="1"/>
              <a:t>ajorul</a:t>
            </a:r>
            <a:r>
              <a:rPr lang="en-US" dirty="0"/>
              <a:t> IBM </a:t>
            </a:r>
            <a:r>
              <a:rPr lang="en-US" dirty="0" err="1"/>
              <a:t>sunt</a:t>
            </a:r>
            <a:r>
              <a:rPr lang="en-US" dirty="0"/>
              <a:t> </a:t>
            </a:r>
            <a:r>
              <a:rPr lang="en-US" dirty="0" err="1"/>
              <a:t>astazi</a:t>
            </a:r>
            <a:r>
              <a:rPr lang="en-US" dirty="0"/>
              <a:t> </a:t>
            </a:r>
            <a:r>
              <a:rPr lang="en-US" dirty="0" err="1"/>
              <a:t>aici</a:t>
            </a:r>
            <a:r>
              <a:rPr lang="en-US" dirty="0"/>
              <a:t> cu </a:t>
            </a:r>
            <a:r>
              <a:rPr lang="en-US" dirty="0" err="1"/>
              <a:t>voi</a:t>
            </a:r>
            <a:r>
              <a:rPr lang="en-US" dirty="0"/>
              <a:t>. </a:t>
            </a:r>
          </a:p>
          <a:p>
            <a:r>
              <a:rPr lang="en-US" dirty="0" err="1"/>
              <a:t>Stiu</a:t>
            </a:r>
            <a:r>
              <a:rPr lang="en-US" dirty="0"/>
              <a:t> </a:t>
            </a:r>
            <a:r>
              <a:rPr lang="en-US" dirty="0" err="1"/>
              <a:t>deja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ganditi</a:t>
            </a:r>
            <a:r>
              <a:rPr lang="en-US" dirty="0"/>
              <a:t>… aa.. E architect. </a:t>
            </a:r>
            <a:r>
              <a:rPr lang="en-US" dirty="0" err="1"/>
              <a:t>Sta</a:t>
            </a:r>
            <a:r>
              <a:rPr lang="en-US" dirty="0"/>
              <a:t> </a:t>
            </a:r>
            <a:r>
              <a:rPr lang="en-US" dirty="0" err="1"/>
              <a:t>undeva</a:t>
            </a:r>
            <a:r>
              <a:rPr lang="en-US" dirty="0"/>
              <a:t> </a:t>
            </a:r>
            <a:r>
              <a:rPr lang="en-US" dirty="0" err="1"/>
              <a:t>langa</a:t>
            </a:r>
            <a:r>
              <a:rPr lang="en-US" dirty="0"/>
              <a:t> un </a:t>
            </a:r>
            <a:r>
              <a:rPr lang="en-US" dirty="0" err="1"/>
              <a:t>ficus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deseneaza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pereti</a:t>
            </a:r>
            <a:r>
              <a:rPr lang="en-US" dirty="0"/>
              <a:t> </a:t>
            </a:r>
            <a:r>
              <a:rPr lang="en-US" dirty="0" err="1"/>
              <a:t>diagrame</a:t>
            </a:r>
            <a:r>
              <a:rPr lang="en-US" dirty="0"/>
              <a:t> UML..</a:t>
            </a:r>
          </a:p>
          <a:p>
            <a:r>
              <a:rPr lang="en-US" dirty="0"/>
              <a:t>-NU . Eu bag la cod. </a:t>
            </a:r>
            <a:r>
              <a:rPr lang="en-US" dirty="0" err="1"/>
              <a:t>Lucrez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dificile</a:t>
            </a:r>
            <a:r>
              <a:rPr lang="en-US" dirty="0"/>
              <a:t> </a:t>
            </a:r>
            <a:r>
              <a:rPr lang="en-US" dirty="0" err="1"/>
              <a:t>proiecte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le </a:t>
            </a:r>
            <a:r>
              <a:rPr lang="en-US" dirty="0" err="1"/>
              <a:t>avem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La </a:t>
            </a:r>
            <a:r>
              <a:rPr lang="en-US" dirty="0" err="1"/>
              <a:t>sfarsh:Sala</a:t>
            </a:r>
            <a:r>
              <a:rPr lang="en-US" dirty="0"/>
              <a:t> mare - </a:t>
            </a:r>
          </a:p>
        </p:txBody>
      </p:sp>
    </p:spTree>
    <p:extLst>
      <p:ext uri="{BB962C8B-B14F-4D97-AF65-F5344CB8AC3E}">
        <p14:creationId xmlns:p14="http://schemas.microsoft.com/office/powerpoint/2010/main" val="1602615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03513" y="509588"/>
            <a:ext cx="4524375" cy="25463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 </a:t>
            </a:r>
            <a:endParaRPr lang="nl-B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IBM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F3347C-FA47-4862-B08E-5F0026E3197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544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03513" y="509588"/>
            <a:ext cx="4524375" cy="25463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 </a:t>
            </a:r>
            <a:endParaRPr lang="nl-B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IBM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F3347C-FA47-4862-B08E-5F0026E3197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562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 </a:t>
            </a:r>
            <a:endParaRPr lang="nl-B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IBM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F3347C-FA47-4862-B08E-5F0026E3197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243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 </a:t>
            </a:r>
            <a:endParaRPr lang="nl-B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IBM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F3347C-FA47-4862-B08E-5F0026E3197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9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Omultetul</a:t>
            </a:r>
            <a:r>
              <a:rPr lang="en-US" baseline="0" dirty="0"/>
              <a:t> </a:t>
            </a:r>
            <a:r>
              <a:rPr lang="en-US" baseline="0" dirty="0" err="1"/>
              <a:t>este</a:t>
            </a:r>
            <a:r>
              <a:rPr lang="en-US" baseline="0" dirty="0"/>
              <a:t> </a:t>
            </a:r>
            <a:r>
              <a:rPr lang="en-US" baseline="0" dirty="0" err="1"/>
              <a:t>doar</a:t>
            </a:r>
            <a:r>
              <a:rPr lang="en-US" baseline="0" dirty="0"/>
              <a:t> o </a:t>
            </a:r>
            <a:r>
              <a:rPr lang="en-US" baseline="0" dirty="0" err="1"/>
              <a:t>clasa</a:t>
            </a:r>
            <a:r>
              <a:rPr lang="en-US" baseline="0" dirty="0"/>
              <a:t>, </a:t>
            </a:r>
            <a:r>
              <a:rPr lang="en-US" baseline="0" dirty="0" err="1"/>
              <a:t>codul</a:t>
            </a:r>
            <a:r>
              <a:rPr lang="en-US" baseline="0" dirty="0"/>
              <a:t> care </a:t>
            </a:r>
            <a:r>
              <a:rPr lang="en-US" baseline="0" dirty="0" err="1"/>
              <a:t>foloseste</a:t>
            </a:r>
            <a:r>
              <a:rPr lang="en-US" baseline="0" dirty="0"/>
              <a:t> </a:t>
            </a:r>
            <a:r>
              <a:rPr lang="en-US" baseline="0" dirty="0" err="1"/>
              <a:t>acest</a:t>
            </a:r>
            <a:r>
              <a:rPr lang="en-US" baseline="0" dirty="0"/>
              <a:t> pattern, </a:t>
            </a:r>
            <a:r>
              <a:rPr lang="en-US" baseline="0" dirty="0" err="1"/>
              <a:t>si</a:t>
            </a:r>
            <a:r>
              <a:rPr lang="en-US" baseline="0" dirty="0"/>
              <a:t> nu un Actor UML</a:t>
            </a:r>
            <a:endParaRPr lang="nl-B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89583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t>IBM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89583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0F3347C-FA47-4862-B08E-5F0026E3197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+mn-ea"/>
                <a:cs typeface="Arial" charset="0"/>
              </a:rPr>
              <a:pPr marL="0" marR="0" lvl="0" indent="0" algn="r" defTabSz="89583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0902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703513" y="509588"/>
            <a:ext cx="4524375" cy="25463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 </a:t>
            </a:r>
            <a:endParaRPr lang="nl-B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IBM Confidential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0F3347C-FA47-4862-B08E-5F0026E31972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22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8.png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o-RO"/>
          </a:p>
        </p:txBody>
      </p:sp>
      <p:pic>
        <p:nvPicPr>
          <p:cNvPr id="5" name="Picture 28" descr="hand-on-rai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ltGray">
          <a:xfrm>
            <a:off x="7357533" y="1611314"/>
            <a:ext cx="4834467" cy="366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5257800"/>
            <a:ext cx="12192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 typeface="Wingdings" pitchFamily="2" charset="2"/>
              <a:buNone/>
              <a:defRPr/>
            </a:pPr>
            <a:endParaRPr lang="en-GB"/>
          </a:p>
        </p:txBody>
      </p:sp>
      <p:sp>
        <p:nvSpPr>
          <p:cNvPr id="10" name="Rectangle 39"/>
          <p:cNvSpPr>
            <a:spLocks noChangeArrowheads="1"/>
          </p:cNvSpPr>
          <p:nvPr/>
        </p:nvSpPr>
        <p:spPr bwMode="gray">
          <a:xfrm>
            <a:off x="2440518" y="1198563"/>
            <a:ext cx="4135967" cy="406400"/>
          </a:xfrm>
          <a:prstGeom prst="rect">
            <a:avLst/>
          </a:prstGeom>
          <a:solidFill>
            <a:srgbClr val="2C4DAA"/>
          </a:solidFill>
          <a:ln w="63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1700" dirty="0">
                <a:solidFill>
                  <a:schemeClr val="bg1"/>
                </a:solidFill>
              </a:rPr>
              <a:t>Enterprise Java Training</a:t>
            </a: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V="1">
            <a:off x="2438400" y="1198564"/>
            <a:ext cx="0" cy="40163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o-RO"/>
          </a:p>
        </p:txBody>
      </p:sp>
      <p:sp>
        <p:nvSpPr>
          <p:cNvPr id="207885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1117600" y="2667000"/>
            <a:ext cx="7112000" cy="914400"/>
          </a:xfrm>
          <a:prstGeom prst="rect">
            <a:avLst/>
          </a:prstGeom>
        </p:spPr>
        <p:txBody>
          <a:bodyPr lIns="91440" rIns="91440" anchor="t"/>
          <a:lstStyle>
            <a:lvl1pPr>
              <a:defRPr sz="3200" b="0"/>
            </a:lvl1pPr>
          </a:lstStyle>
          <a:p>
            <a:r>
              <a:rPr lang="en-US"/>
              <a:t>Enter Title Here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7E9C5F53-1A28-4CB6-89FD-D15A145709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70031" y="5323231"/>
            <a:ext cx="3994613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srgbClr val="FFFF00"/>
                </a:solidFill>
                <a:latin typeface="Calibri" panose="020F0502020204030204" pitchFamily="34" charset="0"/>
                <a:cs typeface="Arial" charset="0"/>
              </a:rPr>
              <a:t>VictorRentea.ro</a:t>
            </a:r>
            <a:endParaRPr lang="en-US" sz="2400" b="1" dirty="0">
              <a:solidFill>
                <a:srgbClr val="FFFF00"/>
              </a:solidFill>
              <a:latin typeface="Calibri" panose="020F0502020204030204" pitchFamily="34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victor.rentea@gmail.com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@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victorrentea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  </a:t>
            </a:r>
          </a:p>
        </p:txBody>
      </p:sp>
      <p:pic>
        <p:nvPicPr>
          <p:cNvPr id="20" name="Picture 19" descr="Imagini pentru envelope draw">
            <a:extLst>
              <a:ext uri="{FF2B5EF4-FFF2-40B4-BE49-F238E27FC236}">
                <a16:creationId xmlns:a16="http://schemas.microsoft.com/office/drawing/2014/main" id="{AB47C261-8408-4E99-AAA6-B4289323C8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295" y="5905508"/>
            <a:ext cx="505728" cy="37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Imagini pentru globe drawn icon">
            <a:extLst>
              <a:ext uri="{FF2B5EF4-FFF2-40B4-BE49-F238E27FC236}">
                <a16:creationId xmlns:a16="http://schemas.microsoft.com/office/drawing/2014/main" id="{A08F735F-2F22-497A-86C7-08286E471B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7737" y="5383508"/>
            <a:ext cx="670851" cy="50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Imagine similară">
            <a:extLst>
              <a:ext uri="{FF2B5EF4-FFF2-40B4-BE49-F238E27FC236}">
                <a16:creationId xmlns:a16="http://schemas.microsoft.com/office/drawing/2014/main" id="{86279579-C157-45BB-B8C9-DF369F351F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295" y="6356126"/>
            <a:ext cx="493736" cy="37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10">
            <a:extLst>
              <a:ext uri="{FF2B5EF4-FFF2-40B4-BE49-F238E27FC236}">
                <a16:creationId xmlns:a16="http://schemas.microsoft.com/office/drawing/2014/main" id="{878A4CF8-FF08-4F3A-9C75-5BCFD8FFE2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79711" y="4980802"/>
            <a:ext cx="301229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© Copyright Victor </a:t>
            </a: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Rentea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 2017</a:t>
            </a:r>
          </a:p>
        </p:txBody>
      </p:sp>
      <p:pic>
        <p:nvPicPr>
          <p:cNvPr id="24" name="Picture 23" descr="Z:\Doctorat\CV+Acte\semnatura-cerc.png">
            <a:extLst>
              <a:ext uri="{FF2B5EF4-FFF2-40B4-BE49-F238E27FC236}">
                <a16:creationId xmlns:a16="http://schemas.microsoft.com/office/drawing/2014/main" id="{59BC44B5-8B56-49A8-A915-89E3BB358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667182" y="103357"/>
            <a:ext cx="2431261" cy="1752326"/>
          </a:xfrm>
          <a:prstGeom prst="rect">
            <a:avLst/>
          </a:prstGeom>
          <a:noFill/>
        </p:spPr>
      </p:pic>
    </p:spTree>
  </p:cSld>
  <p:clrMapOvr>
    <a:masterClrMapping/>
  </p:clrMapOvr>
  <p:transition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4876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351632"/>
            <a:ext cx="10972800" cy="613568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</p:spTree>
  </p:cSld>
  <p:clrMapOvr>
    <a:masterClrMapping/>
  </p:clrMapOvr>
  <p:transition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0" y="6477000"/>
            <a:ext cx="914400" cy="369332"/>
          </a:xfrm>
          <a:prstGeom prst="rect">
            <a:avLst/>
          </a:prstGeom>
          <a:ln/>
        </p:spPr>
        <p:txBody>
          <a:bodyPr tIns="91440" bIns="91440"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083733" y="6477000"/>
            <a:ext cx="8636000" cy="369888"/>
          </a:xfrm>
          <a:prstGeom prst="rect">
            <a:avLst/>
          </a:prstGeom>
        </p:spPr>
        <p:txBody>
          <a:bodyPr tIns="91440" bIns="91440"/>
          <a:lstStyle>
            <a:lvl1pPr marL="0" marR="0" indent="0" algn="l" defTabSz="914400" rtl="0" eaLnBrk="0" fontAlgn="base" latinLnBrk="0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Design Patterns -</a:t>
            </a:r>
            <a:r>
              <a:rPr lang="en-US" sz="1200" baseline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241973"/>
      </p:ext>
    </p:extLst>
  </p:cSld>
  <p:clrMapOvr>
    <a:masterClrMapping/>
  </p:clrMapOvr>
  <p:transition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35" name="Picture 11" descr="C:\Users\u359401\AppData\Local\Microsoft\Windows\Temporary Internet Files\Content.IE5\IR22AQOV\MC900205484[1].wmf"/>
          <p:cNvPicPr>
            <a:picLocks noChangeAspect="1" noChangeArrowheads="1"/>
          </p:cNvPicPr>
          <p:nvPr userDrawn="1"/>
        </p:nvPicPr>
        <p:blipFill>
          <a:blip r:embed="rId2" cstate="print">
            <a:lum bright="55000" contrast="-67000"/>
          </a:blip>
          <a:srcRect l="14695" t="14325" r="21374" b="23147"/>
          <a:stretch>
            <a:fillRect/>
          </a:stretch>
        </p:blipFill>
        <p:spPr bwMode="auto">
          <a:xfrm>
            <a:off x="3657933" y="422911"/>
            <a:ext cx="8278779" cy="604227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529998"/>
            <a:ext cx="9997440" cy="43418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609600" y="263525"/>
            <a:ext cx="10972800" cy="838200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  <a:endParaRPr lang="nl-BE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0" y="6477000"/>
            <a:ext cx="914400" cy="369332"/>
          </a:xfrm>
          <a:prstGeom prst="rect">
            <a:avLst/>
          </a:prstGeom>
          <a:ln/>
        </p:spPr>
        <p:txBody>
          <a:bodyPr tIns="91440" bIns="91440"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u359401\AppData\Local\Microsoft\Windows\Temporary Internet Files\Content.IE5\PC3AJIA8\MC900434810[1].png"/>
          <p:cNvPicPr>
            <a:picLocks noChangeAspect="1" noChangeArrowheads="1"/>
          </p:cNvPicPr>
          <p:nvPr userDrawn="1"/>
        </p:nvPicPr>
        <p:blipFill>
          <a:blip r:embed="rId2" cstate="print">
            <a:lum bright="62000" contrast="-70000"/>
          </a:blip>
          <a:srcRect/>
          <a:stretch>
            <a:fillRect/>
          </a:stretch>
        </p:blipFill>
        <p:spPr bwMode="auto">
          <a:xfrm>
            <a:off x="1970063" y="385347"/>
            <a:ext cx="8204989" cy="6153742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467" y="1784351"/>
            <a:ext cx="10955867" cy="43418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838200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References</a:t>
            </a:r>
            <a:endParaRPr lang="nl-BE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406400" y="6502620"/>
            <a:ext cx="16256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5D2A3-4826-4B09-B1B9-24AB4194FE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1025"/>
            <a:ext cx="10972800" cy="8382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84351"/>
            <a:ext cx="5384800" cy="43418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84351"/>
            <a:ext cx="5384800" cy="43418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641" y="6597025"/>
            <a:ext cx="1625600" cy="276999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2C488-824C-4766-8831-15B15DB6B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102109" y="84080"/>
            <a:ext cx="8940760" cy="294290"/>
          </a:xfrm>
          <a:prstGeom prst="rect">
            <a:avLst/>
          </a:prstGeom>
        </p:spPr>
        <p:txBody>
          <a:bodyPr/>
          <a:lstStyle>
            <a:lvl1pPr>
              <a:buNone/>
              <a:defRPr sz="14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0" y="6477000"/>
            <a:ext cx="914400" cy="369332"/>
          </a:xfrm>
          <a:prstGeom prst="rect">
            <a:avLst/>
          </a:prstGeom>
          <a:ln/>
        </p:spPr>
        <p:txBody>
          <a:bodyPr tIns="91440" bIns="91440"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972800" cy="449943"/>
          </a:xfrm>
          <a:prstGeom prst="rect">
            <a:avLst/>
          </a:prstGeom>
        </p:spPr>
        <p:txBody>
          <a:bodyPr anchor="t"/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0" y="6477000"/>
            <a:ext cx="914400" cy="369332"/>
          </a:xfrm>
          <a:prstGeom prst="rect">
            <a:avLst/>
          </a:prstGeom>
          <a:ln/>
        </p:spPr>
        <p:txBody>
          <a:bodyPr tIns="91440" bIns="91440"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re et sous-titre avec image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e du titre"/>
          <p:cNvSpPr txBox="1">
            <a:spLocks noGrp="1"/>
          </p:cNvSpPr>
          <p:nvPr>
            <p:ph type="title"/>
          </p:nvPr>
        </p:nvSpPr>
        <p:spPr>
          <a:xfrm>
            <a:off x="731980" y="1716408"/>
            <a:ext cx="10728041" cy="1934877"/>
          </a:xfrm>
          <a:prstGeom prst="rect">
            <a:avLst/>
          </a:prstGeom>
        </p:spPr>
        <p:txBody>
          <a:bodyPr anchor="t"/>
          <a:lstStyle>
            <a:lvl1pPr>
              <a:defRPr>
                <a:latin typeface="+mn-lt"/>
                <a:ea typeface="+mn-ea"/>
                <a:cs typeface="+mn-cs"/>
                <a:sym typeface="Montserrat-Bold"/>
              </a:defRPr>
            </a:lvl1pPr>
          </a:lstStyle>
          <a:p>
            <a:r>
              <a:t>Texte du titre</a:t>
            </a:r>
          </a:p>
        </p:txBody>
      </p:sp>
      <p:sp>
        <p:nvSpPr>
          <p:cNvPr id="16" name="Texte niveau 1…"/>
          <p:cNvSpPr txBox="1">
            <a:spLocks noGrp="1"/>
          </p:cNvSpPr>
          <p:nvPr>
            <p:ph type="body" sz="quarter" idx="1"/>
          </p:nvPr>
        </p:nvSpPr>
        <p:spPr>
          <a:xfrm>
            <a:off x="1480779" y="3937315"/>
            <a:ext cx="7358063" cy="1422193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2550">
                <a:latin typeface="+mj-lt"/>
                <a:ea typeface="+mj-ea"/>
                <a:cs typeface="+mj-cs"/>
                <a:sym typeface="Montserrat-Regular"/>
              </a:defRPr>
            </a:lvl1pPr>
            <a:lvl2pPr>
              <a:spcBef>
                <a:spcPts val="0"/>
              </a:spcBef>
              <a:defRPr>
                <a:latin typeface="+mj-lt"/>
                <a:ea typeface="+mj-ea"/>
                <a:cs typeface="+mj-cs"/>
                <a:sym typeface="Montserrat-Regular"/>
              </a:defRPr>
            </a:lvl2pPr>
            <a:lvl3pPr>
              <a:spcBef>
                <a:spcPts val="0"/>
              </a:spcBef>
              <a:defRPr>
                <a:latin typeface="+mj-lt"/>
                <a:ea typeface="+mj-ea"/>
                <a:cs typeface="+mj-cs"/>
                <a:sym typeface="Montserrat-Regular"/>
              </a:defRPr>
            </a:lvl3pPr>
            <a:lvl4pPr>
              <a:spcBef>
                <a:spcPts val="0"/>
              </a:spcBef>
              <a:defRPr>
                <a:latin typeface="+mj-lt"/>
                <a:ea typeface="+mj-ea"/>
                <a:cs typeface="+mj-cs"/>
                <a:sym typeface="Montserrat-Regular"/>
              </a:defRPr>
            </a:lvl4pPr>
            <a:lvl5pPr>
              <a:spcBef>
                <a:spcPts val="0"/>
              </a:spcBef>
              <a:defRPr>
                <a:latin typeface="+mj-lt"/>
                <a:ea typeface="+mj-ea"/>
                <a:cs typeface="+mj-cs"/>
                <a:sym typeface="Montserrat-Regular"/>
              </a:defRPr>
            </a:lvl5pPr>
          </a:lstStyle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17" name="Rectangle"/>
          <p:cNvSpPr/>
          <p:nvPr/>
        </p:nvSpPr>
        <p:spPr>
          <a:xfrm>
            <a:off x="-27276" y="6458717"/>
            <a:ext cx="12237621" cy="424084"/>
          </a:xfrm>
          <a:prstGeom prst="rect">
            <a:avLst/>
          </a:prstGeom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600"/>
            </a:pPr>
            <a:endParaRPr sz="1800"/>
          </a:p>
        </p:txBody>
      </p:sp>
      <p:sp>
        <p:nvSpPr>
          <p:cNvPr id="19" name="#DevoxxFR"/>
          <p:cNvSpPr txBox="1"/>
          <p:nvPr userDrawn="1"/>
        </p:nvSpPr>
        <p:spPr>
          <a:xfrm>
            <a:off x="121967" y="6550053"/>
            <a:ext cx="1185838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z="1100" dirty="0"/>
              <a:t>VictorRentea.ro</a:t>
            </a:r>
            <a:endParaRPr sz="1100" dirty="0"/>
          </a:p>
        </p:txBody>
      </p:sp>
      <p:sp>
        <p:nvSpPr>
          <p:cNvPr id="2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8" name="#DevoxxFR">
            <a:extLst>
              <a:ext uri="{FF2B5EF4-FFF2-40B4-BE49-F238E27FC236}">
                <a16:creationId xmlns:a16="http://schemas.microsoft.com/office/drawing/2014/main" id="{B6708E68-E314-49BA-8F00-0B25AA1DEF45}"/>
              </a:ext>
            </a:extLst>
          </p:cNvPr>
          <p:cNvSpPr txBox="1"/>
          <p:nvPr userDrawn="1"/>
        </p:nvSpPr>
        <p:spPr>
          <a:xfrm>
            <a:off x="1233378" y="6550054"/>
            <a:ext cx="1055807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l"/>
            <a:r>
              <a:rPr lang="en-US" sz="1100" dirty="0"/>
              <a:t>@</a:t>
            </a:r>
            <a:r>
              <a:rPr lang="en-US" sz="1100" dirty="0" err="1"/>
              <a:t>victorrentea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311722582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re - Centré">
    <p:bg>
      <p:bgPr>
        <a:solidFill>
          <a:schemeClr val="accent5">
            <a:satOff val="19767"/>
            <a:lumOff val="-2349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e du titre"/>
          <p:cNvSpPr txBox="1">
            <a:spLocks noGrp="1"/>
          </p:cNvSpPr>
          <p:nvPr>
            <p:ph type="title"/>
          </p:nvPr>
        </p:nvSpPr>
        <p:spPr>
          <a:xfrm>
            <a:off x="677908" y="1719409"/>
            <a:ext cx="10836184" cy="3419185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86" name="Rectangle"/>
          <p:cNvSpPr/>
          <p:nvPr/>
        </p:nvSpPr>
        <p:spPr>
          <a:xfrm>
            <a:off x="-2475" y="6458717"/>
            <a:ext cx="12196948" cy="424084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600"/>
            </a:pPr>
            <a:endParaRPr sz="1800"/>
          </a:p>
        </p:txBody>
      </p:sp>
      <p:sp>
        <p:nvSpPr>
          <p:cNvPr id="89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11" name="#DevoxxFR">
            <a:extLst>
              <a:ext uri="{FF2B5EF4-FFF2-40B4-BE49-F238E27FC236}">
                <a16:creationId xmlns:a16="http://schemas.microsoft.com/office/drawing/2014/main" id="{ADECF96E-F949-4EE6-9B2F-A0668F6C02CA}"/>
              </a:ext>
            </a:extLst>
          </p:cNvPr>
          <p:cNvSpPr txBox="1"/>
          <p:nvPr userDrawn="1"/>
        </p:nvSpPr>
        <p:spPr>
          <a:xfrm>
            <a:off x="100446" y="6550054"/>
            <a:ext cx="1073741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z="1100" dirty="0"/>
              <a:t>victorrentea.ro</a:t>
            </a:r>
            <a:endParaRPr sz="1100" dirty="0"/>
          </a:p>
        </p:txBody>
      </p:sp>
      <p:sp>
        <p:nvSpPr>
          <p:cNvPr id="12" name="#DevoxxFR">
            <a:extLst>
              <a:ext uri="{FF2B5EF4-FFF2-40B4-BE49-F238E27FC236}">
                <a16:creationId xmlns:a16="http://schemas.microsoft.com/office/drawing/2014/main" id="{64D3B49C-D7CF-4C63-A2A0-E1261D057734}"/>
              </a:ext>
            </a:extLst>
          </p:cNvPr>
          <p:cNvSpPr txBox="1"/>
          <p:nvPr userDrawn="1"/>
        </p:nvSpPr>
        <p:spPr>
          <a:xfrm>
            <a:off x="1215637" y="6550054"/>
            <a:ext cx="1055807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l"/>
            <a:r>
              <a:rPr lang="en-US" sz="1100" dirty="0"/>
              <a:t>@</a:t>
            </a:r>
            <a:r>
              <a:rPr lang="en-US" sz="1100" dirty="0" err="1"/>
              <a:t>victorrentea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1741553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re - Centré degradé deux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e du titre"/>
          <p:cNvSpPr txBox="1">
            <a:spLocks noGrp="1"/>
          </p:cNvSpPr>
          <p:nvPr>
            <p:ph type="title"/>
          </p:nvPr>
        </p:nvSpPr>
        <p:spPr>
          <a:xfrm>
            <a:off x="2416969" y="2268142"/>
            <a:ext cx="7358063" cy="2321719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9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8" name="Rectangle"/>
          <p:cNvSpPr/>
          <p:nvPr/>
        </p:nvSpPr>
        <p:spPr>
          <a:xfrm>
            <a:off x="-2475" y="6458717"/>
            <a:ext cx="12196948" cy="42408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600"/>
            </a:pPr>
            <a:endParaRPr sz="1800"/>
          </a:p>
        </p:txBody>
      </p:sp>
      <p:sp>
        <p:nvSpPr>
          <p:cNvPr id="11" name="#DevoxxFR">
            <a:extLst>
              <a:ext uri="{FF2B5EF4-FFF2-40B4-BE49-F238E27FC236}">
                <a16:creationId xmlns:a16="http://schemas.microsoft.com/office/drawing/2014/main" id="{B8EC26F3-7F07-4A20-9A31-83E8765DA5A8}"/>
              </a:ext>
            </a:extLst>
          </p:cNvPr>
          <p:cNvSpPr txBox="1"/>
          <p:nvPr userDrawn="1"/>
        </p:nvSpPr>
        <p:spPr>
          <a:xfrm>
            <a:off x="100446" y="6550054"/>
            <a:ext cx="1073741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z="1100" dirty="0"/>
              <a:t>victorrentea.ro</a:t>
            </a:r>
            <a:endParaRPr sz="1100" dirty="0"/>
          </a:p>
        </p:txBody>
      </p:sp>
      <p:sp>
        <p:nvSpPr>
          <p:cNvPr id="12" name="#DevoxxFR">
            <a:extLst>
              <a:ext uri="{FF2B5EF4-FFF2-40B4-BE49-F238E27FC236}">
                <a16:creationId xmlns:a16="http://schemas.microsoft.com/office/drawing/2014/main" id="{12D7619C-FA47-4B72-8272-EACFEFB6B9D1}"/>
              </a:ext>
            </a:extLst>
          </p:cNvPr>
          <p:cNvSpPr txBox="1"/>
          <p:nvPr userDrawn="1"/>
        </p:nvSpPr>
        <p:spPr>
          <a:xfrm>
            <a:off x="1215637" y="6550054"/>
            <a:ext cx="1055807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l"/>
            <a:r>
              <a:rPr lang="en-US" sz="1100" dirty="0"/>
              <a:t>@</a:t>
            </a:r>
            <a:r>
              <a:rPr lang="en-US" sz="1100" dirty="0" err="1"/>
              <a:t>victorrentea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1580521531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1_Titre - Centré degradé deux">
    <p:bg>
      <p:bgPr>
        <a:blipFill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e du titre"/>
          <p:cNvSpPr txBox="1">
            <a:spLocks noGrp="1"/>
          </p:cNvSpPr>
          <p:nvPr>
            <p:ph type="title"/>
          </p:nvPr>
        </p:nvSpPr>
        <p:spPr>
          <a:xfrm>
            <a:off x="2416969" y="2268142"/>
            <a:ext cx="7358063" cy="2321719"/>
          </a:xfrm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97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8" name="Rectangle"/>
          <p:cNvSpPr/>
          <p:nvPr/>
        </p:nvSpPr>
        <p:spPr>
          <a:xfrm>
            <a:off x="-2475" y="6458717"/>
            <a:ext cx="12196948" cy="424084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600"/>
            </a:pPr>
            <a:endParaRPr sz="1800"/>
          </a:p>
        </p:txBody>
      </p:sp>
      <p:sp>
        <p:nvSpPr>
          <p:cNvPr id="11" name="#DevoxxFR">
            <a:extLst>
              <a:ext uri="{FF2B5EF4-FFF2-40B4-BE49-F238E27FC236}">
                <a16:creationId xmlns:a16="http://schemas.microsoft.com/office/drawing/2014/main" id="{B8EC26F3-7F07-4A20-9A31-83E8765DA5A8}"/>
              </a:ext>
            </a:extLst>
          </p:cNvPr>
          <p:cNvSpPr txBox="1"/>
          <p:nvPr userDrawn="1"/>
        </p:nvSpPr>
        <p:spPr>
          <a:xfrm>
            <a:off x="100446" y="6550054"/>
            <a:ext cx="1073741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z="1100" dirty="0"/>
              <a:t>victorrentea.ro</a:t>
            </a:r>
            <a:endParaRPr sz="1100" dirty="0"/>
          </a:p>
        </p:txBody>
      </p:sp>
      <p:sp>
        <p:nvSpPr>
          <p:cNvPr id="12" name="#DevoxxFR">
            <a:extLst>
              <a:ext uri="{FF2B5EF4-FFF2-40B4-BE49-F238E27FC236}">
                <a16:creationId xmlns:a16="http://schemas.microsoft.com/office/drawing/2014/main" id="{12D7619C-FA47-4B72-8272-EACFEFB6B9D1}"/>
              </a:ext>
            </a:extLst>
          </p:cNvPr>
          <p:cNvSpPr txBox="1"/>
          <p:nvPr userDrawn="1"/>
        </p:nvSpPr>
        <p:spPr>
          <a:xfrm>
            <a:off x="1215637" y="6550054"/>
            <a:ext cx="1055807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l"/>
            <a:r>
              <a:rPr lang="en-US" sz="1100" dirty="0"/>
              <a:t>@</a:t>
            </a:r>
            <a:r>
              <a:rPr lang="en-US" sz="1100" dirty="0" err="1"/>
              <a:t>victorrentea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215842940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Vierge">
    <p:bg>
      <p:bgPr>
        <a:solidFill>
          <a:srgbClr val="7F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81594729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pecial">
    <p:bg>
      <p:bgPr>
        <a:gradFill flip="none" rotWithShape="1">
          <a:gsLst>
            <a:gs pos="0">
              <a:schemeClr val="accent5">
                <a:hueOff val="101205"/>
                <a:satOff val="-13598"/>
                <a:lumOff val="23877"/>
              </a:schemeClr>
            </a:gs>
            <a:gs pos="100000">
              <a:srgbClr val="7F1111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#DevoxxFR"/>
          <p:cNvSpPr txBox="1"/>
          <p:nvPr/>
        </p:nvSpPr>
        <p:spPr>
          <a:xfrm>
            <a:off x="100445" y="6550054"/>
            <a:ext cx="832044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sz="1100" dirty="0"/>
              <a:t>#</a:t>
            </a:r>
            <a:r>
              <a:rPr sz="1100" dirty="0" err="1"/>
              <a:t>Devoxx</a:t>
            </a:r>
            <a:r>
              <a:rPr lang="en-US" sz="1100" dirty="0" err="1"/>
              <a:t>UK</a:t>
            </a:r>
            <a:endParaRPr sz="1100" dirty="0"/>
          </a:p>
        </p:txBody>
      </p:sp>
      <p:sp>
        <p:nvSpPr>
          <p:cNvPr id="230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362453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re et texte">
    <p:bg>
      <p:bgPr>
        <a:solidFill>
          <a:schemeClr val="accent5">
            <a:hueOff val="101205"/>
            <a:satOff val="-13598"/>
            <a:lumOff val="23877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e du tit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238" name="Numéro de diapositive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239" name="Texte niveau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</p:spTree>
    <p:extLst>
      <p:ext uri="{BB962C8B-B14F-4D97-AF65-F5344CB8AC3E}">
        <p14:creationId xmlns:p14="http://schemas.microsoft.com/office/powerpoint/2010/main" val="243174979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8FF676-B187-4806-90B7-3F8BC3FF0D2B}" type="datetimeFigureOut">
              <a:rPr lang="en-US" smtClean="0"/>
              <a:t>1/19/23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928832" y="6509742"/>
            <a:ext cx="325409" cy="313546"/>
          </a:xfrm>
        </p:spPr>
        <p:txBody>
          <a:bodyPr/>
          <a:lstStyle/>
          <a:p>
            <a:fld id="{CABF48C4-F64B-45A7-83EF-F991412791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16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762057648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467" y="1784351"/>
            <a:ext cx="10955867" cy="434181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2102109" y="84080"/>
            <a:ext cx="8940760" cy="294290"/>
          </a:xfrm>
        </p:spPr>
        <p:txBody>
          <a:bodyPr/>
          <a:lstStyle>
            <a:lvl1pPr>
              <a:buNone/>
              <a:defRPr sz="14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Want to find out more ?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References</a:t>
            </a:r>
            <a:endParaRPr lang="nl-BE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406400" y="6502620"/>
            <a:ext cx="16256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5D2A3-4826-4B09-B1B9-24AB4194FE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4" descr="C:\Users\u359401\AppData\Local\Microsoft\Windows\Temporary Internet Files\Content.IE5\PC3AJIA8\MC900434810[1].png"/>
          <p:cNvPicPr>
            <a:picLocks noChangeAspect="1" noChangeArrowheads="1"/>
          </p:cNvPicPr>
          <p:nvPr userDrawn="1"/>
        </p:nvPicPr>
        <p:blipFill>
          <a:blip r:embed="rId2" cstate="print">
            <a:lum bright="62000" contrast="-70000"/>
          </a:blip>
          <a:srcRect/>
          <a:stretch>
            <a:fillRect/>
          </a:stretch>
        </p:blipFill>
        <p:spPr bwMode="auto">
          <a:xfrm>
            <a:off x="1970063" y="385347"/>
            <a:ext cx="8204989" cy="61537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94766121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84351"/>
            <a:ext cx="5384800" cy="4341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84351"/>
            <a:ext cx="5384800" cy="43418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102109" y="84080"/>
            <a:ext cx="8940760" cy="294290"/>
          </a:xfrm>
        </p:spPr>
        <p:txBody>
          <a:bodyPr/>
          <a:lstStyle>
            <a:lvl1pPr>
              <a:buNone/>
              <a:defRPr sz="14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169359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2096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12192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ro-RO"/>
          </a:p>
        </p:txBody>
      </p:sp>
      <p:pic>
        <p:nvPicPr>
          <p:cNvPr id="5" name="Picture 28" descr="hand-on-rai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ltGray">
          <a:xfrm>
            <a:off x="7357533" y="1611314"/>
            <a:ext cx="4834467" cy="366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5257800"/>
            <a:ext cx="12192000" cy="1600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 typeface="Wingdings" pitchFamily="2" charset="2"/>
              <a:buNone/>
              <a:defRPr/>
            </a:pPr>
            <a:endParaRPr lang="en-GB"/>
          </a:p>
        </p:txBody>
      </p:sp>
      <p:sp>
        <p:nvSpPr>
          <p:cNvPr id="10" name="Rectangle 39"/>
          <p:cNvSpPr>
            <a:spLocks noChangeArrowheads="1"/>
          </p:cNvSpPr>
          <p:nvPr/>
        </p:nvSpPr>
        <p:spPr bwMode="gray">
          <a:xfrm>
            <a:off x="2440518" y="1198563"/>
            <a:ext cx="4135967" cy="406400"/>
          </a:xfrm>
          <a:prstGeom prst="rect">
            <a:avLst/>
          </a:prstGeom>
          <a:solidFill>
            <a:srgbClr val="2C4DAA"/>
          </a:solidFill>
          <a:ln w="63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spcBef>
                <a:spcPct val="0"/>
              </a:spcBef>
              <a:buFont typeface="Wingdings" pitchFamily="2" charset="2"/>
              <a:buNone/>
              <a:defRPr/>
            </a:pPr>
            <a:r>
              <a:rPr lang="en-US" sz="1700" dirty="0">
                <a:solidFill>
                  <a:schemeClr val="bg1"/>
                </a:solidFill>
              </a:rPr>
              <a:t>Enterprise Java Training</a:t>
            </a: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V="1">
            <a:off x="2438400" y="1198564"/>
            <a:ext cx="0" cy="40163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ro-RO"/>
          </a:p>
        </p:txBody>
      </p:sp>
      <p:sp>
        <p:nvSpPr>
          <p:cNvPr id="207885" name="Rectangle 13"/>
          <p:cNvSpPr>
            <a:spLocks noGrp="1" noChangeArrowheads="1"/>
          </p:cNvSpPr>
          <p:nvPr>
            <p:ph type="ctrTitle" sz="quarter"/>
          </p:nvPr>
        </p:nvSpPr>
        <p:spPr>
          <a:xfrm>
            <a:off x="1117600" y="2667000"/>
            <a:ext cx="7112000" cy="914400"/>
          </a:xfrm>
          <a:prstGeom prst="rect">
            <a:avLst/>
          </a:prstGeom>
        </p:spPr>
        <p:txBody>
          <a:bodyPr lIns="91440" rIns="91440" anchor="t"/>
          <a:lstStyle>
            <a:lvl1pPr>
              <a:defRPr sz="3200" b="0"/>
            </a:lvl1pPr>
          </a:lstStyle>
          <a:p>
            <a:r>
              <a:rPr lang="en-US"/>
              <a:t>Enter Title Here</a:t>
            </a:r>
          </a:p>
        </p:txBody>
      </p:sp>
      <p:sp>
        <p:nvSpPr>
          <p:cNvPr id="16" name="Text Box 10">
            <a:extLst>
              <a:ext uri="{FF2B5EF4-FFF2-40B4-BE49-F238E27FC236}">
                <a16:creationId xmlns:a16="http://schemas.microsoft.com/office/drawing/2014/main" id="{7E9C5F53-1A28-4CB6-89FD-D15A145709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70031" y="5323231"/>
            <a:ext cx="3994613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l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000" b="1" dirty="0">
                <a:solidFill>
                  <a:srgbClr val="FFFF00"/>
                </a:solidFill>
                <a:latin typeface="Calibri" panose="020F0502020204030204" pitchFamily="34" charset="0"/>
                <a:cs typeface="Arial" charset="0"/>
              </a:rPr>
              <a:t>VictorRentea.ro</a:t>
            </a:r>
            <a:endParaRPr lang="en-US" sz="2400" b="1" dirty="0">
              <a:solidFill>
                <a:srgbClr val="FFFF00"/>
              </a:solidFill>
              <a:latin typeface="Calibri" panose="020F0502020204030204" pitchFamily="34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victor.rentea@gmail.com</a:t>
            </a: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@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victorrentea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D0D0D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  </a:t>
            </a:r>
          </a:p>
        </p:txBody>
      </p:sp>
      <p:pic>
        <p:nvPicPr>
          <p:cNvPr id="20" name="Picture 19" descr="Imagini pentru envelope draw">
            <a:extLst>
              <a:ext uri="{FF2B5EF4-FFF2-40B4-BE49-F238E27FC236}">
                <a16:creationId xmlns:a16="http://schemas.microsoft.com/office/drawing/2014/main" id="{AB47C261-8408-4E99-AAA6-B4289323C89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295" y="5905508"/>
            <a:ext cx="505728" cy="37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Imagini pentru globe drawn icon">
            <a:extLst>
              <a:ext uri="{FF2B5EF4-FFF2-40B4-BE49-F238E27FC236}">
                <a16:creationId xmlns:a16="http://schemas.microsoft.com/office/drawing/2014/main" id="{A08F735F-2F22-497A-86C7-08286E471B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7737" y="5383508"/>
            <a:ext cx="670851" cy="50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Imagine similară">
            <a:extLst>
              <a:ext uri="{FF2B5EF4-FFF2-40B4-BE49-F238E27FC236}">
                <a16:creationId xmlns:a16="http://schemas.microsoft.com/office/drawing/2014/main" id="{86279579-C157-45BB-B8C9-DF369F351F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6295" y="6356126"/>
            <a:ext cx="493736" cy="37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Box 10">
            <a:extLst>
              <a:ext uri="{FF2B5EF4-FFF2-40B4-BE49-F238E27FC236}">
                <a16:creationId xmlns:a16="http://schemas.microsoft.com/office/drawing/2014/main" id="{878A4CF8-FF08-4F3A-9C75-5BCFD8FFE27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179711" y="4980802"/>
            <a:ext cx="301229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© Copyright Victor </a:t>
            </a: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Rentea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 2017</a:t>
            </a:r>
          </a:p>
        </p:txBody>
      </p:sp>
      <p:pic>
        <p:nvPicPr>
          <p:cNvPr id="24" name="Picture 23" descr="Z:\Doctorat\CV+Acte\semnatura-cerc.png">
            <a:extLst>
              <a:ext uri="{FF2B5EF4-FFF2-40B4-BE49-F238E27FC236}">
                <a16:creationId xmlns:a16="http://schemas.microsoft.com/office/drawing/2014/main" id="{59BC44B5-8B56-49A8-A915-89E3BB358D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9667182" y="103357"/>
            <a:ext cx="2431261" cy="17523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0575326"/>
      </p:ext>
    </p:extLst>
  </p:cSld>
  <p:clrMapOvr>
    <a:masterClrMapping/>
  </p:clrMapOvr>
  <p:transition>
    <p:push dir="u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4876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351632"/>
            <a:ext cx="10972800" cy="613568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681528936"/>
      </p:ext>
    </p:extLst>
  </p:cSld>
  <p:clrMapOvr>
    <a:masterClrMapping/>
  </p:clrMapOvr>
  <p:transition>
    <p:push dir="u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0" y="6477000"/>
            <a:ext cx="914400" cy="369332"/>
          </a:xfrm>
          <a:prstGeom prst="rect">
            <a:avLst/>
          </a:prstGeom>
          <a:ln/>
        </p:spPr>
        <p:txBody>
          <a:bodyPr tIns="91440" bIns="91440"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083733" y="6477000"/>
            <a:ext cx="8636000" cy="369888"/>
          </a:xfrm>
          <a:prstGeom prst="rect">
            <a:avLst/>
          </a:prstGeom>
        </p:spPr>
        <p:txBody>
          <a:bodyPr tIns="91440" bIns="91440"/>
          <a:lstStyle>
            <a:lvl1pPr marL="0" marR="0" indent="0" algn="l" defTabSz="914400" rtl="0" eaLnBrk="0" fontAlgn="base" latinLnBrk="0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 sz="3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itchFamily="2" charset="2"/>
              <a:buNone/>
              <a:tabLst/>
              <a:defRPr/>
            </a:pPr>
            <a:r>
              <a:rPr lang="en-US" sz="12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Design Patterns -</a:t>
            </a:r>
            <a:r>
              <a:rPr lang="en-US" sz="1200" baseline="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</a:rPr>
              <a:t> 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384036"/>
      </p:ext>
    </p:extLst>
  </p:cSld>
  <p:clrMapOvr>
    <a:masterClrMapping/>
  </p:clrMapOvr>
  <p:transition>
    <p:push dir="u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35" name="Picture 11" descr="C:\Users\u359401\AppData\Local\Microsoft\Windows\Temporary Internet Files\Content.IE5\IR22AQOV\MC900205484[1].wmf"/>
          <p:cNvPicPr>
            <a:picLocks noChangeAspect="1" noChangeArrowheads="1"/>
          </p:cNvPicPr>
          <p:nvPr userDrawn="1"/>
        </p:nvPicPr>
        <p:blipFill>
          <a:blip r:embed="rId2" cstate="print">
            <a:lum bright="55000" contrast="-67000"/>
          </a:blip>
          <a:srcRect l="14695" t="14325" r="21374" b="23147"/>
          <a:stretch>
            <a:fillRect/>
          </a:stretch>
        </p:blipFill>
        <p:spPr bwMode="auto">
          <a:xfrm>
            <a:off x="3657933" y="422911"/>
            <a:ext cx="8278779" cy="6042273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529998"/>
            <a:ext cx="9997440" cy="43418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609600" y="263525"/>
            <a:ext cx="10972800" cy="838200"/>
          </a:xfrm>
          <a:prstGeom prst="rect">
            <a:avLst/>
          </a:prstGeom>
        </p:spPr>
        <p:txBody>
          <a:bodyPr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Agenda</a:t>
            </a:r>
            <a:endParaRPr lang="nl-BE" dirty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0" y="6477000"/>
            <a:ext cx="914400" cy="369332"/>
          </a:xfrm>
          <a:prstGeom prst="rect">
            <a:avLst/>
          </a:prstGeom>
          <a:ln/>
        </p:spPr>
        <p:txBody>
          <a:bodyPr tIns="91440" bIns="91440"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871830"/>
      </p:ext>
    </p:extLst>
  </p:cSld>
  <p:clrMapOvr>
    <a:masterClrMapping/>
  </p:clrMapOvr>
  <p:transition>
    <p:push dir="u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C:\Users\u359401\AppData\Local\Microsoft\Windows\Temporary Internet Files\Content.IE5\PC3AJIA8\MC900434810[1].png"/>
          <p:cNvPicPr>
            <a:picLocks noChangeAspect="1" noChangeArrowheads="1"/>
          </p:cNvPicPr>
          <p:nvPr userDrawn="1"/>
        </p:nvPicPr>
        <p:blipFill>
          <a:blip r:embed="rId2" cstate="print">
            <a:lum bright="62000" contrast="-70000"/>
          </a:blip>
          <a:srcRect/>
          <a:stretch>
            <a:fillRect/>
          </a:stretch>
        </p:blipFill>
        <p:spPr bwMode="auto">
          <a:xfrm>
            <a:off x="1970063" y="385347"/>
            <a:ext cx="8204989" cy="6153742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3467" y="1784351"/>
            <a:ext cx="10955867" cy="43418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</p:txBody>
      </p:sp>
      <p:sp>
        <p:nvSpPr>
          <p:cNvPr id="10" name="Title 9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838200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References</a:t>
            </a:r>
            <a:endParaRPr lang="nl-BE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406400" y="6502620"/>
            <a:ext cx="16256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5D2A3-4826-4B09-B1B9-24AB4194FE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476158"/>
      </p:ext>
    </p:extLst>
  </p:cSld>
  <p:clrMapOvr>
    <a:masterClrMapping/>
  </p:clrMapOvr>
  <p:transition>
    <p:push dir="u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1025"/>
            <a:ext cx="10972800" cy="8382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784351"/>
            <a:ext cx="5384800" cy="43418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84351"/>
            <a:ext cx="5384800" cy="434181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1641" y="6597025"/>
            <a:ext cx="1625600" cy="276999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E2C488-824C-4766-8831-15B15DB6B0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102109" y="84080"/>
            <a:ext cx="8940760" cy="294290"/>
          </a:xfrm>
          <a:prstGeom prst="rect">
            <a:avLst/>
          </a:prstGeom>
        </p:spPr>
        <p:txBody>
          <a:bodyPr/>
          <a:lstStyle>
            <a:lvl1pPr>
              <a:buNone/>
              <a:defRPr sz="14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539707"/>
      </p:ext>
    </p:extLst>
  </p:cSld>
  <p:clrMapOvr>
    <a:masterClrMapping/>
  </p:clrMapOvr>
  <p:transition>
    <p:push dir="u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0" y="6477000"/>
            <a:ext cx="914400" cy="369332"/>
          </a:xfrm>
          <a:prstGeom prst="rect">
            <a:avLst/>
          </a:prstGeom>
          <a:ln/>
        </p:spPr>
        <p:txBody>
          <a:bodyPr tIns="91440" bIns="91440"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036150"/>
      </p:ext>
    </p:extLst>
  </p:cSld>
  <p:clrMapOvr>
    <a:masterClrMapping/>
  </p:clrMapOvr>
  <p:transition>
    <p:push dir="u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972800" cy="449943"/>
          </a:xfrm>
          <a:prstGeom prst="rect">
            <a:avLst/>
          </a:prstGeom>
        </p:spPr>
        <p:txBody>
          <a:bodyPr anchor="t"/>
          <a:lstStyle>
            <a:lvl1pPr>
              <a:defRPr sz="2000"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0" y="6477000"/>
            <a:ext cx="914400" cy="369332"/>
          </a:xfrm>
          <a:prstGeom prst="rect">
            <a:avLst/>
          </a:prstGeom>
          <a:ln/>
        </p:spPr>
        <p:txBody>
          <a:bodyPr tIns="91440" bIns="91440"/>
          <a:lstStyle>
            <a:lvl1pPr algn="ct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209697"/>
      </p:ext>
    </p:extLst>
  </p:cSld>
  <p:clrMapOvr>
    <a:masterClrMapping/>
  </p:clrMapOvr>
  <p:transition>
    <p:push dir="u"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81025"/>
            <a:ext cx="10972800" cy="8382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06400" y="6534150"/>
            <a:ext cx="16256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173A469-E70F-456A-8B65-A7C6D96240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331017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84351"/>
            <a:ext cx="10972800" cy="43418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2"/>
          </p:nvPr>
        </p:nvSpPr>
        <p:spPr>
          <a:xfrm>
            <a:off x="2102109" y="84080"/>
            <a:ext cx="8940760" cy="294290"/>
          </a:xfrm>
          <a:prstGeom prst="rect">
            <a:avLst/>
          </a:prstGeom>
        </p:spPr>
        <p:txBody>
          <a:bodyPr/>
          <a:lstStyle>
            <a:lvl1pPr>
              <a:buNone/>
              <a:defRPr sz="1400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581025"/>
            <a:ext cx="10972800" cy="838200"/>
          </a:xfrm>
          <a:prstGeom prst="rect">
            <a:avLst/>
          </a:prstGeo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nl-BE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4"/>
          </p:nvPr>
        </p:nvSpPr>
        <p:spPr>
          <a:xfrm>
            <a:off x="406400" y="6502620"/>
            <a:ext cx="1625600" cy="3238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5D2A3-4826-4B09-B1B9-24AB4194FE2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638375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with sign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06400" y="6534150"/>
            <a:ext cx="1625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4000" tIns="6840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222638F-152E-44C0-A1BF-90DBBF36B74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2" descr="Imagini pentru twitter icon">
            <a:extLst>
              <a:ext uri="{FF2B5EF4-FFF2-40B4-BE49-F238E27FC236}">
                <a16:creationId xmlns:a16="http://schemas.microsoft.com/office/drawing/2014/main" id="{8EB2F0D4-720B-4241-9F5E-99B3293E661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biLevel thresh="7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2276" y="6600996"/>
            <a:ext cx="233875" cy="227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62FBCA-3151-4AF8-8583-1D46EF8070C1}"/>
              </a:ext>
            </a:extLst>
          </p:cNvPr>
          <p:cNvSpPr txBox="1"/>
          <p:nvPr userDrawn="1"/>
        </p:nvSpPr>
        <p:spPr>
          <a:xfrm>
            <a:off x="10319340" y="6578845"/>
            <a:ext cx="14654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1200" b="1" dirty="0">
                <a:solidFill>
                  <a:schemeClr val="tx1"/>
                </a:solidFill>
                <a:latin typeface="Montserrat Medium" panose="00000600000000000000" pitchFamily="50" charset="0"/>
                <a:cs typeface="Calibri" pitchFamily="34" charset="0"/>
              </a:rPr>
              <a:t>VictorRentea.ro</a:t>
            </a:r>
            <a:endParaRPr lang="en-US" sz="1200" b="1" baseline="30000" dirty="0">
              <a:solidFill>
                <a:schemeClr val="tx1"/>
              </a:solidFill>
              <a:latin typeface="Montserrat Medium" panose="00000600000000000000" pitchFamily="50" charset="0"/>
              <a:cs typeface="Calibri" pitchFamily="34" charset="0"/>
            </a:endParaRPr>
          </a:p>
        </p:txBody>
      </p:sp>
      <p:pic>
        <p:nvPicPr>
          <p:cNvPr id="9" name="Picture 4" descr="Imagini pentru linkedin">
            <a:extLst>
              <a:ext uri="{FF2B5EF4-FFF2-40B4-BE49-F238E27FC236}">
                <a16:creationId xmlns:a16="http://schemas.microsoft.com/office/drawing/2014/main" id="{98DE5101-3BE7-40E4-B1FA-4BE4EEB1933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9360" y="6622257"/>
            <a:ext cx="190500" cy="19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ini pentru jbcnconf">
            <a:extLst>
              <a:ext uri="{FF2B5EF4-FFF2-40B4-BE49-F238E27FC236}">
                <a16:creationId xmlns:a16="http://schemas.microsoft.com/office/drawing/2014/main" id="{B76EACC0-9A91-45E5-B77F-8393F0484D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465" y="45243"/>
            <a:ext cx="1029163" cy="522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594023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4CF03-6BF3-4B55-A640-607D725B1E68}" type="datetimeFigureOut">
              <a:rPr lang="en-US" smtClean="0"/>
              <a:t>1/19/23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D4E41F-DC89-4468-860F-26F5FB1831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40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3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2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17" Type="http://schemas.openxmlformats.org/officeDocument/2006/relationships/image" Target="../media/image4.jpeg"/><Relationship Id="rId2" Type="http://schemas.openxmlformats.org/officeDocument/2006/relationships/slideLayout" Target="../slideLayouts/slideLayout2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56063D5-3003-4E94-B410-EF5CCFAFE5E5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3494" y="6575275"/>
            <a:ext cx="1625600" cy="32385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0E2C488-824C-4766-8831-15B15DB6B057}" type="slidenum">
              <a:rPr lang="en-US" sz="1200" b="1" smtClean="0">
                <a:solidFill>
                  <a:schemeClr val="bg2"/>
                </a:solidFill>
                <a:latin typeface="Montserrat Medium" panose="00000600000000000000" pitchFamily="50" charset="0"/>
              </a:rPr>
              <a:pPr>
                <a:defRPr/>
              </a:pPr>
              <a:t>‹#›</a:t>
            </a:fld>
            <a:endParaRPr lang="en-US" sz="1200" b="1" dirty="0">
              <a:solidFill>
                <a:schemeClr val="bg2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Picture 2" descr="Z:\Doctorat\CV+Acte\semnatura.png">
            <a:extLst>
              <a:ext uri="{FF2B5EF4-FFF2-40B4-BE49-F238E27FC236}">
                <a16:creationId xmlns:a16="http://schemas.microsoft.com/office/drawing/2014/main" id="{9128BE52-85B6-484A-A5BA-94B9982C1E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18000" b="31589"/>
          <a:stretch>
            <a:fillRect/>
          </a:stretch>
        </p:blipFill>
        <p:spPr bwMode="auto">
          <a:xfrm>
            <a:off x="11475744" y="92922"/>
            <a:ext cx="773853" cy="292580"/>
          </a:xfrm>
          <a:prstGeom prst="rect">
            <a:avLst/>
          </a:prstGeom>
          <a:noFill/>
        </p:spPr>
      </p:pic>
      <p:pic>
        <p:nvPicPr>
          <p:cNvPr id="3" name="Picture 2" descr="Imagini pentru twitter icon">
            <a:extLst>
              <a:ext uri="{FF2B5EF4-FFF2-40B4-BE49-F238E27FC236}">
                <a16:creationId xmlns:a16="http://schemas.microsoft.com/office/drawing/2014/main" id="{50C9FCDA-C99F-446E-A089-A83FFA98FC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7466" y="6617387"/>
            <a:ext cx="195462" cy="19001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21">
            <a:extLst>
              <a:ext uri="{FF2B5EF4-FFF2-40B4-BE49-F238E27FC236}">
                <a16:creationId xmlns:a16="http://schemas.microsoft.com/office/drawing/2014/main" id="{17F60FDC-80BE-456C-9291-67E4BB772F69}"/>
              </a:ext>
            </a:extLst>
          </p:cNvPr>
          <p:cNvSpPr txBox="1"/>
          <p:nvPr userDrawn="1"/>
        </p:nvSpPr>
        <p:spPr>
          <a:xfrm>
            <a:off x="10216428" y="6557547"/>
            <a:ext cx="1332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r"/>
            <a:r>
              <a:rPr lang="en-GB" sz="1400" dirty="0">
                <a:solidFill>
                  <a:schemeClr val="bg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VictorRentea.ro</a:t>
            </a:r>
            <a:endParaRPr lang="en-US" sz="1400" baseline="30000" dirty="0">
              <a:solidFill>
                <a:schemeClr val="bg2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1C301-49AF-4F00-BEB9-D4C9EA1E2D6B}"/>
              </a:ext>
            </a:extLst>
          </p:cNvPr>
          <p:cNvSpPr txBox="1"/>
          <p:nvPr userDrawn="1"/>
        </p:nvSpPr>
        <p:spPr>
          <a:xfrm>
            <a:off x="11548716" y="-31274"/>
            <a:ext cx="64152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dirty="0">
                <a:solidFill>
                  <a:srgbClr val="C4B6A6"/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a training by</a:t>
            </a:r>
          </a:p>
        </p:txBody>
      </p:sp>
      <p:pic>
        <p:nvPicPr>
          <p:cNvPr id="12" name="Picture 8" descr="Imagini pentru linkedin facebook twitter icon&quot;">
            <a:extLst>
              <a:ext uri="{FF2B5EF4-FFF2-40B4-BE49-F238E27FC236}">
                <a16:creationId xmlns:a16="http://schemas.microsoft.com/office/drawing/2014/main" id="{574CF05A-59BB-495F-ACC2-2FEAB73E67F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5" t="7853" r="55048" b="66068"/>
          <a:stretch/>
        </p:blipFill>
        <p:spPr bwMode="auto">
          <a:xfrm>
            <a:off x="11901806" y="6600892"/>
            <a:ext cx="231255" cy="2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Imagini pentru linkedin facebook twitter icon&quot;">
            <a:extLst>
              <a:ext uri="{FF2B5EF4-FFF2-40B4-BE49-F238E27FC236}">
                <a16:creationId xmlns:a16="http://schemas.microsoft.com/office/drawing/2014/main" id="{74127F31-A543-42C2-B9D9-9B454AC588F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2" t="41580" r="51983" b="33579"/>
          <a:stretch/>
        </p:blipFill>
        <p:spPr bwMode="auto">
          <a:xfrm>
            <a:off x="11705648" y="6608512"/>
            <a:ext cx="231256" cy="19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782" r:id="rId2"/>
    <p:sldLayoutId id="2147483810" r:id="rId3"/>
    <p:sldLayoutId id="2147483807" r:id="rId4"/>
    <p:sldLayoutId id="2147483808" r:id="rId5"/>
    <p:sldLayoutId id="2147483784" r:id="rId6"/>
    <p:sldLayoutId id="2147483787" r:id="rId7"/>
    <p:sldLayoutId id="2147483805" r:id="rId8"/>
  </p:sldLayoutIdLst>
  <p:transition>
    <p:push dir="u"/>
  </p:transition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9pPr>
    </p:titleStyle>
    <p:bodyStyle>
      <a:lvl1pPr marL="192088" indent="-192088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3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463550" indent="-185738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SimSun" pitchFamily="2" charset="-122"/>
        <a:buChar char="-"/>
        <a:defRPr sz="2000">
          <a:solidFill>
            <a:schemeClr val="tx1"/>
          </a:solidFill>
          <a:latin typeface="Calibri" pitchFamily="34" charset="0"/>
          <a:cs typeface="Calibri" pitchFamily="34" charset="0"/>
        </a:defRPr>
      </a:lvl2pPr>
      <a:lvl3pPr marL="768350" indent="-193675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Calibri" pitchFamily="34" charset="0"/>
          <a:cs typeface="Calibri" pitchFamily="34" charset="0"/>
        </a:defRPr>
      </a:lvl3pPr>
      <a:lvl4pPr marL="1052513" indent="-180975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SimSun" pitchFamily="2" charset="-122"/>
        <a:buChar char="-"/>
        <a:defRPr sz="1200">
          <a:solidFill>
            <a:schemeClr val="tx1"/>
          </a:solidFill>
          <a:latin typeface="Calibri" pitchFamily="34" charset="0"/>
          <a:cs typeface="Calibri" pitchFamily="34" charset="0"/>
        </a:defRPr>
      </a:lvl4pPr>
      <a:lvl5pPr marL="1381125" indent="-146050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Calibri" pitchFamily="34" charset="0"/>
          <a:cs typeface="Calibri" pitchFamily="34" charset="0"/>
        </a:defRPr>
      </a:lvl5pPr>
      <a:lvl6pPr marL="18383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6pPr>
      <a:lvl7pPr marL="22955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7pPr>
      <a:lvl8pPr marL="27527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8pPr>
      <a:lvl9pPr marL="32099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7F1111"/>
            </a:gs>
            <a:gs pos="100000">
              <a:srgbClr val="F9002E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e du titre"/>
          <p:cNvSpPr txBox="1">
            <a:spLocks noGrp="1"/>
          </p:cNvSpPr>
          <p:nvPr>
            <p:ph type="title"/>
          </p:nvPr>
        </p:nvSpPr>
        <p:spPr>
          <a:xfrm>
            <a:off x="2416969" y="68221"/>
            <a:ext cx="7358063" cy="1289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Texte du titre</a:t>
            </a:r>
          </a:p>
        </p:txBody>
      </p:sp>
      <p:sp>
        <p:nvSpPr>
          <p:cNvPr id="3" name="Rectangle"/>
          <p:cNvSpPr/>
          <p:nvPr/>
        </p:nvSpPr>
        <p:spPr>
          <a:xfrm>
            <a:off x="-2475" y="6458717"/>
            <a:ext cx="12196948" cy="424084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600"/>
            </a:pPr>
            <a:endParaRPr sz="1800"/>
          </a:p>
        </p:txBody>
      </p:sp>
      <p:sp>
        <p:nvSpPr>
          <p:cNvPr id="5" name="Numéro de diapositive"/>
          <p:cNvSpPr txBox="1">
            <a:spLocks noGrp="1"/>
          </p:cNvSpPr>
          <p:nvPr>
            <p:ph type="sldNum" sz="quarter" idx="2"/>
          </p:nvPr>
        </p:nvSpPr>
        <p:spPr>
          <a:xfrm>
            <a:off x="5928833" y="6509742"/>
            <a:ext cx="325409" cy="31354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1100">
                <a:latin typeface="+mj-lt"/>
                <a:ea typeface="+mj-ea"/>
                <a:cs typeface="+mj-cs"/>
                <a:sym typeface="Montserrat-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6" name="#DevoxxFR"/>
          <p:cNvSpPr txBox="1"/>
          <p:nvPr/>
        </p:nvSpPr>
        <p:spPr>
          <a:xfrm>
            <a:off x="100446" y="6550054"/>
            <a:ext cx="1115193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US" sz="1100" dirty="0"/>
              <a:t>VictorRentea.ro</a:t>
            </a:r>
            <a:endParaRPr sz="1100" dirty="0"/>
          </a:p>
        </p:txBody>
      </p:sp>
      <p:sp>
        <p:nvSpPr>
          <p:cNvPr id="7" name="Texte niveau 1…"/>
          <p:cNvSpPr txBox="1">
            <a:spLocks noGrp="1"/>
          </p:cNvSpPr>
          <p:nvPr>
            <p:ph type="body" idx="1"/>
          </p:nvPr>
        </p:nvSpPr>
        <p:spPr>
          <a:xfrm>
            <a:off x="1743541" y="1470887"/>
            <a:ext cx="8704918" cy="4803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>
            <a:normAutofit/>
          </a:bodyPr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8" name="Rectangle"/>
          <p:cNvSpPr/>
          <p:nvPr/>
        </p:nvSpPr>
        <p:spPr>
          <a:xfrm>
            <a:off x="-3820" y="1241788"/>
            <a:ext cx="12427551" cy="44441"/>
          </a:xfrm>
          <a:prstGeom prst="rect">
            <a:avLst/>
          </a:prstGeom>
          <a:solidFill>
            <a:srgbClr val="EDAF1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3600"/>
            </a:pPr>
            <a:endParaRPr sz="1800"/>
          </a:p>
        </p:txBody>
      </p:sp>
      <p:sp>
        <p:nvSpPr>
          <p:cNvPr id="10" name="#DevoxxFR">
            <a:extLst>
              <a:ext uri="{FF2B5EF4-FFF2-40B4-BE49-F238E27FC236}">
                <a16:creationId xmlns:a16="http://schemas.microsoft.com/office/drawing/2014/main" id="{78610492-6C19-4167-82CE-550EB54F0348}"/>
              </a:ext>
            </a:extLst>
          </p:cNvPr>
          <p:cNvSpPr txBox="1"/>
          <p:nvPr userDrawn="1"/>
        </p:nvSpPr>
        <p:spPr>
          <a:xfrm>
            <a:off x="1215637" y="6550054"/>
            <a:ext cx="1055807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l"/>
            <a:r>
              <a:rPr lang="en-US" sz="1100" dirty="0"/>
              <a:t>@</a:t>
            </a:r>
            <a:r>
              <a:rPr lang="en-US" sz="1100" dirty="0" err="1"/>
              <a:t>victorrentea</a:t>
            </a:r>
            <a:endParaRPr sz="1100" dirty="0"/>
          </a:p>
        </p:txBody>
      </p:sp>
      <p:sp>
        <p:nvSpPr>
          <p:cNvPr id="12" name="#DevoxxFR">
            <a:extLst>
              <a:ext uri="{FF2B5EF4-FFF2-40B4-BE49-F238E27FC236}">
                <a16:creationId xmlns:a16="http://schemas.microsoft.com/office/drawing/2014/main" id="{68249BF1-8552-4802-9DB1-02D38B6E426C}"/>
              </a:ext>
            </a:extLst>
          </p:cNvPr>
          <p:cNvSpPr txBox="1"/>
          <p:nvPr userDrawn="1"/>
        </p:nvSpPr>
        <p:spPr>
          <a:xfrm>
            <a:off x="2271445" y="6550054"/>
            <a:ext cx="1937699" cy="241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35719" tIns="35719" rIns="35719" bIns="35719" anchor="ctr">
            <a:spAutoFit/>
          </a:bodyPr>
          <a:lstStyle>
            <a:lvl1pPr algn="l">
              <a:defRPr sz="22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algn="l"/>
            <a:r>
              <a:rPr lang="en-US" sz="1100" dirty="0"/>
              <a:t>victor.rentea@gmail.com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14451512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</p:sldLayoutIdLst>
  <p:transition spd="med"/>
  <p:txStyles>
    <p:titleStyle>
      <a:lvl1pPr marL="0" marR="0" indent="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j-lt"/>
          <a:ea typeface="+mj-ea"/>
          <a:cs typeface="+mj-cs"/>
          <a:sym typeface="Montserrat-Regular"/>
        </a:defRPr>
      </a:lvl1pPr>
      <a:lvl2pPr marL="0" marR="0" indent="1143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j-lt"/>
          <a:ea typeface="+mj-ea"/>
          <a:cs typeface="+mj-cs"/>
          <a:sym typeface="Montserrat-Regular"/>
        </a:defRPr>
      </a:lvl2pPr>
      <a:lvl3pPr marL="0" marR="0" indent="2286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j-lt"/>
          <a:ea typeface="+mj-ea"/>
          <a:cs typeface="+mj-cs"/>
          <a:sym typeface="Montserrat-Regular"/>
        </a:defRPr>
      </a:lvl3pPr>
      <a:lvl4pPr marL="0" marR="0" indent="3429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j-lt"/>
          <a:ea typeface="+mj-ea"/>
          <a:cs typeface="+mj-cs"/>
          <a:sym typeface="Montserrat-Regular"/>
        </a:defRPr>
      </a:lvl4pPr>
      <a:lvl5pPr marL="0" marR="0" indent="4572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j-lt"/>
          <a:ea typeface="+mj-ea"/>
          <a:cs typeface="+mj-cs"/>
          <a:sym typeface="Montserrat-Regular"/>
        </a:defRPr>
      </a:lvl5pPr>
      <a:lvl6pPr marL="0" marR="0" indent="5715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j-lt"/>
          <a:ea typeface="+mj-ea"/>
          <a:cs typeface="+mj-cs"/>
          <a:sym typeface="Montserrat-Regular"/>
        </a:defRPr>
      </a:lvl6pPr>
      <a:lvl7pPr marL="0" marR="0" indent="6858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j-lt"/>
          <a:ea typeface="+mj-ea"/>
          <a:cs typeface="+mj-cs"/>
          <a:sym typeface="Montserrat-Regular"/>
        </a:defRPr>
      </a:lvl7pPr>
      <a:lvl8pPr marL="0" marR="0" indent="8001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j-lt"/>
          <a:ea typeface="+mj-ea"/>
          <a:cs typeface="+mj-cs"/>
          <a:sym typeface="Montserrat-Regular"/>
        </a:defRPr>
      </a:lvl8pPr>
      <a:lvl9pPr marL="0" marR="0" indent="9144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ln>
            <a:noFill/>
          </a:ln>
          <a:solidFill>
            <a:srgbClr val="FFFFFF"/>
          </a:solidFill>
          <a:uFillTx/>
          <a:latin typeface="+mj-lt"/>
          <a:ea typeface="+mj-ea"/>
          <a:cs typeface="+mj-cs"/>
          <a:sym typeface="Montserrat-Regular"/>
        </a:defRPr>
      </a:lvl9pPr>
    </p:titleStyle>
    <p:bodyStyle>
      <a:lvl1pPr marL="0" marR="0" indent="0" algn="l" defTabSz="410766" rtl="0" latinLnBrk="0">
        <a:lnSpc>
          <a:spcPct val="100000"/>
        </a:lnSpc>
        <a:spcBef>
          <a:spcPts val="295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Open Sans"/>
          <a:ea typeface="Open Sans"/>
          <a:cs typeface="Open Sans"/>
          <a:sym typeface="Open Sans"/>
        </a:defRPr>
      </a:lvl1pPr>
      <a:lvl2pPr marL="0" marR="0" indent="114300" algn="l" defTabSz="410766" rtl="0" latinLnBrk="0">
        <a:lnSpc>
          <a:spcPct val="100000"/>
        </a:lnSpc>
        <a:spcBef>
          <a:spcPts val="295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Open Sans"/>
          <a:ea typeface="Open Sans"/>
          <a:cs typeface="Open Sans"/>
          <a:sym typeface="Open Sans"/>
        </a:defRPr>
      </a:lvl2pPr>
      <a:lvl3pPr marL="0" marR="0" indent="228600" algn="l" defTabSz="410766" rtl="0" latinLnBrk="0">
        <a:lnSpc>
          <a:spcPct val="100000"/>
        </a:lnSpc>
        <a:spcBef>
          <a:spcPts val="295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Open Sans"/>
          <a:ea typeface="Open Sans"/>
          <a:cs typeface="Open Sans"/>
          <a:sym typeface="Open Sans"/>
        </a:defRPr>
      </a:lvl3pPr>
      <a:lvl4pPr marL="0" marR="0" indent="342900" algn="l" defTabSz="410766" rtl="0" latinLnBrk="0">
        <a:lnSpc>
          <a:spcPct val="100000"/>
        </a:lnSpc>
        <a:spcBef>
          <a:spcPts val="295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Open Sans"/>
          <a:ea typeface="Open Sans"/>
          <a:cs typeface="Open Sans"/>
          <a:sym typeface="Open Sans"/>
        </a:defRPr>
      </a:lvl4pPr>
      <a:lvl5pPr marL="0" marR="0" indent="457200" algn="l" defTabSz="410766" rtl="0" latinLnBrk="0">
        <a:lnSpc>
          <a:spcPct val="100000"/>
        </a:lnSpc>
        <a:spcBef>
          <a:spcPts val="295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Open Sans"/>
          <a:ea typeface="Open Sans"/>
          <a:cs typeface="Open Sans"/>
          <a:sym typeface="Open Sans"/>
        </a:defRPr>
      </a:lvl5pPr>
      <a:lvl6pPr marL="0" marR="0" indent="571500" algn="l" defTabSz="410766" rtl="0" latinLnBrk="0">
        <a:lnSpc>
          <a:spcPct val="100000"/>
        </a:lnSpc>
        <a:spcBef>
          <a:spcPts val="295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Open Sans"/>
          <a:ea typeface="Open Sans"/>
          <a:cs typeface="Open Sans"/>
          <a:sym typeface="Open Sans"/>
        </a:defRPr>
      </a:lvl6pPr>
      <a:lvl7pPr marL="0" marR="0" indent="685800" algn="l" defTabSz="410766" rtl="0" latinLnBrk="0">
        <a:lnSpc>
          <a:spcPct val="100000"/>
        </a:lnSpc>
        <a:spcBef>
          <a:spcPts val="295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Open Sans"/>
          <a:ea typeface="Open Sans"/>
          <a:cs typeface="Open Sans"/>
          <a:sym typeface="Open Sans"/>
        </a:defRPr>
      </a:lvl7pPr>
      <a:lvl8pPr marL="0" marR="0" indent="800100" algn="l" defTabSz="410766" rtl="0" latinLnBrk="0">
        <a:lnSpc>
          <a:spcPct val="100000"/>
        </a:lnSpc>
        <a:spcBef>
          <a:spcPts val="295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Open Sans"/>
          <a:ea typeface="Open Sans"/>
          <a:cs typeface="Open Sans"/>
          <a:sym typeface="Open Sans"/>
        </a:defRPr>
      </a:lvl8pPr>
      <a:lvl9pPr marL="0" marR="0" indent="914400" algn="l" defTabSz="410766" rtl="0" latinLnBrk="0">
        <a:lnSpc>
          <a:spcPct val="100000"/>
        </a:lnSpc>
        <a:spcBef>
          <a:spcPts val="295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ln>
            <a:noFill/>
          </a:ln>
          <a:solidFill>
            <a:srgbClr val="FFFFFF"/>
          </a:solidFill>
          <a:uFillTx/>
          <a:latin typeface="Open Sans"/>
          <a:ea typeface="Open Sans"/>
          <a:cs typeface="Open Sans"/>
          <a:sym typeface="Open Sans"/>
        </a:defRPr>
      </a:lvl9pPr>
    </p:bodyStyle>
    <p:otherStyle>
      <a:lvl1pPr marL="0" marR="0" indent="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1pPr>
      <a:lvl2pPr marL="0" marR="0" indent="1143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2pPr>
      <a:lvl3pPr marL="0" marR="0" indent="2286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3pPr>
      <a:lvl4pPr marL="0" marR="0" indent="3429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4pPr>
      <a:lvl5pPr marL="0" marR="0" indent="4572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5pPr>
      <a:lvl6pPr marL="0" marR="0" indent="5715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6pPr>
      <a:lvl7pPr marL="0" marR="0" indent="6858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7pPr>
      <a:lvl8pPr marL="0" marR="0" indent="8001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8pPr>
      <a:lvl9pPr marL="0" marR="0" indent="914400" algn="ctr" defTabSz="410766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Montserrat-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581025"/>
            <a:ext cx="10972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Header text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784351"/>
            <a:ext cx="10972800" cy="4341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Level One Text</a:t>
            </a:r>
          </a:p>
          <a:p>
            <a:pPr lvl="1"/>
            <a:r>
              <a:rPr lang="en-US" dirty="0"/>
              <a:t>Level Two Text</a:t>
            </a:r>
          </a:p>
          <a:p>
            <a:pPr lvl="2"/>
            <a:r>
              <a:rPr lang="en-US" dirty="0"/>
              <a:t>Level Three Text</a:t>
            </a:r>
          </a:p>
          <a:p>
            <a:pPr lvl="3"/>
            <a:r>
              <a:rPr lang="en-US" dirty="0"/>
              <a:t>Level Four Text</a:t>
            </a:r>
          </a:p>
          <a:p>
            <a:pPr lvl="4"/>
            <a:r>
              <a:rPr lang="en-US" dirty="0"/>
              <a:t>Level Five Text</a:t>
            </a:r>
          </a:p>
        </p:txBody>
      </p:sp>
      <p:sp>
        <p:nvSpPr>
          <p:cNvPr id="14" name="TextBox 21"/>
          <p:cNvSpPr txBox="1"/>
          <p:nvPr userDrawn="1"/>
        </p:nvSpPr>
        <p:spPr>
          <a:xfrm>
            <a:off x="11055460" y="6603267"/>
            <a:ext cx="11639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r"/>
            <a:r>
              <a:rPr lang="en-GB" sz="1200" dirty="0">
                <a:solidFill>
                  <a:schemeClr val="bg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VictorRentea.ro</a:t>
            </a:r>
            <a:endParaRPr lang="en-US" sz="1200" baseline="30000" dirty="0">
              <a:solidFill>
                <a:schemeClr val="bg2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85652" y="-270938"/>
            <a:ext cx="1557362" cy="270938"/>
          </a:xfrm>
          <a:prstGeom prst="rect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</p:pic>
      <p:sp>
        <p:nvSpPr>
          <p:cNvPr id="8" name="TextBox 21">
            <a:extLst>
              <a:ext uri="{FF2B5EF4-FFF2-40B4-BE49-F238E27FC236}">
                <a16:creationId xmlns:a16="http://schemas.microsoft.com/office/drawing/2014/main" id="{98D0C3FC-AA9F-4899-81D2-B4014C27C070}"/>
              </a:ext>
            </a:extLst>
          </p:cNvPr>
          <p:cNvSpPr txBox="1"/>
          <p:nvPr userDrawn="1"/>
        </p:nvSpPr>
        <p:spPr>
          <a:xfrm>
            <a:off x="-18288" y="6603267"/>
            <a:ext cx="3674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l"/>
            <a:fld id="{AF36E341-5E88-4DF1-833B-85F5764D22C1}" type="slidenum">
              <a:rPr lang="en-GB" sz="1200" smtClean="0">
                <a:solidFill>
                  <a:schemeClr val="bg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pPr algn="l"/>
              <a:t>‹#›</a:t>
            </a:fld>
            <a:endParaRPr lang="en-US" sz="1200" baseline="30000" dirty="0">
              <a:solidFill>
                <a:schemeClr val="bg2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53927A-E41A-428C-9278-BB3F36B4AE07}"/>
              </a:ext>
            </a:extLst>
          </p:cNvPr>
          <p:cNvSpPr txBox="1"/>
          <p:nvPr userDrawn="1"/>
        </p:nvSpPr>
        <p:spPr>
          <a:xfrm>
            <a:off x="11607800" y="19308"/>
            <a:ext cx="6078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🚀</a:t>
            </a:r>
            <a:endParaRPr lang="en-US" sz="16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029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</p:sldLayoutIdLst>
  <p:transition/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9pPr>
    </p:titleStyle>
    <p:bodyStyle>
      <a:lvl1pPr marL="192088" indent="-192088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3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463550" indent="-185738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SimSun" pitchFamily="2" charset="-122"/>
        <a:buChar char="-"/>
        <a:defRPr sz="2000">
          <a:solidFill>
            <a:schemeClr val="tx1"/>
          </a:solidFill>
          <a:latin typeface="Calibri" pitchFamily="34" charset="0"/>
          <a:cs typeface="Calibri" pitchFamily="34" charset="0"/>
        </a:defRPr>
      </a:lvl2pPr>
      <a:lvl3pPr marL="768350" indent="-193675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Calibri" pitchFamily="34" charset="0"/>
          <a:cs typeface="Calibri" pitchFamily="34" charset="0"/>
        </a:defRPr>
      </a:lvl3pPr>
      <a:lvl4pPr marL="1052513" indent="-180975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SimSun" pitchFamily="2" charset="-122"/>
        <a:buChar char="-"/>
        <a:defRPr sz="1200">
          <a:solidFill>
            <a:schemeClr val="tx1"/>
          </a:solidFill>
          <a:latin typeface="Calibri" pitchFamily="34" charset="0"/>
          <a:cs typeface="Calibri" pitchFamily="34" charset="0"/>
        </a:defRPr>
      </a:lvl4pPr>
      <a:lvl5pPr marL="1381125" indent="-146050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Calibri" pitchFamily="34" charset="0"/>
          <a:cs typeface="Calibri" pitchFamily="34" charset="0"/>
        </a:defRPr>
      </a:lvl5pPr>
      <a:lvl6pPr marL="18383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6pPr>
      <a:lvl7pPr marL="22955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7pPr>
      <a:lvl8pPr marL="27527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8pPr>
      <a:lvl9pPr marL="32099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>
            <a:extLst>
              <a:ext uri="{FF2B5EF4-FFF2-40B4-BE49-F238E27FC236}">
                <a16:creationId xmlns:a16="http://schemas.microsoft.com/office/drawing/2014/main" id="{A56063D5-3003-4E94-B410-EF5CCFAFE5E5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3494" y="6575275"/>
            <a:ext cx="1625600" cy="323850"/>
          </a:xfrm>
          <a:prstGeom prst="rect">
            <a:avLst/>
          </a:prstGeom>
          <a:ln/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0E2C488-824C-4766-8831-15B15DB6B057}" type="slidenum">
              <a:rPr lang="en-US" sz="1200" b="1" smtClean="0">
                <a:solidFill>
                  <a:schemeClr val="bg2"/>
                </a:solidFill>
                <a:latin typeface="Montserrat Medium" panose="00000600000000000000" pitchFamily="50" charset="0"/>
              </a:rPr>
              <a:pPr>
                <a:defRPr/>
              </a:pPr>
              <a:t>‹#›</a:t>
            </a:fld>
            <a:endParaRPr lang="en-US" sz="1200" b="1" dirty="0">
              <a:solidFill>
                <a:schemeClr val="bg2"/>
              </a:solidFill>
              <a:latin typeface="Montserrat Medium" panose="00000600000000000000" pitchFamily="50" charset="0"/>
            </a:endParaRPr>
          </a:p>
        </p:txBody>
      </p:sp>
      <p:pic>
        <p:nvPicPr>
          <p:cNvPr id="2" name="Picture 2" descr="Z:\Doctorat\CV+Acte\semnatura.png">
            <a:extLst>
              <a:ext uri="{FF2B5EF4-FFF2-40B4-BE49-F238E27FC236}">
                <a16:creationId xmlns:a16="http://schemas.microsoft.com/office/drawing/2014/main" id="{9128BE52-85B6-484A-A5BA-94B9982C1E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 cstate="print">
            <a:duotone>
              <a:prstClr val="black"/>
              <a:srgbClr val="D9C3A5">
                <a:tint val="50000"/>
                <a:satMod val="180000"/>
              </a:srgbClr>
            </a:duotone>
          </a:blip>
          <a:srcRect t="18000" b="31589"/>
          <a:stretch>
            <a:fillRect/>
          </a:stretch>
        </p:blipFill>
        <p:spPr bwMode="auto">
          <a:xfrm>
            <a:off x="11475744" y="92922"/>
            <a:ext cx="773853" cy="292580"/>
          </a:xfrm>
          <a:prstGeom prst="rect">
            <a:avLst/>
          </a:prstGeom>
          <a:noFill/>
        </p:spPr>
      </p:pic>
      <p:pic>
        <p:nvPicPr>
          <p:cNvPr id="3" name="Picture 2" descr="Imagini pentru twitter icon">
            <a:extLst>
              <a:ext uri="{FF2B5EF4-FFF2-40B4-BE49-F238E27FC236}">
                <a16:creationId xmlns:a16="http://schemas.microsoft.com/office/drawing/2014/main" id="{50C9FCDA-C99F-446E-A089-A83FFA98FC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 cstate="print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7466" y="6617387"/>
            <a:ext cx="195462" cy="190012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21">
            <a:extLst>
              <a:ext uri="{FF2B5EF4-FFF2-40B4-BE49-F238E27FC236}">
                <a16:creationId xmlns:a16="http://schemas.microsoft.com/office/drawing/2014/main" id="{17F60FDC-80BE-456C-9291-67E4BB772F69}"/>
              </a:ext>
            </a:extLst>
          </p:cNvPr>
          <p:cNvSpPr txBox="1"/>
          <p:nvPr userDrawn="1"/>
        </p:nvSpPr>
        <p:spPr>
          <a:xfrm>
            <a:off x="10216428" y="6557547"/>
            <a:ext cx="13322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r"/>
            <a:r>
              <a:rPr lang="en-GB" sz="1400" dirty="0">
                <a:solidFill>
                  <a:schemeClr val="bg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VictorRentea.ro</a:t>
            </a:r>
            <a:endParaRPr lang="en-US" sz="1400" baseline="30000" dirty="0">
              <a:solidFill>
                <a:schemeClr val="bg2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1C301-49AF-4F00-BEB9-D4C9EA1E2D6B}"/>
              </a:ext>
            </a:extLst>
          </p:cNvPr>
          <p:cNvSpPr txBox="1"/>
          <p:nvPr userDrawn="1"/>
        </p:nvSpPr>
        <p:spPr>
          <a:xfrm>
            <a:off x="11548716" y="-31274"/>
            <a:ext cx="641522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500" dirty="0">
                <a:solidFill>
                  <a:srgbClr val="C4B6A6"/>
                </a:solidFill>
                <a:latin typeface="Cavolini" panose="020B0502040204020203" pitchFamily="66" charset="0"/>
                <a:cs typeface="Cavolini" panose="020B0502040204020203" pitchFamily="66" charset="0"/>
              </a:rPr>
              <a:t>a training by</a:t>
            </a:r>
          </a:p>
        </p:txBody>
      </p:sp>
      <p:pic>
        <p:nvPicPr>
          <p:cNvPr id="12" name="Picture 8" descr="Imagini pentru linkedin facebook twitter icon&quot;">
            <a:extLst>
              <a:ext uri="{FF2B5EF4-FFF2-40B4-BE49-F238E27FC236}">
                <a16:creationId xmlns:a16="http://schemas.microsoft.com/office/drawing/2014/main" id="{574CF05A-59BB-495F-ACC2-2FEAB73E67F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5" t="7853" r="55048" b="66068"/>
          <a:stretch/>
        </p:blipFill>
        <p:spPr bwMode="auto">
          <a:xfrm>
            <a:off x="11901806" y="6600892"/>
            <a:ext cx="231255" cy="207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Imagini pentru linkedin facebook twitter icon&quot;">
            <a:extLst>
              <a:ext uri="{FF2B5EF4-FFF2-40B4-BE49-F238E27FC236}">
                <a16:creationId xmlns:a16="http://schemas.microsoft.com/office/drawing/2014/main" id="{74127F31-A543-42C2-B9D9-9B454AC588F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52" t="41580" r="51983" b="33579"/>
          <a:stretch/>
        </p:blipFill>
        <p:spPr bwMode="auto">
          <a:xfrm>
            <a:off x="11705648" y="6608512"/>
            <a:ext cx="231256" cy="197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542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1" r:id="rId2"/>
    <p:sldLayoutId id="2147483922" r:id="rId3"/>
    <p:sldLayoutId id="2147483923" r:id="rId4"/>
    <p:sldLayoutId id="2147483924" r:id="rId5"/>
    <p:sldLayoutId id="2147483925" r:id="rId6"/>
    <p:sldLayoutId id="2147483926" r:id="rId7"/>
    <p:sldLayoutId id="2147483927" r:id="rId8"/>
    <p:sldLayoutId id="2147483928" r:id="rId9"/>
    <p:sldLayoutId id="2147483929" r:id="rId10"/>
    <p:sldLayoutId id="2147483930" r:id="rId11"/>
    <p:sldLayoutId id="2147483931" r:id="rId12"/>
  </p:sldLayoutIdLst>
  <p:transition>
    <p:push dir="u"/>
  </p:transition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Calibri" pitchFamily="34" charset="0"/>
          <a:ea typeface="+mj-ea"/>
          <a:cs typeface="Calibri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200" b="1">
          <a:solidFill>
            <a:schemeClr val="accent1"/>
          </a:solidFill>
          <a:latin typeface="Arial" charset="0"/>
          <a:cs typeface="Arial" charset="0"/>
        </a:defRPr>
      </a:lvl9pPr>
    </p:titleStyle>
    <p:bodyStyle>
      <a:lvl1pPr marL="192088" indent="-192088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3200">
          <a:solidFill>
            <a:schemeClr val="tx1"/>
          </a:solidFill>
          <a:latin typeface="Calibri" pitchFamily="34" charset="0"/>
          <a:ea typeface="+mn-ea"/>
          <a:cs typeface="Calibri" pitchFamily="34" charset="0"/>
        </a:defRPr>
      </a:lvl1pPr>
      <a:lvl2pPr marL="463550" indent="-185738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SimSun" pitchFamily="2" charset="-122"/>
        <a:buChar char="-"/>
        <a:defRPr sz="2000">
          <a:solidFill>
            <a:schemeClr val="tx1"/>
          </a:solidFill>
          <a:latin typeface="Calibri" pitchFamily="34" charset="0"/>
          <a:cs typeface="Calibri" pitchFamily="34" charset="0"/>
        </a:defRPr>
      </a:lvl2pPr>
      <a:lvl3pPr marL="768350" indent="-193675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600">
          <a:solidFill>
            <a:schemeClr val="tx1"/>
          </a:solidFill>
          <a:latin typeface="Calibri" pitchFamily="34" charset="0"/>
          <a:cs typeface="Calibri" pitchFamily="34" charset="0"/>
        </a:defRPr>
      </a:lvl3pPr>
      <a:lvl4pPr marL="1052513" indent="-180975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SimSun" pitchFamily="2" charset="-122"/>
        <a:buChar char="-"/>
        <a:defRPr sz="1200">
          <a:solidFill>
            <a:schemeClr val="tx1"/>
          </a:solidFill>
          <a:latin typeface="Calibri" pitchFamily="34" charset="0"/>
          <a:cs typeface="Calibri" pitchFamily="34" charset="0"/>
        </a:defRPr>
      </a:lvl4pPr>
      <a:lvl5pPr marL="1381125" indent="-146050" algn="l" rtl="0" eaLnBrk="0" fontAlgn="base" hangingPunct="0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Calibri" pitchFamily="34" charset="0"/>
          <a:cs typeface="Calibri" pitchFamily="34" charset="0"/>
        </a:defRPr>
      </a:lvl5pPr>
      <a:lvl6pPr marL="18383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6pPr>
      <a:lvl7pPr marL="22955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7pPr>
      <a:lvl8pPr marL="27527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8pPr>
      <a:lvl9pPr marL="3209925" indent="-146050" algn="l" rtl="0" fontAlgn="base">
        <a:lnSpc>
          <a:spcPct val="104000"/>
        </a:lnSpc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1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microsoft.com/office/2007/relationships/hdphoto" Target="../media/hdphoto1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1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11" Type="http://schemas.openxmlformats.org/officeDocument/2006/relationships/image" Target="../media/image27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microsoft.com/office/2007/relationships/hdphoto" Target="../media/hdphoto3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tackoverflow.com/questions/137975/what-is-so-bad-about-singletons" TargetMode="External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4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technotes/guides/rmi/hello/hello-world.html" TargetMode="External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wmf"/><Relationship Id="rId5" Type="http://schemas.openxmlformats.org/officeDocument/2006/relationships/hyperlink" Target="https://www.baeldung.com/intro-to-feign" TargetMode="External"/><Relationship Id="rId4" Type="http://schemas.openxmlformats.org/officeDocument/2006/relationships/hyperlink" Target="https://www.baeldung.com/jax-ws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5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45.jpe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5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60399-01F7-4ED7-8BD9-F2E64BF29D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C2FC48-B5D1-4B56-8407-9830F67970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13" b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DA839A2F-1550-4F6A-BA35-EC2F2351E4A0}"/>
              </a:ext>
            </a:extLst>
          </p:cNvPr>
          <p:cNvSpPr txBox="1">
            <a:spLocks noChangeArrowheads="1"/>
          </p:cNvSpPr>
          <p:nvPr/>
        </p:nvSpPr>
        <p:spPr>
          <a:xfrm>
            <a:off x="664277" y="1041606"/>
            <a:ext cx="11182120" cy="1323731"/>
          </a:xfrm>
          <a:prstGeom prst="rect">
            <a:avLst/>
          </a:prstGeom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6600" kern="0">
                <a:solidFill>
                  <a:schemeClr val="bg1"/>
                </a:solidFill>
              </a:rPr>
              <a:t>Design Patterns</a:t>
            </a:r>
            <a:endParaRPr lang="en-US" sz="1200" kern="0" dirty="0">
              <a:solidFill>
                <a:schemeClr val="bg1"/>
              </a:solidFill>
            </a:endParaRP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A70847A-B13F-4F82-A0C3-E7F64269E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24037" y="5340948"/>
            <a:ext cx="4346934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  <a:latin typeface="Calibri" panose="020F0502020204030204" pitchFamily="34" charset="0"/>
                <a:cs typeface="Arial" charset="0"/>
              </a:rPr>
              <a:t>VictorRentea.ro</a:t>
            </a:r>
            <a:endParaRPr lang="en-US" sz="3200" b="1" dirty="0">
              <a:solidFill>
                <a:schemeClr val="bg1"/>
              </a:solidFill>
              <a:latin typeface="Calibri" panose="020F0502020204030204" pitchFamily="34" charset="0"/>
              <a:cs typeface="Arial" charset="0"/>
            </a:endParaRPr>
          </a:p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victor.rentea@gmail.com</a:t>
            </a:r>
          </a:p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@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victorrentea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  </a:t>
            </a:r>
          </a:p>
        </p:txBody>
      </p:sp>
      <p:pic>
        <p:nvPicPr>
          <p:cNvPr id="10" name="Picture 9" descr="Imagini pentru envelope draw">
            <a:extLst>
              <a:ext uri="{FF2B5EF4-FFF2-40B4-BE49-F238E27FC236}">
                <a16:creationId xmlns:a16="http://schemas.microsoft.com/office/drawing/2014/main" id="{BD2A86E1-EB2C-4E5D-B1D4-6A172546F9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735" y="5923225"/>
            <a:ext cx="379296" cy="379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Imagini pentru globe drawn icon">
            <a:extLst>
              <a:ext uri="{FF2B5EF4-FFF2-40B4-BE49-F238E27FC236}">
                <a16:creationId xmlns:a16="http://schemas.microsoft.com/office/drawing/2014/main" id="{385E40EA-825C-4234-8FC8-361FBEB72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7317" y="5401225"/>
            <a:ext cx="503138" cy="503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Imagine similară">
            <a:extLst>
              <a:ext uri="{FF2B5EF4-FFF2-40B4-BE49-F238E27FC236}">
                <a16:creationId xmlns:a16="http://schemas.microsoft.com/office/drawing/2014/main" id="{DEA64854-AEA0-4E28-91EE-CDBB0D0135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735" y="6373843"/>
            <a:ext cx="370302" cy="370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10">
            <a:extLst>
              <a:ext uri="{FF2B5EF4-FFF2-40B4-BE49-F238E27FC236}">
                <a16:creationId xmlns:a16="http://schemas.microsoft.com/office/drawing/2014/main" id="{71865B89-3F44-4FC4-BE89-75B03619A8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541277"/>
            <a:ext cx="2259218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defPPr>
              <a:defRPr lang="en-US"/>
            </a:defPPr>
            <a:lvl1pPr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ctr" rtl="0" fontAlgn="base">
              <a:spcBef>
                <a:spcPct val="5000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© Copyright Victor </a:t>
            </a:r>
            <a:r>
              <a:rPr kumimoji="0" lang="en-US" sz="120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Rentea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Arial" charset="0"/>
              </a:rPr>
              <a:t> 2017</a:t>
            </a:r>
          </a:p>
        </p:txBody>
      </p:sp>
      <p:pic>
        <p:nvPicPr>
          <p:cNvPr id="14" name="Picture 13" descr="Z:\Doctorat\CV+Acte\semnatura-cerc.png">
            <a:extLst>
              <a:ext uri="{FF2B5EF4-FFF2-40B4-BE49-F238E27FC236}">
                <a16:creationId xmlns:a16="http://schemas.microsoft.com/office/drawing/2014/main" id="{3A587FB5-9DA1-4150-BB13-225693562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encilSketch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17886" y="5065950"/>
            <a:ext cx="1823446" cy="175232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69039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 txBox="1">
            <a:spLocks/>
          </p:cNvSpPr>
          <p:nvPr/>
        </p:nvSpPr>
        <p:spPr>
          <a:xfrm>
            <a:off x="0" y="277425"/>
            <a:ext cx="4285486" cy="549889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numCol="1">
            <a:noAutofit/>
          </a:bodyPr>
          <a:lstStyle>
            <a:lvl1pPr marL="192088" indent="-192088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63550" indent="-185738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SimSun" pitchFamily="2" charset="-122"/>
              <a:buChar char="-"/>
              <a:defRPr sz="20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2pPr>
            <a:lvl3pPr marL="768350" indent="-193675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3pPr>
            <a:lvl4pPr marL="1052513" indent="-180975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SimSun" pitchFamily="2" charset="-122"/>
              <a:buChar char="-"/>
              <a:defRPr sz="12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4pPr>
            <a:lvl5pPr marL="1381125" indent="-146050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5pPr>
            <a:lvl6pPr marL="18383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6pPr>
            <a:lvl7pPr marL="22955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7pPr>
            <a:lvl8pPr marL="27527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8pPr>
            <a:lvl9pPr marL="32099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 defTabSz="410766">
              <a:lnSpc>
                <a:spcPct val="100000"/>
              </a:lnSpc>
              <a:spcAft>
                <a:spcPts val="0"/>
              </a:spcAft>
              <a:buClr>
                <a:srgbClr val="0065C1"/>
              </a:buClr>
              <a:buNone/>
              <a:defRPr/>
            </a:pPr>
            <a:r>
              <a:rPr lang="en-US" sz="3000" kern="0" dirty="0">
                <a:solidFill>
                  <a:srgbClr val="FFFFFF"/>
                </a:solidFill>
                <a:sym typeface="Helvetica Light"/>
              </a:rPr>
              <a:t>Hi, I'm</a:t>
            </a:r>
            <a:r>
              <a:rPr lang="en-US" sz="3000" b="1" kern="0" dirty="0">
                <a:solidFill>
                  <a:srgbClr val="FFFFFF"/>
                </a:solidFill>
                <a:sym typeface="Helvetica Light"/>
              </a:rPr>
              <a:t> Victor Rentea</a:t>
            </a:r>
            <a:endParaRPr lang="en-US" sz="1400" kern="0" dirty="0">
              <a:solidFill>
                <a:srgbClr val="FFFFFF"/>
              </a:solidFill>
              <a:latin typeface="Consolas" panose="020B0609020204030204" pitchFamily="49" charset="0"/>
              <a:sym typeface="Helvetica Light"/>
            </a:endParaRPr>
          </a:p>
        </p:txBody>
      </p:sp>
      <p:sp>
        <p:nvSpPr>
          <p:cNvPr id="18" name="Content Placeholder 1">
            <a:extLst>
              <a:ext uri="{FF2B5EF4-FFF2-40B4-BE49-F238E27FC236}">
                <a16:creationId xmlns:a16="http://schemas.microsoft.com/office/drawing/2014/main" id="{7B060034-F2D1-42E1-A6F1-D2584DB771F1}"/>
              </a:ext>
            </a:extLst>
          </p:cNvPr>
          <p:cNvSpPr txBox="1">
            <a:spLocks/>
          </p:cNvSpPr>
          <p:nvPr/>
        </p:nvSpPr>
        <p:spPr>
          <a:xfrm>
            <a:off x="922909" y="848077"/>
            <a:ext cx="10659491" cy="5209363"/>
          </a:xfrm>
          <a:prstGeom prst="rect">
            <a:avLst/>
          </a:prstGeom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txBody>
          <a:bodyPr numCol="1">
            <a:noAutofit/>
          </a:bodyPr>
          <a:lstStyle>
            <a:lvl1pPr marL="192088" indent="-192088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63550" indent="-185738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SimSun" pitchFamily="2" charset="-122"/>
              <a:buChar char="-"/>
              <a:defRPr sz="20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2pPr>
            <a:lvl3pPr marL="768350" indent="-193675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3pPr>
            <a:lvl4pPr marL="1052513" indent="-180975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SimSun" pitchFamily="2" charset="-122"/>
              <a:buChar char="-"/>
              <a:defRPr sz="12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4pPr>
            <a:lvl5pPr marL="1381125" indent="-146050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5pPr>
            <a:lvl6pPr marL="18383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6pPr>
            <a:lvl7pPr marL="22955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7pPr>
            <a:lvl8pPr marL="27527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8pPr>
            <a:lvl9pPr marL="32099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lvl="1" indent="0" defTabSz="41076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5C1"/>
              </a:buClr>
              <a:buNone/>
              <a:defRPr/>
            </a:pPr>
            <a:r>
              <a:rPr lang="en-US" sz="3000" b="1" kern="0" dirty="0">
                <a:solidFill>
                  <a:srgbClr val="FFFFFF"/>
                </a:solidFill>
                <a:sym typeface="Helvetica Light"/>
              </a:rPr>
              <a:t>Java Champion</a:t>
            </a:r>
            <a:r>
              <a:rPr lang="en-US" sz="3000" b="1" kern="0" dirty="0">
                <a:solidFill>
                  <a:srgbClr val="53585F">
                    <a:lumMod val="40000"/>
                    <a:lumOff val="60000"/>
                  </a:srgbClr>
                </a:solidFill>
                <a:sym typeface="Helvetica Light"/>
              </a:rPr>
              <a:t>, </a:t>
            </a:r>
            <a:r>
              <a:rPr lang="en-US" sz="3000" kern="0" dirty="0">
                <a:solidFill>
                  <a:srgbClr val="53585F">
                    <a:lumMod val="40000"/>
                    <a:lumOff val="60000"/>
                  </a:srgbClr>
                </a:solidFill>
                <a:sym typeface="Helvetica Light"/>
              </a:rPr>
              <a:t>enjoying          since 2006</a:t>
            </a:r>
          </a:p>
          <a:p>
            <a:pPr marL="0" lvl="1" indent="0" defTabSz="41076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5C1"/>
              </a:buClr>
              <a:buNone/>
              <a:defRPr/>
            </a:pPr>
            <a:r>
              <a:rPr lang="en-US" sz="3000" b="1" kern="0" dirty="0">
                <a:solidFill>
                  <a:srgbClr val="FFFFFF"/>
                </a:solidFill>
                <a:sym typeface="Helvetica Light"/>
              </a:rPr>
              <a:t>Trainer</a:t>
            </a:r>
            <a:r>
              <a:rPr lang="en-US" sz="3000" kern="0" dirty="0">
                <a:solidFill>
                  <a:srgbClr val="FFFFFF"/>
                </a:solidFill>
                <a:sym typeface="Helvetica Light"/>
              </a:rPr>
              <a:t> </a:t>
            </a:r>
            <a:r>
              <a:rPr lang="en-US" sz="3000" kern="0" dirty="0">
                <a:solidFill>
                  <a:srgbClr val="53585F">
                    <a:lumMod val="40000"/>
                    <a:lumOff val="60000"/>
                  </a:srgbClr>
                </a:solidFill>
                <a:sym typeface="Helvetica Light"/>
              </a:rPr>
              <a:t>– 5000+ developers of 100+ companies in 20+ countries</a:t>
            </a:r>
          </a:p>
          <a:p>
            <a:pPr marL="0" lvl="1" indent="0" defTabSz="41076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5C1"/>
              </a:buClr>
              <a:buNone/>
              <a:defRPr/>
            </a:pPr>
            <a:r>
              <a:rPr lang="en-US" sz="2200" kern="0" dirty="0">
                <a:solidFill>
                  <a:srgbClr val="53585F">
                    <a:lumMod val="40000"/>
                    <a:lumOff val="60000"/>
                  </a:srgbClr>
                </a:solidFill>
                <a:sym typeface="Helvetica Light"/>
              </a:rPr>
              <a:t>	</a:t>
            </a:r>
            <a:r>
              <a:rPr lang="en-US" sz="2200" kern="0" dirty="0">
                <a:solidFill>
                  <a:srgbClr val="FFFFFF"/>
                </a:solidFill>
                <a:sym typeface="Helvetica Light"/>
              </a:rPr>
              <a:t>Clean Code </a:t>
            </a:r>
            <a:r>
              <a:rPr lang="en-US" sz="2200" kern="0" dirty="0">
                <a:solidFill>
                  <a:srgbClr val="53585F">
                    <a:lumMod val="40000"/>
                    <a:lumOff val="60000"/>
                  </a:srgbClr>
                </a:solidFill>
                <a:sym typeface="Helvetica Light"/>
              </a:rPr>
              <a:t>&amp;</a:t>
            </a:r>
            <a:r>
              <a:rPr lang="en-US" sz="2200" kern="0" dirty="0">
                <a:solidFill>
                  <a:srgbClr val="FFFFFF"/>
                </a:solidFill>
                <a:sym typeface="Helvetica Light"/>
              </a:rPr>
              <a:t> Unit Testing </a:t>
            </a:r>
          </a:p>
          <a:p>
            <a:pPr marL="0" lvl="1" indent="0" defTabSz="41076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5C1"/>
              </a:buClr>
              <a:buNone/>
              <a:defRPr/>
            </a:pPr>
            <a:r>
              <a:rPr lang="en-US" sz="2200" kern="0" dirty="0">
                <a:solidFill>
                  <a:srgbClr val="FFFFFF"/>
                </a:solidFill>
                <a:sym typeface="Helvetica Light"/>
              </a:rPr>
              <a:t>	Spring </a:t>
            </a:r>
            <a:r>
              <a:rPr lang="en-US" sz="2200" kern="0" dirty="0">
                <a:solidFill>
                  <a:srgbClr val="53585F">
                    <a:lumMod val="40000"/>
                    <a:lumOff val="60000"/>
                  </a:srgbClr>
                </a:solidFill>
                <a:sym typeface="Helvetica Light"/>
              </a:rPr>
              <a:t>&amp;</a:t>
            </a:r>
            <a:r>
              <a:rPr lang="en-US" sz="2200" kern="0" dirty="0">
                <a:solidFill>
                  <a:srgbClr val="FFFFFF"/>
                </a:solidFill>
                <a:sym typeface="Helvetica Light"/>
              </a:rPr>
              <a:t> JPA</a:t>
            </a:r>
          </a:p>
          <a:p>
            <a:pPr marL="0" lvl="1" indent="0" defTabSz="41076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5C1"/>
              </a:buClr>
              <a:buNone/>
              <a:defRPr/>
            </a:pPr>
            <a:r>
              <a:rPr lang="en-US" sz="2200" kern="0" dirty="0">
                <a:solidFill>
                  <a:srgbClr val="FFFFFF"/>
                </a:solidFill>
                <a:sym typeface="Helvetica Light"/>
              </a:rPr>
              <a:t>	Architecture, DDD</a:t>
            </a:r>
          </a:p>
          <a:p>
            <a:pPr marL="0" lvl="1" indent="0" defTabSz="41076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5C1"/>
              </a:buClr>
              <a:buNone/>
              <a:defRPr/>
            </a:pPr>
            <a:r>
              <a:rPr lang="en-US" sz="2200" kern="0" dirty="0">
                <a:solidFill>
                  <a:srgbClr val="FFFFFF"/>
                </a:solidFill>
                <a:sym typeface="Helvetica Light"/>
              </a:rPr>
              <a:t>	Java Performance</a:t>
            </a:r>
          </a:p>
          <a:p>
            <a:pPr marL="0" lvl="1" indent="0" defTabSz="41076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5C1"/>
              </a:buClr>
              <a:buNone/>
              <a:defRPr/>
            </a:pPr>
            <a:r>
              <a:rPr lang="en-US" sz="2200" kern="0" dirty="0">
                <a:solidFill>
                  <a:srgbClr val="FFFFFF"/>
                </a:solidFill>
                <a:sym typeface="Helvetica Light"/>
              </a:rPr>
              <a:t>	Reactive Programming😱</a:t>
            </a:r>
          </a:p>
          <a:p>
            <a:pPr marL="0" lvl="1" indent="0" defTabSz="41076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5C1"/>
              </a:buClr>
              <a:buNone/>
              <a:defRPr/>
            </a:pPr>
            <a:r>
              <a:rPr lang="en-US" sz="2200" kern="0" dirty="0">
                <a:solidFill>
                  <a:srgbClr val="FFFFFF"/>
                </a:solidFill>
                <a:sym typeface="Helvetica Light"/>
              </a:rPr>
              <a:t>	Secure Coding</a:t>
            </a:r>
          </a:p>
          <a:p>
            <a:pPr marL="0" lvl="1" indent="0" defTabSz="410766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65C1"/>
              </a:buClr>
              <a:buNone/>
              <a:defRPr/>
            </a:pPr>
            <a:r>
              <a:rPr lang="en-US" sz="3000" b="1" kern="0" dirty="0">
                <a:solidFill>
                  <a:srgbClr val="FFFFFF"/>
                </a:solidFill>
                <a:sym typeface="Helvetica Light"/>
              </a:rPr>
              <a:t>Speaker</a:t>
            </a:r>
            <a:r>
              <a:rPr lang="en-US" sz="3000" kern="0" dirty="0">
                <a:solidFill>
                  <a:srgbClr val="53585F">
                    <a:lumMod val="40000"/>
                    <a:lumOff val="60000"/>
                  </a:srgbClr>
                </a:solidFill>
                <a:sym typeface="Helvetica Light"/>
              </a:rPr>
              <a:t> at Conferences &amp; Meetups</a:t>
            </a:r>
          </a:p>
        </p:txBody>
      </p:sp>
      <p:pic>
        <p:nvPicPr>
          <p:cNvPr id="1030" name="Picture 6" descr="Java Logo PNG Transparent &amp;amp; SVG Vector - Freebie Supply">
            <a:extLst>
              <a:ext uri="{FF2B5EF4-FFF2-40B4-BE49-F238E27FC236}">
                <a16:creationId xmlns:a16="http://schemas.microsoft.com/office/drawing/2014/main" id="{25B71031-ABBD-4471-B67E-240BD5C2A1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800"/>
          <a:stretch/>
        </p:blipFill>
        <p:spPr bwMode="auto">
          <a:xfrm>
            <a:off x="4635892" y="674994"/>
            <a:ext cx="1286258" cy="890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0D1C5E2-3479-488F-A12E-DA7C490BFC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6800" y="5132212"/>
            <a:ext cx="753449" cy="753449"/>
          </a:xfrm>
          <a:prstGeom prst="rect">
            <a:avLst/>
          </a:prstGeom>
        </p:spPr>
      </p:pic>
      <p:pic>
        <p:nvPicPr>
          <p:cNvPr id="1026" name="Picture 2" descr="3d Circle Png - Romania Flag Icon, Transparent Png , Transparent Png Image  - PNGitem">
            <a:extLst>
              <a:ext uri="{FF2B5EF4-FFF2-40B4-BE49-F238E27FC236}">
                <a16:creationId xmlns:a16="http://schemas.microsoft.com/office/drawing/2014/main" id="{2ED8B8BA-6B8C-4139-897A-62287C052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9254" y="251161"/>
            <a:ext cx="550547" cy="576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60345E2-3EEA-3A2E-F20E-8DD2D40397E9}"/>
              </a:ext>
            </a:extLst>
          </p:cNvPr>
          <p:cNvGrpSpPr/>
          <p:nvPr/>
        </p:nvGrpSpPr>
        <p:grpSpPr>
          <a:xfrm>
            <a:off x="7008420" y="4125817"/>
            <a:ext cx="5183580" cy="1943574"/>
            <a:chOff x="11029741" y="7562116"/>
            <a:chExt cx="10367159" cy="3887148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2DEAA1C-8E19-F313-7ADF-8B35A8CCAC92}"/>
                </a:ext>
              </a:extLst>
            </p:cNvPr>
            <p:cNvSpPr txBox="1"/>
            <p:nvPr/>
          </p:nvSpPr>
          <p:spPr>
            <a:xfrm>
              <a:off x="13111919" y="10402824"/>
              <a:ext cx="6777915" cy="10464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defTabSz="410766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1400" kern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Join at </a:t>
              </a:r>
              <a:r>
                <a:rPr lang="en-US" sz="1400" kern="0" dirty="0" err="1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victorrentea.ro</a:t>
              </a:r>
              <a:r>
                <a:rPr lang="en-US" sz="1400" kern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/community</a:t>
              </a:r>
              <a:br>
                <a:rPr lang="en-US" sz="1400" kern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</a:br>
              <a:r>
                <a:rPr lang="en-US" sz="1400" kern="0" dirty="0">
                  <a:solidFill>
                    <a:srgbClr val="FFFFFF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and enjoy 1h/month of free workshop/talk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F675E13-55BB-6415-DFD6-7CCBE8198E1B}"/>
                </a:ext>
              </a:extLst>
            </p:cNvPr>
            <p:cNvGrpSpPr/>
            <p:nvPr/>
          </p:nvGrpSpPr>
          <p:grpSpPr>
            <a:xfrm>
              <a:off x="14050339" y="7562116"/>
              <a:ext cx="5049590" cy="3350667"/>
              <a:chOff x="13930793" y="7562116"/>
              <a:chExt cx="5049590" cy="3350667"/>
            </a:xfrm>
          </p:grpSpPr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25840874-EA11-DFD8-0D2A-BBCCC26AE61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930793" y="9088191"/>
                <a:ext cx="5049590" cy="1824592"/>
              </a:xfrm>
              <a:prstGeom prst="rect">
                <a:avLst/>
              </a:prstGeom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numCol="1">
                <a:noAutofit/>
              </a:bodyPr>
              <a:lstStyle>
                <a:lvl1pPr marL="192088" indent="-192088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3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Calibri" pitchFamily="34" charset="0"/>
                  </a:defRPr>
                </a:lvl1pPr>
                <a:lvl2pPr marL="463550" indent="-185738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0000"/>
                  <a:buFont typeface="SimSun" pitchFamily="2" charset="-122"/>
                  <a:buChar char="-"/>
                  <a:defRPr sz="20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2pPr>
                <a:lvl3pPr marL="768350" indent="-193675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3pPr>
                <a:lvl4pPr marL="1052513" indent="-180975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SimSun" pitchFamily="2" charset="-122"/>
                  <a:buChar char="-"/>
                  <a:defRPr sz="12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4pPr>
                <a:lvl5pPr marL="1381125" indent="-146050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5pPr>
                <a:lvl6pPr marL="18383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2955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7527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2099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lvl="1" indent="0" algn="ctr" defTabSz="410766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65C1"/>
                  </a:buClr>
                  <a:buNone/>
                  <a:defRPr/>
                </a:pPr>
                <a:endParaRPr lang="en-US" sz="2700" kern="0" dirty="0">
                  <a:solidFill>
                    <a:srgbClr val="FFFFFF"/>
                  </a:solidFill>
                  <a:sym typeface="Helvetica Light"/>
                </a:endParaRPr>
              </a:p>
            </p:txBody>
          </p:sp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34B20C3-F4CE-38AF-861D-11F903294D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rightnessContrast bright="40000" contrast="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5383407" y="7562116"/>
                <a:ext cx="1995847" cy="2219226"/>
              </a:xfrm>
              <a:prstGeom prst="rect">
                <a:avLst/>
              </a:prstGeom>
            </p:spPr>
          </p:pic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06FE744-7870-B729-D2AC-93536F80B695}"/>
                </a:ext>
              </a:extLst>
            </p:cNvPr>
            <p:cNvSpPr txBox="1"/>
            <p:nvPr/>
          </p:nvSpPr>
          <p:spPr>
            <a:xfrm>
              <a:off x="11029741" y="9764342"/>
              <a:ext cx="10367159" cy="8617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pPr defTabSz="410766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2200" b="1" kern="0" dirty="0">
                  <a:solidFill>
                    <a:srgbClr val="EEEE7B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Software</a:t>
              </a:r>
              <a:r>
                <a:rPr lang="en-US" sz="2200" kern="0" dirty="0">
                  <a:solidFill>
                    <a:srgbClr val="EEEE7B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 </a:t>
              </a:r>
              <a:r>
                <a:rPr lang="en-US" sz="2200" b="1" kern="0" dirty="0">
                  <a:solidFill>
                    <a:srgbClr val="EEEE7B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Craftsmanship</a:t>
              </a:r>
              <a:r>
                <a:rPr lang="en-US" sz="2200" kern="0" dirty="0">
                  <a:solidFill>
                    <a:srgbClr val="EEEE7B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 Community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0E40BB4-9B7D-B14B-D842-EEB044A9F911}"/>
              </a:ext>
            </a:extLst>
          </p:cNvPr>
          <p:cNvGrpSpPr/>
          <p:nvPr/>
        </p:nvGrpSpPr>
        <p:grpSpPr>
          <a:xfrm>
            <a:off x="3748771" y="6057439"/>
            <a:ext cx="7443101" cy="800561"/>
            <a:chOff x="7142721" y="12421746"/>
            <a:chExt cx="14886202" cy="160112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22852C7-16B0-E7D8-BB67-845F3D2BE1EB}"/>
                </a:ext>
              </a:extLst>
            </p:cNvPr>
            <p:cNvGrpSpPr/>
            <p:nvPr/>
          </p:nvGrpSpPr>
          <p:grpSpPr>
            <a:xfrm>
              <a:off x="16328806" y="12650231"/>
              <a:ext cx="5700117" cy="1372637"/>
              <a:chOff x="17312544" y="12106419"/>
              <a:chExt cx="5700117" cy="1372637"/>
            </a:xfrm>
          </p:grpSpPr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27B54596-B7FB-C9A0-BB9B-5335423166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rightnessContrast contrast="4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7312544" y="12106419"/>
                <a:ext cx="1879912" cy="707280"/>
              </a:xfrm>
              <a:prstGeom prst="rect">
                <a:avLst/>
              </a:prstGeom>
            </p:spPr>
          </p:pic>
          <p:sp>
            <p:nvSpPr>
              <p:cNvPr id="34" name="Content Placeholder 1">
                <a:extLst>
                  <a:ext uri="{FF2B5EF4-FFF2-40B4-BE49-F238E27FC236}">
                    <a16:creationId xmlns:a16="http://schemas.microsoft.com/office/drawing/2014/main" id="{01D31401-F1E6-55B3-7A22-0BBF9080AD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34467" y="12106419"/>
                <a:ext cx="3778194" cy="1372637"/>
              </a:xfrm>
              <a:prstGeom prst="rect">
                <a:avLst/>
              </a:prstGeom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numCol="1">
                <a:noAutofit/>
              </a:bodyPr>
              <a:lstStyle>
                <a:lvl1pPr marL="192088" indent="-192088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3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Calibri" pitchFamily="34" charset="0"/>
                  </a:defRPr>
                </a:lvl1pPr>
                <a:lvl2pPr marL="463550" indent="-185738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0000"/>
                  <a:buFont typeface="SimSun" pitchFamily="2" charset="-122"/>
                  <a:buChar char="-"/>
                  <a:defRPr sz="20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2pPr>
                <a:lvl3pPr marL="768350" indent="-193675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3pPr>
                <a:lvl4pPr marL="1052513" indent="-180975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SimSun" pitchFamily="2" charset="-122"/>
                  <a:buChar char="-"/>
                  <a:defRPr sz="12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4pPr>
                <a:lvl5pPr marL="1381125" indent="-146050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5pPr>
                <a:lvl6pPr marL="18383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2955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7527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2099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lvl="1" indent="0" algn="ctr" defTabSz="410766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65C1"/>
                  </a:buClr>
                  <a:buNone/>
                  <a:defRPr/>
                </a:pPr>
                <a:r>
                  <a:rPr lang="en-US" sz="2200" b="1" kern="0" dirty="0">
                    <a:solidFill>
                      <a:srgbClr val="DCDEE0">
                        <a:lumMod val="90000"/>
                      </a:srgbClr>
                    </a:solidFill>
                    <a:sym typeface="Helvetica Light"/>
                  </a:rPr>
                  <a:t>@victorrentea</a:t>
                </a:r>
                <a:endParaRPr lang="en-US" sz="2200" kern="0" dirty="0">
                  <a:solidFill>
                    <a:srgbClr val="DCDEE0">
                      <a:lumMod val="90000"/>
                    </a:srgbClr>
                  </a:solidFill>
                  <a:sym typeface="Helvetica Light"/>
                </a:endParaRPr>
              </a:p>
            </p:txBody>
          </p:sp>
        </p:grpSp>
        <p:sp>
          <p:nvSpPr>
            <p:cNvPr id="35" name="Content Placeholder 1">
              <a:extLst>
                <a:ext uri="{FF2B5EF4-FFF2-40B4-BE49-F238E27FC236}">
                  <a16:creationId xmlns:a16="http://schemas.microsoft.com/office/drawing/2014/main" id="{7FDEC219-14F8-853D-8385-32F17437AD71}"/>
                </a:ext>
              </a:extLst>
            </p:cNvPr>
            <p:cNvSpPr txBox="1">
              <a:spLocks/>
            </p:cNvSpPr>
            <p:nvPr/>
          </p:nvSpPr>
          <p:spPr>
            <a:xfrm>
              <a:off x="7142721" y="12421746"/>
              <a:ext cx="8651952" cy="1372637"/>
            </a:xfrm>
            <a:prstGeom prst="rect">
              <a:avLst/>
            </a:prstGeom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txBody>
            <a:bodyPr numCol="1">
              <a:noAutofit/>
            </a:bodyPr>
            <a:lstStyle>
              <a:lvl1pPr marL="192088" indent="-192088" algn="l" rtl="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 sz="3200">
                  <a:solidFill>
                    <a:schemeClr val="tx1"/>
                  </a:solidFill>
                  <a:latin typeface="Calibri" pitchFamily="34" charset="0"/>
                  <a:ea typeface="+mn-ea"/>
                  <a:cs typeface="Calibri" pitchFamily="34" charset="0"/>
                </a:defRPr>
              </a:lvl1pPr>
              <a:lvl2pPr marL="463550" indent="-185738" algn="l" rtl="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  <a:buFont typeface="SimSun" pitchFamily="2" charset="-122"/>
                <a:buChar char="-"/>
                <a:defRPr sz="200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defRPr>
              </a:lvl2pPr>
              <a:lvl3pPr marL="768350" indent="-193675" algn="l" rtl="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 sz="160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defRPr>
              </a:lvl3pPr>
              <a:lvl4pPr marL="1052513" indent="-180975" algn="l" rtl="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SimSun" pitchFamily="2" charset="-122"/>
                <a:buChar char="-"/>
                <a:defRPr sz="120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defRPr>
              </a:lvl4pPr>
              <a:lvl5pPr marL="1381125" indent="-146050" algn="l" rtl="0" eaLnBrk="0" fontAlgn="base" hangingPunct="0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 sz="1000">
                  <a:solidFill>
                    <a:schemeClr val="tx1"/>
                  </a:solidFill>
                  <a:latin typeface="Calibri" pitchFamily="34" charset="0"/>
                  <a:cs typeface="Calibri" pitchFamily="34" charset="0"/>
                </a:defRPr>
              </a:lvl5pPr>
              <a:lvl6pPr marL="1838325" indent="-146050" algn="l" rtl="0" fontAlgn="base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 sz="1000">
                  <a:solidFill>
                    <a:schemeClr val="tx1"/>
                  </a:solidFill>
                  <a:latin typeface="+mn-lt"/>
                  <a:cs typeface="+mn-cs"/>
                </a:defRPr>
              </a:lvl6pPr>
              <a:lvl7pPr marL="2295525" indent="-146050" algn="l" rtl="0" fontAlgn="base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 sz="1000">
                  <a:solidFill>
                    <a:schemeClr val="tx1"/>
                  </a:solidFill>
                  <a:latin typeface="+mn-lt"/>
                  <a:cs typeface="+mn-cs"/>
                </a:defRPr>
              </a:lvl7pPr>
              <a:lvl8pPr marL="2752725" indent="-146050" algn="l" rtl="0" fontAlgn="base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 sz="1000">
                  <a:solidFill>
                    <a:schemeClr val="tx1"/>
                  </a:solidFill>
                  <a:latin typeface="+mn-lt"/>
                  <a:cs typeface="+mn-cs"/>
                </a:defRPr>
              </a:lvl8pPr>
              <a:lvl9pPr marL="3209925" indent="-146050" algn="l" rtl="0" fontAlgn="base">
                <a:lnSpc>
                  <a:spcPct val="104000"/>
                </a:lnSpc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Font typeface="Wingdings" pitchFamily="2" charset="2"/>
                <a:buChar char="§"/>
                <a:defRPr sz="1000">
                  <a:solidFill>
                    <a:schemeClr val="tx1"/>
                  </a:solidFill>
                  <a:latin typeface="+mn-lt"/>
                  <a:cs typeface="+mn-cs"/>
                </a:defRPr>
              </a:lvl9pPr>
            </a:lstStyle>
            <a:p>
              <a:pPr marL="0" lvl="1" indent="0" algn="ctr" defTabSz="410766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65C1"/>
                </a:buClr>
                <a:buNone/>
                <a:defRPr/>
              </a:pPr>
              <a:r>
                <a:rPr lang="en-US" sz="3000" b="1" kern="0" dirty="0">
                  <a:solidFill>
                    <a:srgbClr val="FFFFFF"/>
                  </a:solidFill>
                  <a:latin typeface="Berlin Sans FB Demi" panose="020E0802020502020306" pitchFamily="34" charset="0"/>
                  <a:sym typeface="Helvetica Light"/>
                </a:rPr>
                <a:t>VictorRentea.ro</a:t>
              </a:r>
              <a:endParaRPr lang="en-US" sz="3000" kern="0" dirty="0">
                <a:solidFill>
                  <a:srgbClr val="FFFFFF"/>
                </a:solidFill>
                <a:latin typeface="Berlin Sans FB Demi" panose="020E0802020502020306" pitchFamily="34" charset="0"/>
                <a:sym typeface="Helvetica Light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655558BB-7E47-ED15-3631-FFD9F45CA423}"/>
              </a:ext>
            </a:extLst>
          </p:cNvPr>
          <p:cNvSpPr txBox="1"/>
          <p:nvPr/>
        </p:nvSpPr>
        <p:spPr>
          <a:xfrm>
            <a:off x="10002845" y="-802581"/>
            <a:ext cx="72200" cy="45685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defTabSz="410766" fontAlgn="auto" hangingPunct="0">
              <a:spcBef>
                <a:spcPts val="0"/>
              </a:spcBef>
              <a:spcAft>
                <a:spcPts val="0"/>
              </a:spcAft>
            </a:pPr>
            <a:endParaRPr lang="en-US" sz="2500" kern="0" dirty="0">
              <a:solidFill>
                <a:srgbClr val="FFFFFF"/>
              </a:solidFill>
              <a:latin typeface="Helvetica Light"/>
              <a:ea typeface="Helvetica Light"/>
              <a:cs typeface="Helvetica Light"/>
              <a:sym typeface="Helvetica Light"/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98EEF92-5210-C674-429D-BC4647D05C95}"/>
              </a:ext>
            </a:extLst>
          </p:cNvPr>
          <p:cNvGrpSpPr/>
          <p:nvPr/>
        </p:nvGrpSpPr>
        <p:grpSpPr>
          <a:xfrm>
            <a:off x="8232554" y="2684733"/>
            <a:ext cx="3022866" cy="1411720"/>
            <a:chOff x="16482376" y="306782"/>
            <a:chExt cx="6045732" cy="282344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72584C3-4EAE-9299-D1A7-91150C08BC3F}"/>
                </a:ext>
              </a:extLst>
            </p:cNvPr>
            <p:cNvGrpSpPr/>
            <p:nvPr/>
          </p:nvGrpSpPr>
          <p:grpSpPr>
            <a:xfrm>
              <a:off x="16482376" y="306782"/>
              <a:ext cx="6045732" cy="2482864"/>
              <a:chOff x="7653702" y="9554679"/>
              <a:chExt cx="6045732" cy="2482864"/>
            </a:xfrm>
          </p:grpSpPr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5E02752A-E023-8167-19B0-4B323A444C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duotone>
                  <a:prstClr val="black"/>
                  <a:srgbClr val="FFFF00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>
                <a:off x="9566954" y="9818317"/>
                <a:ext cx="2219228" cy="2219226"/>
              </a:xfrm>
              <a:prstGeom prst="rect">
                <a:avLst/>
              </a:prstGeom>
            </p:spPr>
          </p:pic>
          <p:sp>
            <p:nvSpPr>
              <p:cNvPr id="16" name="Content Placeholder 1">
                <a:extLst>
                  <a:ext uri="{FF2B5EF4-FFF2-40B4-BE49-F238E27FC236}">
                    <a16:creationId xmlns:a16="http://schemas.microsoft.com/office/drawing/2014/main" id="{A067D7A7-3A00-F578-6592-DC5FE25C679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53702" y="9554679"/>
                <a:ext cx="6045732" cy="1372637"/>
              </a:xfrm>
              <a:prstGeom prst="rect">
                <a:avLst/>
              </a:prstGeom>
              <a:effectLst>
                <a:outerShdw blurRad="50800" dist="635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numCol="1">
                <a:noAutofit/>
              </a:bodyPr>
              <a:lstStyle>
                <a:lvl1pPr marL="192088" indent="-192088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3200">
                    <a:solidFill>
                      <a:schemeClr val="tx1"/>
                    </a:solidFill>
                    <a:latin typeface="Calibri" pitchFamily="34" charset="0"/>
                    <a:ea typeface="+mn-ea"/>
                    <a:cs typeface="Calibri" pitchFamily="34" charset="0"/>
                  </a:defRPr>
                </a:lvl1pPr>
                <a:lvl2pPr marL="463550" indent="-185738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0000"/>
                  <a:buFont typeface="SimSun" pitchFamily="2" charset="-122"/>
                  <a:buChar char="-"/>
                  <a:defRPr sz="20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2pPr>
                <a:lvl3pPr marL="768350" indent="-193675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6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3pPr>
                <a:lvl4pPr marL="1052513" indent="-180975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SimSun" pitchFamily="2" charset="-122"/>
                  <a:buChar char="-"/>
                  <a:defRPr sz="12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4pPr>
                <a:lvl5pPr marL="1381125" indent="-146050" algn="l" rtl="0" eaLnBrk="0" fontAlgn="base" hangingPunct="0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Calibri" pitchFamily="34" charset="0"/>
                    <a:cs typeface="Calibri" pitchFamily="34" charset="0"/>
                  </a:defRPr>
                </a:lvl5pPr>
                <a:lvl6pPr marL="18383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6pPr>
                <a:lvl7pPr marL="22955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7pPr>
                <a:lvl8pPr marL="27527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8pPr>
                <a:lvl9pPr marL="3209925" indent="-146050" algn="l" rtl="0" fontAlgn="base">
                  <a:lnSpc>
                    <a:spcPct val="104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Font typeface="Wingdings" pitchFamily="2" charset="2"/>
                  <a:buChar char="§"/>
                  <a:defRPr sz="1000">
                    <a:solidFill>
                      <a:schemeClr val="tx1"/>
                    </a:solidFill>
                    <a:latin typeface="+mn-lt"/>
                    <a:cs typeface="+mn-cs"/>
                  </a:defRPr>
                </a:lvl9pPr>
              </a:lstStyle>
              <a:p>
                <a:pPr marL="0" lvl="1" indent="0" algn="ctr" defTabSz="410766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65C1"/>
                  </a:buClr>
                  <a:buNone/>
                  <a:defRPr/>
                </a:pPr>
                <a:r>
                  <a:rPr lang="en-US" b="1" kern="0" dirty="0">
                    <a:solidFill>
                      <a:srgbClr val="FFFF6B"/>
                    </a:solidFill>
                    <a:sym typeface="Helvetica Light"/>
                  </a:rPr>
                  <a:t>YouTube Channel</a:t>
                </a:r>
                <a:endParaRPr lang="en-US" kern="0" dirty="0">
                  <a:solidFill>
                    <a:srgbClr val="FFFF6B"/>
                  </a:solidFill>
                  <a:sym typeface="Helvetica Light"/>
                </a:endParaRPr>
              </a:p>
            </p:txBody>
          </p:sp>
        </p:grpSp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DF734DC0-105B-1116-ED1A-A096476C9B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9902836">
              <a:off x="20141411" y="2072527"/>
              <a:ext cx="812158" cy="1057695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DDEB85E-6CCB-5692-8DA5-972DA0D82B4F}"/>
              </a:ext>
            </a:extLst>
          </p:cNvPr>
          <p:cNvGrpSpPr/>
          <p:nvPr/>
        </p:nvGrpSpPr>
        <p:grpSpPr>
          <a:xfrm>
            <a:off x="4582398" y="2381577"/>
            <a:ext cx="2033861" cy="2914324"/>
            <a:chOff x="9482025" y="4763154"/>
            <a:chExt cx="4067721" cy="5828647"/>
          </a:xfrm>
        </p:grpSpPr>
        <p:sp>
          <p:nvSpPr>
            <p:cNvPr id="13" name="Right Bracket 12">
              <a:extLst>
                <a:ext uri="{FF2B5EF4-FFF2-40B4-BE49-F238E27FC236}">
                  <a16:creationId xmlns:a16="http://schemas.microsoft.com/office/drawing/2014/main" id="{1065E5F6-4890-E40B-CE31-058BFCFC727C}"/>
                </a:ext>
              </a:extLst>
            </p:cNvPr>
            <p:cNvSpPr/>
            <p:nvPr/>
          </p:nvSpPr>
          <p:spPr>
            <a:xfrm>
              <a:off x="9482025" y="4763154"/>
              <a:ext cx="457273" cy="5828647"/>
            </a:xfrm>
            <a:prstGeom prst="rightBracket">
              <a:avLst>
                <a:gd name="adj" fmla="val 57178"/>
              </a:avLst>
            </a:prstGeom>
            <a:noFill/>
            <a:ln w="38100" cap="flat">
              <a:solidFill>
                <a:srgbClr val="FFFFFF"/>
              </a:solidFill>
              <a:prstDash val="solid"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20" tIns="22860" rIns="45720" bIns="22860" numCol="1" spcCol="38100" rtlCol="0" anchor="t">
              <a:noAutofit/>
            </a:bodyPr>
            <a:lstStyle/>
            <a:p>
              <a:pPr algn="l" defTabSz="457200" fontAlgn="auto" latinLnBrk="1" hangingPunct="0">
                <a:spcBef>
                  <a:spcPts val="0"/>
                </a:spcBef>
                <a:spcAft>
                  <a:spcPts val="0"/>
                </a:spcAft>
              </a:pPr>
              <a:endParaRPr lang="en-US" sz="900" kern="0" dirty="0">
                <a:solidFill>
                  <a:srgbClr val="000000"/>
                </a:solidFill>
                <a:latin typeface="Helvetica Light"/>
                <a:sym typeface="Helvetica Light"/>
              </a:endParaRPr>
            </a:p>
          </p:txBody>
        </p:sp>
        <p:sp>
          <p:nvSpPr>
            <p:cNvPr id="10" name="Rounded Rectangular Callout 9">
              <a:extLst>
                <a:ext uri="{FF2B5EF4-FFF2-40B4-BE49-F238E27FC236}">
                  <a16:creationId xmlns:a16="http://schemas.microsoft.com/office/drawing/2014/main" id="{ED933611-893F-E2A4-3AD4-83E52B1F9C6D}"/>
                </a:ext>
              </a:extLst>
            </p:cNvPr>
            <p:cNvSpPr/>
            <p:nvPr/>
          </p:nvSpPr>
          <p:spPr>
            <a:xfrm>
              <a:off x="9640003" y="6398280"/>
              <a:ext cx="3909743" cy="2407044"/>
            </a:xfrm>
            <a:prstGeom prst="wedgeRoundRectCallout">
              <a:avLst>
                <a:gd name="adj1" fmla="val 20319"/>
                <a:gd name="adj2" fmla="val -12000"/>
                <a:gd name="adj3" fmla="val 16667"/>
              </a:avLst>
            </a:prstGeom>
            <a:solidFill>
              <a:schemeClr val="bg1"/>
            </a:solidFill>
            <a:ln w="38100" cap="flat">
              <a:solidFill>
                <a:srgbClr val="FFFF6B"/>
              </a:solidFill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35719" tIns="35719" rIns="35719" bIns="35719" numCol="1" spcCol="38100" rtlCol="0" anchor="ctr">
              <a:spAutoFit/>
            </a:bodyPr>
            <a:lstStyle/>
            <a:p>
              <a:pPr algn="l" defTabSz="410766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2200" kern="0" dirty="0">
                  <a:solidFill>
                    <a:srgbClr val="FFFF6B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- </a:t>
              </a:r>
              <a:r>
                <a:rPr lang="en-US" sz="2200" b="1" kern="0" dirty="0">
                  <a:solidFill>
                    <a:srgbClr val="FFFF6B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in-house</a:t>
              </a:r>
            </a:p>
            <a:p>
              <a:pPr algn="l" defTabSz="410766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2200" kern="0" dirty="0">
                  <a:solidFill>
                    <a:srgbClr val="FFFF6B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- mixed groups</a:t>
              </a:r>
            </a:p>
            <a:p>
              <a:pPr algn="l" defTabSz="410766" fontAlgn="auto" hangingPunct="0">
                <a:spcBef>
                  <a:spcPts val="0"/>
                </a:spcBef>
                <a:spcAft>
                  <a:spcPts val="0"/>
                </a:spcAft>
              </a:pPr>
              <a:r>
                <a:rPr lang="en-US" sz="2200" kern="0" dirty="0">
                  <a:solidFill>
                    <a:srgbClr val="FFFF6B"/>
                  </a:solidFill>
                  <a:latin typeface="Calibri" panose="020F0502020204030204" pitchFamily="34" charset="0"/>
                  <a:cs typeface="Calibri" panose="020F0502020204030204" pitchFamily="34" charset="0"/>
                  <a:sym typeface="Helvetica Light"/>
                </a:rPr>
                <a:t>- video classes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61078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24DA682-1A38-4D4D-A88B-99DB846A0B2E}"/>
              </a:ext>
            </a:extLst>
          </p:cNvPr>
          <p:cNvSpPr txBox="1"/>
          <p:nvPr/>
        </p:nvSpPr>
        <p:spPr>
          <a:xfrm>
            <a:off x="2489151" y="2578001"/>
            <a:ext cx="721370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latin typeface="Modern Love" panose="04090805081005020601" pitchFamily="82" charset="0"/>
                <a:cs typeface="Calibri" pitchFamily="34" charset="0"/>
              </a:rPr>
              <a:t>Singleton</a:t>
            </a:r>
          </a:p>
          <a:p>
            <a:r>
              <a:rPr lang="en-US" sz="4400" dirty="0">
                <a:latin typeface="Modern Love" panose="04090805081005020601" pitchFamily="82" charset="0"/>
                <a:cs typeface="Calibri" pitchFamily="34" charset="0"/>
              </a:rPr>
              <a:t>+other container lifecycles</a:t>
            </a:r>
          </a:p>
        </p:txBody>
      </p:sp>
    </p:spTree>
    <p:extLst>
      <p:ext uri="{BB962C8B-B14F-4D97-AF65-F5344CB8AC3E}">
        <p14:creationId xmlns:p14="http://schemas.microsoft.com/office/powerpoint/2010/main" val="624489480"/>
      </p:ext>
    </p:extLst>
  </p:cSld>
  <p:clrMapOvr>
    <a:masterClrMapping/>
  </p:clrMapOvr>
  <p:transition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7FAD7E8-6EB5-36FF-31AD-09BF469BDB48}"/>
              </a:ext>
            </a:extLst>
          </p:cNvPr>
          <p:cNvSpPr txBox="1"/>
          <p:nvPr/>
        </p:nvSpPr>
        <p:spPr>
          <a:xfrm>
            <a:off x="4073833" y="-1607737"/>
            <a:ext cx="8020144" cy="64479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1300" dirty="0">
                <a:solidFill>
                  <a:schemeClr val="bg2">
                    <a:lumMod val="20000"/>
                    <a:lumOff val="80000"/>
                  </a:schemeClr>
                </a:solidFill>
                <a:latin typeface="EraserDust" panose="020C0804040000000001" pitchFamily="34" charset="0"/>
                <a:cs typeface="Calibri" pitchFamily="34" charset="0"/>
              </a:rPr>
              <a:t>new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C948A6-E456-CEE8-FEC4-A187D71E01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80337"/>
            <a:ext cx="11059236" cy="5786176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Class </a:t>
            </a:r>
            <a:r>
              <a:rPr lang="en-US" sz="2000" b="1" dirty="0"/>
              <a:t>A</a:t>
            </a:r>
            <a:r>
              <a:rPr lang="en-US" sz="2000" dirty="0"/>
              <a:t> needs an instance of class </a:t>
            </a:r>
            <a:r>
              <a:rPr lang="en-US" sz="2000" b="1" dirty="0"/>
              <a:t>X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(therefore X has internal state)</a:t>
            </a:r>
          </a:p>
          <a:p>
            <a:r>
              <a:rPr lang="en-US" sz="2000" dirty="0"/>
              <a:t>What's wrong with </a:t>
            </a:r>
            <a:r>
              <a:rPr lang="en-US" sz="2000" b="1" dirty="0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000" dirty="0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X(...)</a:t>
            </a:r>
            <a:r>
              <a:rPr lang="en-US" sz="2000" dirty="0"/>
              <a:t>?</a:t>
            </a:r>
          </a:p>
          <a:p>
            <a:pPr lvl="1"/>
            <a:r>
              <a:rPr lang="en-US" dirty="0"/>
              <a:t>Not polymorphic: </a:t>
            </a:r>
            <a:r>
              <a:rPr lang="en-US" b="1" dirty="0">
                <a:solidFill>
                  <a:srgbClr val="FF0000"/>
                </a:solidFill>
              </a:rPr>
              <a:t>unable to proxy X</a:t>
            </a:r>
            <a:r>
              <a:rPr lang="en-US" dirty="0"/>
              <a:t>; </a:t>
            </a:r>
            <a:r>
              <a:rPr lang="en-US" b="1" dirty="0">
                <a:solidFill>
                  <a:srgbClr val="FF0000"/>
                </a:solidFill>
              </a:rPr>
              <a:t>unable to mock X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while unit-testing A</a:t>
            </a:r>
          </a:p>
          <a:p>
            <a:pPr lvl="1"/>
            <a:r>
              <a:rPr lang="en-US" b="1" dirty="0"/>
              <a:t>Creating X might grow </a:t>
            </a:r>
            <a:r>
              <a:rPr lang="en-US" b="1" dirty="0">
                <a:solidFill>
                  <a:srgbClr val="FF0000"/>
                </a:solidFill>
              </a:rPr>
              <a:t>complex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new X(</a:t>
            </a:r>
            <a:r>
              <a:rPr lang="en-US" u="sng" dirty="0">
                <a:latin typeface="Consolas" panose="020B0609020204030204" pitchFamily="49" charset="0"/>
                <a:cs typeface="Consolas" panose="020B0609020204030204" pitchFamily="49" charset="0"/>
              </a:rPr>
              <a:t>new XA(</a:t>
            </a:r>
            <a:r>
              <a:rPr lang="en-US" u="dbl" dirty="0">
                <a:latin typeface="Consolas" panose="020B0609020204030204" pitchFamily="49" charset="0"/>
                <a:cs typeface="Consolas" panose="020B0609020204030204" pitchFamily="49" charset="0"/>
              </a:rPr>
              <a:t>new Foo(...)</a:t>
            </a:r>
            <a:r>
              <a:rPr lang="en-US" u="sng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, new XB(...)) </a:t>
            </a:r>
          </a:p>
          <a:p>
            <a:pPr lvl="1"/>
            <a:r>
              <a:rPr lang="en-US" dirty="0"/>
              <a:t>Unable to </a:t>
            </a:r>
            <a:r>
              <a:rPr lang="en-US" b="1" dirty="0">
                <a:solidFill>
                  <a:srgbClr val="FF0000"/>
                </a:solidFill>
              </a:rPr>
              <a:t>control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# of instances</a:t>
            </a:r>
            <a:r>
              <a:rPr lang="en-US" dirty="0"/>
              <a:t>. Alternatives:</a:t>
            </a:r>
          </a:p>
          <a:p>
            <a:pPr lvl="2"/>
            <a:r>
              <a:rPr lang="en-US" sz="2000" dirty="0"/>
              <a:t>pooling (=reuse for performance): DB Connection Pool, thread pool</a:t>
            </a:r>
          </a:p>
          <a:p>
            <a:pPr lvl="2"/>
            <a:r>
              <a:rPr lang="en-US" sz="2000" dirty="0"/>
              <a:t>multi-ton (=1 instance / key):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LoggerFactory.</a:t>
            </a:r>
            <a:r>
              <a:rPr lang="en-US" sz="2000" i="1" dirty="0" err="1">
                <a:latin typeface="Consolas" panose="020B0609020204030204" pitchFamily="49" charset="0"/>
                <a:cs typeface="Consolas" panose="020B0609020204030204" pitchFamily="49" charset="0"/>
              </a:rPr>
              <a:t>getLogger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(...)</a:t>
            </a:r>
            <a:r>
              <a:rPr lang="en-US" sz="2000" dirty="0"/>
              <a:t>, 1 </a:t>
            </a:r>
            <a:r>
              <a:rPr lang="en-US" sz="2000" dirty="0" err="1"/>
              <a:t>DataSource</a:t>
            </a:r>
            <a:r>
              <a:rPr lang="en-US" sz="2000" dirty="0"/>
              <a:t> / tenant</a:t>
            </a:r>
          </a:p>
          <a:p>
            <a:pPr lvl="2"/>
            <a:r>
              <a:rPr lang="en-US" sz="2000" dirty="0"/>
              <a:t>singleton</a:t>
            </a:r>
          </a:p>
          <a:p>
            <a:r>
              <a:rPr lang="en-US" sz="2000" b="1" dirty="0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static</a:t>
            </a:r>
            <a:r>
              <a:rPr lang="en-US" sz="2000" dirty="0"/>
              <a:t> methods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X x =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X.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getInstance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  <a:r>
              <a:rPr lang="en-US" dirty="0"/>
              <a:t>= the singleton </a:t>
            </a:r>
            <a:r>
              <a:rPr lang="en-US" i="1" dirty="0"/>
              <a:t>idiom</a:t>
            </a:r>
            <a:r>
              <a:rPr lang="en-US" dirty="0"/>
              <a:t> 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sym typeface="Wingdings" pitchFamily="2" charset="2"/>
              </a:rPr>
              <a:t> next slide</a:t>
            </a:r>
            <a:endParaRPr lang="en-US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lvl="2"/>
            <a:r>
              <a:rPr lang="en-US" sz="2000" b="1" dirty="0"/>
              <a:t>Not polymorphic</a:t>
            </a:r>
            <a:r>
              <a:rPr lang="en-US" sz="2000" dirty="0"/>
              <a:t>: no proxies, hard to mock</a:t>
            </a:r>
          </a:p>
          <a:p>
            <a:pPr lvl="2"/>
            <a:r>
              <a:rPr lang="en-US" sz="2000" b="1" dirty="0"/>
              <a:t>Multi-threading + order of </a:t>
            </a:r>
            <a:r>
              <a:rPr lang="en-US" sz="2000" b="1" dirty="0" err="1"/>
              <a:t>init</a:t>
            </a:r>
            <a:r>
              <a:rPr lang="en-US" sz="2000" b="1" dirty="0"/>
              <a:t> = 😨</a:t>
            </a:r>
            <a:endParaRPr lang="en-US" sz="3200" b="1" dirty="0"/>
          </a:p>
          <a:p>
            <a:pPr lvl="1"/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ServiceLocator.</a:t>
            </a:r>
            <a:r>
              <a:rPr lang="en-US" i="1" dirty="0" err="1">
                <a:latin typeface="Consolas" panose="020B0609020204030204" pitchFamily="49" charset="0"/>
                <a:cs typeface="Consolas" panose="020B0609020204030204" pitchFamily="49" charset="0"/>
              </a:rPr>
              <a:t>getService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X.class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dirty="0"/>
              <a:t> = a central registry managing instances </a:t>
            </a:r>
            <a:r>
              <a:rPr lang="en-US" dirty="0">
                <a:solidFill>
                  <a:schemeClr val="bg2">
                    <a:lumMod val="40000"/>
                    <a:lumOff val="60000"/>
                  </a:schemeClr>
                </a:solidFill>
                <a:sym typeface="Wingdings" pitchFamily="2" charset="2"/>
              </a:rPr>
              <a:t></a:t>
            </a:r>
            <a:endParaRPr lang="en-US" dirty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r>
              <a:rPr lang="en-US" sz="2000" b="1" dirty="0">
                <a:highlight>
                  <a:srgbClr val="CCFFCC"/>
                </a:highlight>
              </a:rPr>
              <a:t>DI framework </a:t>
            </a:r>
            <a:r>
              <a:rPr lang="en-US" sz="2000" b="1" dirty="0"/>
              <a:t>❤️</a:t>
            </a:r>
            <a:r>
              <a:rPr lang="en-US" sz="2000" dirty="0"/>
              <a:t> injecting in fields / constructor of A (</a:t>
            </a:r>
            <a:r>
              <a:rPr lang="en-US" sz="2000" dirty="0" err="1"/>
              <a:t>eg</a:t>
            </a:r>
            <a:r>
              <a:rPr lang="en-US" sz="2000" dirty="0"/>
              <a:t>: Spring, </a:t>
            </a:r>
            <a:r>
              <a:rPr lang="en-US" sz="2000" dirty="0" err="1"/>
              <a:t>Guice</a:t>
            </a:r>
            <a:r>
              <a:rPr lang="en-US" sz="2000" dirty="0"/>
              <a:t>, ..)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>
                <a:solidFill>
                  <a:schemeClr val="bg2">
                    <a:lumMod val="60000"/>
                    <a:lumOff val="40000"/>
                  </a:schemeClr>
                </a:solidFill>
                <a:sym typeface="Wingdings" pitchFamily="2" charset="2"/>
              </a:rPr>
              <a:t></a:t>
            </a:r>
            <a:endParaRPr lang="en-US" sz="20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en-US" dirty="0"/>
              <a:t>Easy to inject a Proxy or a Mock of X</a:t>
            </a:r>
          </a:p>
          <a:p>
            <a:pPr lvl="1"/>
            <a:r>
              <a:rPr lang="en-US" dirty="0"/>
              <a:t>Singleton </a:t>
            </a:r>
            <a:r>
              <a:rPr lang="en-US" i="1" dirty="0"/>
              <a:t>lifecycle</a:t>
            </a:r>
            <a:r>
              <a:rPr lang="en-US" dirty="0"/>
              <a:t> </a:t>
            </a:r>
            <a:r>
              <a:rPr lang="en-US" dirty="0">
                <a:sym typeface="Wingdings" pitchFamily="2" charset="2"/>
              </a:rPr>
              <a:t> stateless = ⚠️ fields should NOT keep user state in web APIs </a:t>
            </a:r>
            <a:r>
              <a:rPr lang="en-US" dirty="0">
                <a:solidFill>
                  <a:schemeClr val="bg2">
                    <a:lumMod val="60000"/>
                    <a:lumOff val="40000"/>
                  </a:schemeClr>
                </a:solidFill>
                <a:sym typeface="Wingdings" pitchFamily="2" charset="2"/>
              </a:rPr>
              <a:t>(for other scopes?)</a:t>
            </a:r>
            <a:endParaRPr lang="en-US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76528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62CABA9-AB2C-4430-B126-7DA21E741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7930" y="1653101"/>
            <a:ext cx="8396140" cy="4876800"/>
          </a:xfrm>
        </p:spPr>
        <p:txBody>
          <a:bodyPr/>
          <a:lstStyle/>
          <a:p>
            <a:r>
              <a:rPr lang="en-US" dirty="0"/>
              <a:t>Takes care of </a:t>
            </a:r>
            <a:r>
              <a:rPr lang="en-US" b="1" dirty="0"/>
              <a:t>lifecycle management</a:t>
            </a:r>
            <a:r>
              <a:rPr lang="en-US" dirty="0"/>
              <a:t> for you</a:t>
            </a:r>
          </a:p>
          <a:p>
            <a:pPr lvl="2"/>
            <a:endParaRPr lang="en-US" dirty="0"/>
          </a:p>
          <a:p>
            <a:r>
              <a:rPr lang="en-US" dirty="0"/>
              <a:t>Less effort to </a:t>
            </a:r>
            <a:r>
              <a:rPr lang="en-US" b="1" dirty="0"/>
              <a:t>break</a:t>
            </a:r>
            <a:r>
              <a:rPr lang="en-US" dirty="0"/>
              <a:t> </a:t>
            </a:r>
            <a:r>
              <a:rPr lang="en-US" b="1" dirty="0"/>
              <a:t>classes</a:t>
            </a:r>
          </a:p>
          <a:p>
            <a:pPr lvl="2"/>
            <a:endParaRPr lang="en-US" dirty="0"/>
          </a:p>
          <a:p>
            <a:r>
              <a:rPr lang="en-US" dirty="0"/>
              <a:t>Easier to decouple code in </a:t>
            </a:r>
            <a:r>
              <a:rPr lang="en-US" b="1" dirty="0"/>
              <a:t>testing</a:t>
            </a:r>
          </a:p>
          <a:p>
            <a:pPr lvl="2"/>
            <a:endParaRPr lang="en-US" dirty="0"/>
          </a:p>
          <a:p>
            <a:r>
              <a:rPr lang="en-US" b="1" dirty="0"/>
              <a:t>Proxies</a:t>
            </a:r>
            <a:r>
              <a:rPr lang="en-US" dirty="0"/>
              <a:t> can be transparently injected</a:t>
            </a:r>
          </a:p>
          <a:p>
            <a:pPr lvl="2"/>
            <a:endParaRPr lang="en-US" dirty="0"/>
          </a:p>
          <a:p>
            <a:r>
              <a:rPr lang="en-US" dirty="0"/>
              <a:t>Framework calls you = </a:t>
            </a:r>
            <a:r>
              <a:rPr lang="en-US" b="1" dirty="0"/>
              <a:t>Inversion of Control </a:t>
            </a:r>
            <a:r>
              <a:rPr lang="en-US" dirty="0"/>
              <a:t>(IoC)</a:t>
            </a:r>
          </a:p>
          <a:p>
            <a:pPr lvl="1"/>
            <a:r>
              <a:rPr lang="en-US" dirty="0"/>
              <a:t>@</a:t>
            </a:r>
            <a:r>
              <a:rPr lang="en-US" dirty="0" err="1"/>
              <a:t>GetMapping</a:t>
            </a:r>
            <a:r>
              <a:rPr lang="en-US" dirty="0"/>
              <a:t>, @</a:t>
            </a:r>
            <a:r>
              <a:rPr lang="en-US" dirty="0" err="1"/>
              <a:t>EventListener</a:t>
            </a:r>
            <a:r>
              <a:rPr lang="en-US" dirty="0"/>
              <a:t>, @</a:t>
            </a:r>
            <a:r>
              <a:rPr lang="en-US" dirty="0" err="1"/>
              <a:t>MessageListener</a:t>
            </a:r>
            <a:r>
              <a:rPr lang="en-US" dirty="0"/>
              <a:t>, @Scheduled, ...</a:t>
            </a:r>
          </a:p>
          <a:p>
            <a:pPr lvl="1"/>
            <a:r>
              <a:rPr lang="en-US" dirty="0"/>
              <a:t>The Hollywood principle: "Don't call us, we'll call you."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AD26E4-C0A9-4B2D-9636-75DFC8945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0245"/>
            <a:ext cx="10972800" cy="613568"/>
          </a:xfrm>
        </p:spPr>
        <p:txBody>
          <a:bodyPr/>
          <a:lstStyle/>
          <a:p>
            <a:r>
              <a:rPr lang="en-US" dirty="0"/>
              <a:t>Dependency Injection Rocks! 🤘</a:t>
            </a:r>
          </a:p>
        </p:txBody>
      </p:sp>
    </p:spTree>
    <p:extLst>
      <p:ext uri="{BB962C8B-B14F-4D97-AF65-F5344CB8AC3E}">
        <p14:creationId xmlns:p14="http://schemas.microsoft.com/office/powerpoint/2010/main" val="1894811420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5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Content Placeholder 27">
            <a:extLst>
              <a:ext uri="{FF2B5EF4-FFF2-40B4-BE49-F238E27FC236}">
                <a16:creationId xmlns:a16="http://schemas.microsoft.com/office/drawing/2014/main" id="{6DEC02E3-B77A-4919-A64B-6736AA140463}"/>
              </a:ext>
            </a:extLst>
          </p:cNvPr>
          <p:cNvSpPr txBox="1">
            <a:spLocks/>
          </p:cNvSpPr>
          <p:nvPr/>
        </p:nvSpPr>
        <p:spPr>
          <a:xfrm>
            <a:off x="283377" y="1208245"/>
            <a:ext cx="5911787" cy="3195623"/>
          </a:xfrm>
          <a:prstGeom prst="rect">
            <a:avLst/>
          </a:prstGeom>
        </p:spPr>
        <p:txBody>
          <a:bodyPr/>
          <a:lstStyle>
            <a:lvl1pPr marL="192088" indent="-192088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63550" indent="-185738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SimSun" pitchFamily="2" charset="-122"/>
              <a:buChar char="-"/>
              <a:defRPr sz="20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2pPr>
            <a:lvl3pPr marL="768350" indent="-193675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3pPr>
            <a:lvl4pPr marL="1052513" indent="-180975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SimSun" pitchFamily="2" charset="-122"/>
              <a:buChar char="-"/>
              <a:defRPr sz="12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4pPr>
            <a:lvl5pPr marL="1381125" indent="-146050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5pPr>
            <a:lvl6pPr marL="18383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6pPr>
            <a:lvl7pPr marL="22955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7pPr>
            <a:lvl8pPr marL="27527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8pPr>
            <a:lvl9pPr marL="32099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600" b="1" kern="0" dirty="0"/>
              <a:t>Problems</a:t>
            </a:r>
            <a:endParaRPr lang="en-US" sz="3600" b="1" kern="0" dirty="0">
              <a:solidFill>
                <a:srgbClr val="FF0000"/>
              </a:solidFill>
            </a:endParaRPr>
          </a:p>
          <a:p>
            <a:pPr lvl="1"/>
            <a:r>
              <a:rPr lang="en-US" sz="2800" kern="0" dirty="0"/>
              <a:t>Idio</a:t>
            </a:r>
            <a:r>
              <a:rPr lang="en-US" sz="2800" kern="0" dirty="0">
                <a:solidFill>
                  <a:schemeClr val="bg1">
                    <a:lumMod val="65000"/>
                  </a:schemeClr>
                </a:solidFill>
              </a:rPr>
              <a:t>ma</a:t>
            </a:r>
            <a:r>
              <a:rPr lang="en-US" sz="2800" kern="0" dirty="0"/>
              <a:t>tic code</a:t>
            </a:r>
          </a:p>
          <a:p>
            <a:pPr lvl="4"/>
            <a:endParaRPr lang="en-US" sz="1200" kern="0" dirty="0"/>
          </a:p>
          <a:p>
            <a:pPr lvl="1"/>
            <a:r>
              <a:rPr lang="en-US" sz="2800" kern="0" dirty="0"/>
              <a:t>Uncontrolled dependency in Prod</a:t>
            </a:r>
          </a:p>
          <a:p>
            <a:pPr lvl="5"/>
            <a:endParaRPr lang="en-US" sz="1200" kern="0" dirty="0"/>
          </a:p>
          <a:p>
            <a:pPr lvl="1"/>
            <a:r>
              <a:rPr lang="en-US" sz="2800" kern="0" dirty="0"/>
              <a:t>Concurrent call of </a:t>
            </a:r>
            <a:r>
              <a:rPr lang="en-US" sz="2800" kern="0" dirty="0" err="1"/>
              <a:t>getInstance</a:t>
            </a:r>
            <a:r>
              <a:rPr lang="en-US" sz="2800" kern="0" dirty="0"/>
              <a:t>() 😱</a:t>
            </a:r>
          </a:p>
          <a:p>
            <a:pPr lvl="5"/>
            <a:endParaRPr lang="en-US" sz="1200" kern="0" dirty="0"/>
          </a:p>
          <a:p>
            <a:pPr lvl="1"/>
            <a:r>
              <a:rPr lang="en-US" sz="2800" kern="0" dirty="0"/>
              <a:t>Difficult to decouple</a:t>
            </a:r>
            <a:r>
              <a:rPr lang="ro-RO" sz="2800" kern="0" dirty="0"/>
              <a:t> in </a:t>
            </a:r>
            <a:r>
              <a:rPr lang="en-US" sz="2800" kern="0" dirty="0"/>
              <a:t>T</a:t>
            </a:r>
            <a:r>
              <a:rPr lang="ro-RO" sz="2800" kern="0" dirty="0" err="1"/>
              <a:t>ests</a:t>
            </a:r>
            <a:r>
              <a:rPr lang="en-US" sz="2800" kern="0" dirty="0"/>
              <a:t>:</a:t>
            </a:r>
          </a:p>
          <a:p>
            <a:pPr lvl="1"/>
            <a:endParaRPr lang="en-US" sz="2800" kern="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078736" y="68301"/>
            <a:ext cx="8034528" cy="958499"/>
          </a:xfrm>
        </p:spPr>
        <p:txBody>
          <a:bodyPr/>
          <a:lstStyle/>
          <a:p>
            <a:r>
              <a:rPr lang="en-US" sz="6000" dirty="0"/>
              <a:t>"Classic" Singleton</a:t>
            </a:r>
            <a:endParaRPr lang="nl-BE" sz="6000" baseline="30000" dirty="0"/>
          </a:p>
        </p:txBody>
      </p:sp>
      <p:pic>
        <p:nvPicPr>
          <p:cNvPr id="3075" name="Picture 3" descr="C:\Users\u359401\AppData\Local\Microsoft\Windows\Temporary Internet Files\Content.IE5\II67PKEH\MC900431534[1]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rot="2700000">
            <a:off x="392586" y="4341788"/>
            <a:ext cx="475029" cy="505652"/>
          </a:xfrm>
          <a:prstGeom prst="rect">
            <a:avLst/>
          </a:prstGeom>
          <a:noFill/>
        </p:spPr>
      </p:pic>
      <p:sp>
        <p:nvSpPr>
          <p:cNvPr id="9" name="Rectangle 8"/>
          <p:cNvSpPr/>
          <p:nvPr/>
        </p:nvSpPr>
        <p:spPr bwMode="auto">
          <a:xfrm>
            <a:off x="6318315" y="1217343"/>
            <a:ext cx="5661649" cy="543235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108000" tIns="72000" rIns="72000" bIns="72000" numCol="1" rtlCol="0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ts val="600"/>
              </a:spcBef>
            </a:pPr>
            <a:r>
              <a:rPr lang="nl-BE" sz="20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public</a:t>
            </a:r>
            <a:r>
              <a:rPr lang="nl-BE" sz="2000" b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b="1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class</a:t>
            </a:r>
            <a:r>
              <a:rPr lang="nl-BE" sz="2000" b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Singleton {</a:t>
            </a:r>
          </a:p>
          <a:p>
            <a:pPr algn="l">
              <a:spcBef>
                <a:spcPts val="600"/>
              </a:spcBef>
            </a:pPr>
            <a:r>
              <a:rPr lang="nl-BE" sz="20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  private</a:t>
            </a:r>
            <a:r>
              <a:rPr lang="nl-BE" sz="2000" b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static</a:t>
            </a:r>
            <a:r>
              <a:rPr lang="nl-BE" sz="2000" b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Singleton </a:t>
            </a:r>
            <a:r>
              <a:rPr lang="nl-BE" sz="2000" i="1" dirty="0">
                <a:solidFill>
                  <a:srgbClr val="0000C0"/>
                </a:solidFill>
                <a:latin typeface="Consolas" pitchFamily="49" charset="0"/>
                <a:cs typeface="Consolas" pitchFamily="49" charset="0"/>
              </a:rPr>
              <a:t>INSTANCE</a:t>
            </a:r>
            <a:r>
              <a:rPr lang="nl-BE" sz="2000" i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algn="l">
              <a:spcBef>
                <a:spcPts val="600"/>
              </a:spcBef>
            </a:pPr>
            <a:r>
              <a:rPr lang="nl-BE" sz="20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  private</a:t>
            </a:r>
            <a:r>
              <a:rPr lang="nl-BE" sz="2000" b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Singleton() { </a:t>
            </a:r>
          </a:p>
          <a:p>
            <a:pPr algn="l">
              <a:spcBef>
                <a:spcPts val="600"/>
              </a:spcBef>
            </a:pP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nl-BE" sz="2000" dirty="0">
                <a:solidFill>
                  <a:schemeClr val="accent5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config 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= loadConfig(); </a:t>
            </a:r>
            <a:r>
              <a:rPr lang="nl-BE" sz="2000" dirty="0">
                <a:solidFill>
                  <a:srgbClr val="00A400"/>
                </a:solidFill>
                <a:latin typeface="Consolas" pitchFamily="49" charset="0"/>
                <a:cs typeface="Consolas" pitchFamily="49" charset="0"/>
              </a:rPr>
              <a:t>/*300 ms*/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</a:p>
          <a:p>
            <a:pPr algn="l">
              <a:spcBef>
                <a:spcPts val="600"/>
              </a:spcBef>
            </a:pP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algn="l">
              <a:spcBef>
                <a:spcPts val="600"/>
              </a:spcBef>
            </a:pPr>
            <a:r>
              <a:rPr lang="nl-BE" sz="2000" b="1" spc="-70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  public</a:t>
            </a:r>
            <a:r>
              <a:rPr lang="nl-BE" sz="2000" b="1" spc="-7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b="1" spc="-70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static</a:t>
            </a:r>
            <a:r>
              <a:rPr lang="nl-BE" sz="2000" b="1" spc="-7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spc="-7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Singleton </a:t>
            </a:r>
            <a:r>
              <a:rPr lang="nl-BE" sz="2000" i="1" spc="-7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getInstance</a:t>
            </a:r>
            <a:r>
              <a:rPr lang="nl-BE" sz="2000" spc="-7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() {</a:t>
            </a:r>
          </a:p>
          <a:p>
            <a:pPr algn="l">
              <a:spcBef>
                <a:spcPts val="600"/>
              </a:spcBef>
            </a:pPr>
            <a:r>
              <a:rPr lang="nl-BE" sz="20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nl-BE" sz="2000" b="1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nl-BE" sz="2000" b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nl-BE" sz="2000" i="1" dirty="0">
                <a:solidFill>
                  <a:srgbClr val="0000C0"/>
                </a:solidFill>
                <a:latin typeface="Consolas" pitchFamily="49" charset="0"/>
                <a:cs typeface="Consolas" pitchFamily="49" charset="0"/>
              </a:rPr>
              <a:t>INSTANCE</a:t>
            </a:r>
            <a:r>
              <a:rPr lang="nl-BE" sz="2000" i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==</a:t>
            </a:r>
            <a:r>
              <a:rPr lang="nl-BE" sz="2000" b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b="1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null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) {</a:t>
            </a:r>
          </a:p>
          <a:p>
            <a:pPr algn="l">
              <a:spcBef>
                <a:spcPts val="600"/>
              </a:spcBef>
            </a:pPr>
            <a:r>
              <a:rPr lang="nl-BE" sz="2000" i="1" dirty="0">
                <a:solidFill>
                  <a:srgbClr val="0000C0"/>
                </a:solidFill>
                <a:latin typeface="Consolas" pitchFamily="49" charset="0"/>
                <a:cs typeface="Consolas" pitchFamily="49" charset="0"/>
              </a:rPr>
              <a:t>      INSTANCE</a:t>
            </a:r>
            <a:r>
              <a:rPr lang="nl-BE" sz="2000" i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= </a:t>
            </a:r>
            <a:r>
              <a:rPr lang="nl-BE" sz="2000" b="1" dirty="0" err="1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new</a:t>
            </a:r>
            <a:r>
              <a:rPr lang="nl-BE" sz="2000" b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Singleton();</a:t>
            </a:r>
          </a:p>
          <a:p>
            <a:pPr algn="l">
              <a:spcBef>
                <a:spcPts val="600"/>
              </a:spcBef>
            </a:pP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}</a:t>
            </a:r>
          </a:p>
          <a:p>
            <a:pPr algn="l">
              <a:spcBef>
                <a:spcPts val="600"/>
              </a:spcBef>
            </a:pPr>
            <a:r>
              <a:rPr lang="nl-BE" sz="20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    return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000" i="1" dirty="0">
                <a:solidFill>
                  <a:srgbClr val="0000C0"/>
                </a:solidFill>
                <a:latin typeface="Consolas" pitchFamily="49" charset="0"/>
                <a:cs typeface="Consolas" pitchFamily="49" charset="0"/>
              </a:rPr>
              <a:t>INSTANCE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algn="l">
              <a:spcBef>
                <a:spcPts val="600"/>
              </a:spcBef>
            </a:pP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algn="l">
              <a:spcBef>
                <a:spcPts val="600"/>
              </a:spcBef>
            </a:pP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nl-BE" sz="20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private 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Config </a:t>
            </a:r>
            <a:r>
              <a:rPr lang="nl-BE" sz="2000" dirty="0">
                <a:solidFill>
                  <a:schemeClr val="accent5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config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; </a:t>
            </a:r>
          </a:p>
          <a:p>
            <a:pPr algn="l">
              <a:spcBef>
                <a:spcPts val="600"/>
              </a:spcBef>
            </a:pP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algn="l">
              <a:spcBef>
                <a:spcPts val="600"/>
              </a:spcBef>
            </a:pP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12" name="Freeform 11"/>
          <p:cNvSpPr/>
          <p:nvPr/>
        </p:nvSpPr>
        <p:spPr bwMode="auto">
          <a:xfrm>
            <a:off x="7598296" y="1466236"/>
            <a:ext cx="1204272" cy="604482"/>
          </a:xfrm>
          <a:custGeom>
            <a:avLst/>
            <a:gdLst>
              <a:gd name="connsiteX0" fmla="*/ 345017 w 912284"/>
              <a:gd name="connsiteY0" fmla="*/ 190500 h 702733"/>
              <a:gd name="connsiteX1" fmla="*/ 891117 w 912284"/>
              <a:gd name="connsiteY1" fmla="*/ 368300 h 702733"/>
              <a:gd name="connsiteX2" fmla="*/ 472017 w 912284"/>
              <a:gd name="connsiteY2" fmla="*/ 698500 h 702733"/>
              <a:gd name="connsiteX3" fmla="*/ 14817 w 912284"/>
              <a:gd name="connsiteY3" fmla="*/ 342900 h 702733"/>
              <a:gd name="connsiteX4" fmla="*/ 383117 w 912284"/>
              <a:gd name="connsiteY4" fmla="*/ 0 h 702733"/>
              <a:gd name="connsiteX0" fmla="*/ 474557 w 891540"/>
              <a:gd name="connsiteY0" fmla="*/ 205740 h 702733"/>
              <a:gd name="connsiteX1" fmla="*/ 891117 w 891540"/>
              <a:gd name="connsiteY1" fmla="*/ 368300 h 702733"/>
              <a:gd name="connsiteX2" fmla="*/ 472017 w 891540"/>
              <a:gd name="connsiteY2" fmla="*/ 698500 h 702733"/>
              <a:gd name="connsiteX3" fmla="*/ 14817 w 891540"/>
              <a:gd name="connsiteY3" fmla="*/ 342900 h 702733"/>
              <a:gd name="connsiteX4" fmla="*/ 383117 w 891540"/>
              <a:gd name="connsiteY4" fmla="*/ 0 h 702733"/>
              <a:gd name="connsiteX0" fmla="*/ 474557 w 891540"/>
              <a:gd name="connsiteY0" fmla="*/ 205740 h 702733"/>
              <a:gd name="connsiteX1" fmla="*/ 891117 w 891540"/>
              <a:gd name="connsiteY1" fmla="*/ 368300 h 702733"/>
              <a:gd name="connsiteX2" fmla="*/ 472017 w 891540"/>
              <a:gd name="connsiteY2" fmla="*/ 698500 h 702733"/>
              <a:gd name="connsiteX3" fmla="*/ 14817 w 891540"/>
              <a:gd name="connsiteY3" fmla="*/ 342900 h 702733"/>
              <a:gd name="connsiteX4" fmla="*/ 383117 w 891540"/>
              <a:gd name="connsiteY4" fmla="*/ 0 h 702733"/>
              <a:gd name="connsiteX0" fmla="*/ 474557 w 898314"/>
              <a:gd name="connsiteY0" fmla="*/ 205740 h 702733"/>
              <a:gd name="connsiteX1" fmla="*/ 891117 w 898314"/>
              <a:gd name="connsiteY1" fmla="*/ 368300 h 702733"/>
              <a:gd name="connsiteX2" fmla="*/ 472017 w 898314"/>
              <a:gd name="connsiteY2" fmla="*/ 698500 h 702733"/>
              <a:gd name="connsiteX3" fmla="*/ 14817 w 898314"/>
              <a:gd name="connsiteY3" fmla="*/ 342900 h 702733"/>
              <a:gd name="connsiteX4" fmla="*/ 383117 w 898314"/>
              <a:gd name="connsiteY4" fmla="*/ 0 h 702733"/>
              <a:gd name="connsiteX0" fmla="*/ 474557 w 898314"/>
              <a:gd name="connsiteY0" fmla="*/ 205740 h 710353"/>
              <a:gd name="connsiteX1" fmla="*/ 891117 w 898314"/>
              <a:gd name="connsiteY1" fmla="*/ 414020 h 710353"/>
              <a:gd name="connsiteX2" fmla="*/ 472017 w 898314"/>
              <a:gd name="connsiteY2" fmla="*/ 698500 h 710353"/>
              <a:gd name="connsiteX3" fmla="*/ 14817 w 898314"/>
              <a:gd name="connsiteY3" fmla="*/ 342900 h 710353"/>
              <a:gd name="connsiteX4" fmla="*/ 383117 w 898314"/>
              <a:gd name="connsiteY4" fmla="*/ 0 h 710353"/>
              <a:gd name="connsiteX0" fmla="*/ 460163 w 883920"/>
              <a:gd name="connsiteY0" fmla="*/ 205740 h 710353"/>
              <a:gd name="connsiteX1" fmla="*/ 876723 w 883920"/>
              <a:gd name="connsiteY1" fmla="*/ 414020 h 710353"/>
              <a:gd name="connsiteX2" fmla="*/ 457623 w 883920"/>
              <a:gd name="connsiteY2" fmla="*/ 698500 h 710353"/>
              <a:gd name="connsiteX3" fmla="*/ 423 w 883920"/>
              <a:gd name="connsiteY3" fmla="*/ 342900 h 710353"/>
              <a:gd name="connsiteX4" fmla="*/ 368723 w 883920"/>
              <a:gd name="connsiteY4" fmla="*/ 0 h 710353"/>
              <a:gd name="connsiteX0" fmla="*/ 460163 w 883920"/>
              <a:gd name="connsiteY0" fmla="*/ 205740 h 698923"/>
              <a:gd name="connsiteX1" fmla="*/ 876723 w 883920"/>
              <a:gd name="connsiteY1" fmla="*/ 414020 h 698923"/>
              <a:gd name="connsiteX2" fmla="*/ 457623 w 883920"/>
              <a:gd name="connsiteY2" fmla="*/ 698500 h 698923"/>
              <a:gd name="connsiteX3" fmla="*/ 423 w 883920"/>
              <a:gd name="connsiteY3" fmla="*/ 411480 h 698923"/>
              <a:gd name="connsiteX4" fmla="*/ 368723 w 883920"/>
              <a:gd name="connsiteY4" fmla="*/ 0 h 698923"/>
              <a:gd name="connsiteX0" fmla="*/ 466513 w 890270"/>
              <a:gd name="connsiteY0" fmla="*/ 167640 h 660823"/>
              <a:gd name="connsiteX1" fmla="*/ 883073 w 890270"/>
              <a:gd name="connsiteY1" fmla="*/ 375920 h 660823"/>
              <a:gd name="connsiteX2" fmla="*/ 463973 w 890270"/>
              <a:gd name="connsiteY2" fmla="*/ 660400 h 660823"/>
              <a:gd name="connsiteX3" fmla="*/ 6773 w 890270"/>
              <a:gd name="connsiteY3" fmla="*/ 373380 h 660823"/>
              <a:gd name="connsiteX4" fmla="*/ 504613 w 890270"/>
              <a:gd name="connsiteY4" fmla="*/ 0 h 660823"/>
              <a:gd name="connsiteX0" fmla="*/ 466513 w 890270"/>
              <a:gd name="connsiteY0" fmla="*/ 167640 h 660823"/>
              <a:gd name="connsiteX1" fmla="*/ 883073 w 890270"/>
              <a:gd name="connsiteY1" fmla="*/ 375920 h 660823"/>
              <a:gd name="connsiteX2" fmla="*/ 463973 w 890270"/>
              <a:gd name="connsiteY2" fmla="*/ 660400 h 660823"/>
              <a:gd name="connsiteX3" fmla="*/ 6773 w 890270"/>
              <a:gd name="connsiteY3" fmla="*/ 373380 h 660823"/>
              <a:gd name="connsiteX4" fmla="*/ 504613 w 890270"/>
              <a:gd name="connsiteY4" fmla="*/ 0 h 660823"/>
              <a:gd name="connsiteX0" fmla="*/ 329353 w 905510"/>
              <a:gd name="connsiteY0" fmla="*/ 144780 h 660823"/>
              <a:gd name="connsiteX1" fmla="*/ 883073 w 905510"/>
              <a:gd name="connsiteY1" fmla="*/ 375920 h 660823"/>
              <a:gd name="connsiteX2" fmla="*/ 463973 w 905510"/>
              <a:gd name="connsiteY2" fmla="*/ 660400 h 660823"/>
              <a:gd name="connsiteX3" fmla="*/ 6773 w 905510"/>
              <a:gd name="connsiteY3" fmla="*/ 373380 h 660823"/>
              <a:gd name="connsiteX4" fmla="*/ 504613 w 905510"/>
              <a:gd name="connsiteY4" fmla="*/ 0 h 660823"/>
              <a:gd name="connsiteX0" fmla="*/ 329353 w 905510"/>
              <a:gd name="connsiteY0" fmla="*/ 144780 h 660823"/>
              <a:gd name="connsiteX1" fmla="*/ 883073 w 905510"/>
              <a:gd name="connsiteY1" fmla="*/ 375920 h 660823"/>
              <a:gd name="connsiteX2" fmla="*/ 463973 w 905510"/>
              <a:gd name="connsiteY2" fmla="*/ 660400 h 660823"/>
              <a:gd name="connsiteX3" fmla="*/ 6773 w 905510"/>
              <a:gd name="connsiteY3" fmla="*/ 373380 h 660823"/>
              <a:gd name="connsiteX4" fmla="*/ 504613 w 905510"/>
              <a:gd name="connsiteY4" fmla="*/ 0 h 660823"/>
              <a:gd name="connsiteX0" fmla="*/ 331893 w 905510"/>
              <a:gd name="connsiteY0" fmla="*/ 144780 h 554143"/>
              <a:gd name="connsiteX1" fmla="*/ 885613 w 905510"/>
              <a:gd name="connsiteY1" fmla="*/ 375920 h 554143"/>
              <a:gd name="connsiteX2" fmla="*/ 451273 w 905510"/>
              <a:gd name="connsiteY2" fmla="*/ 553720 h 554143"/>
              <a:gd name="connsiteX3" fmla="*/ 9313 w 905510"/>
              <a:gd name="connsiteY3" fmla="*/ 373380 h 554143"/>
              <a:gd name="connsiteX4" fmla="*/ 507153 w 905510"/>
              <a:gd name="connsiteY4" fmla="*/ 0 h 554143"/>
              <a:gd name="connsiteX0" fmla="*/ 331893 w 905510"/>
              <a:gd name="connsiteY0" fmla="*/ 144780 h 554143"/>
              <a:gd name="connsiteX1" fmla="*/ 885613 w 905510"/>
              <a:gd name="connsiteY1" fmla="*/ 375920 h 554143"/>
              <a:gd name="connsiteX2" fmla="*/ 451273 w 905510"/>
              <a:gd name="connsiteY2" fmla="*/ 553720 h 554143"/>
              <a:gd name="connsiteX3" fmla="*/ 9313 w 905510"/>
              <a:gd name="connsiteY3" fmla="*/ 373380 h 554143"/>
              <a:gd name="connsiteX4" fmla="*/ 507153 w 905510"/>
              <a:gd name="connsiteY4" fmla="*/ 0 h 554143"/>
              <a:gd name="connsiteX0" fmla="*/ 333163 w 905510"/>
              <a:gd name="connsiteY0" fmla="*/ 144780 h 607483"/>
              <a:gd name="connsiteX1" fmla="*/ 886883 w 905510"/>
              <a:gd name="connsiteY1" fmla="*/ 375920 h 607483"/>
              <a:gd name="connsiteX2" fmla="*/ 444923 w 905510"/>
              <a:gd name="connsiteY2" fmla="*/ 607060 h 607483"/>
              <a:gd name="connsiteX3" fmla="*/ 10583 w 905510"/>
              <a:gd name="connsiteY3" fmla="*/ 373380 h 607483"/>
              <a:gd name="connsiteX4" fmla="*/ 508423 w 905510"/>
              <a:gd name="connsiteY4" fmla="*/ 0 h 607483"/>
              <a:gd name="connsiteX0" fmla="*/ 333163 w 890270"/>
              <a:gd name="connsiteY0" fmla="*/ 144780 h 607483"/>
              <a:gd name="connsiteX1" fmla="*/ 886883 w 890270"/>
              <a:gd name="connsiteY1" fmla="*/ 375920 h 607483"/>
              <a:gd name="connsiteX2" fmla="*/ 444923 w 890270"/>
              <a:gd name="connsiteY2" fmla="*/ 607060 h 607483"/>
              <a:gd name="connsiteX3" fmla="*/ 10583 w 890270"/>
              <a:gd name="connsiteY3" fmla="*/ 373380 h 607483"/>
              <a:gd name="connsiteX4" fmla="*/ 508423 w 890270"/>
              <a:gd name="connsiteY4" fmla="*/ 0 h 60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270" h="607483">
                <a:moveTo>
                  <a:pt x="333163" y="144780"/>
                </a:moveTo>
                <a:cubicBezTo>
                  <a:pt x="869949" y="23706"/>
                  <a:pt x="883496" y="283633"/>
                  <a:pt x="886883" y="375920"/>
                </a:cubicBezTo>
                <a:cubicBezTo>
                  <a:pt x="890270" y="468207"/>
                  <a:pt x="743373" y="607483"/>
                  <a:pt x="444923" y="607060"/>
                </a:cubicBezTo>
                <a:cubicBezTo>
                  <a:pt x="146473" y="606637"/>
                  <a:pt x="0" y="474557"/>
                  <a:pt x="10583" y="373380"/>
                </a:cubicBezTo>
                <a:cubicBezTo>
                  <a:pt x="21166" y="272203"/>
                  <a:pt x="111124" y="75141"/>
                  <a:pt x="508423" y="0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nl-BE" sz="2000"/>
          </a:p>
        </p:txBody>
      </p:sp>
      <p:sp>
        <p:nvSpPr>
          <p:cNvPr id="14" name="Freeform 13"/>
          <p:cNvSpPr/>
          <p:nvPr/>
        </p:nvSpPr>
        <p:spPr bwMode="auto">
          <a:xfrm>
            <a:off x="7487200" y="3077808"/>
            <a:ext cx="1080886" cy="463410"/>
          </a:xfrm>
          <a:custGeom>
            <a:avLst/>
            <a:gdLst>
              <a:gd name="connsiteX0" fmla="*/ 345017 w 912284"/>
              <a:gd name="connsiteY0" fmla="*/ 190500 h 702733"/>
              <a:gd name="connsiteX1" fmla="*/ 891117 w 912284"/>
              <a:gd name="connsiteY1" fmla="*/ 368300 h 702733"/>
              <a:gd name="connsiteX2" fmla="*/ 472017 w 912284"/>
              <a:gd name="connsiteY2" fmla="*/ 698500 h 702733"/>
              <a:gd name="connsiteX3" fmla="*/ 14817 w 912284"/>
              <a:gd name="connsiteY3" fmla="*/ 342900 h 702733"/>
              <a:gd name="connsiteX4" fmla="*/ 383117 w 912284"/>
              <a:gd name="connsiteY4" fmla="*/ 0 h 702733"/>
              <a:gd name="connsiteX0" fmla="*/ 474557 w 891540"/>
              <a:gd name="connsiteY0" fmla="*/ 205740 h 702733"/>
              <a:gd name="connsiteX1" fmla="*/ 891117 w 891540"/>
              <a:gd name="connsiteY1" fmla="*/ 368300 h 702733"/>
              <a:gd name="connsiteX2" fmla="*/ 472017 w 891540"/>
              <a:gd name="connsiteY2" fmla="*/ 698500 h 702733"/>
              <a:gd name="connsiteX3" fmla="*/ 14817 w 891540"/>
              <a:gd name="connsiteY3" fmla="*/ 342900 h 702733"/>
              <a:gd name="connsiteX4" fmla="*/ 383117 w 891540"/>
              <a:gd name="connsiteY4" fmla="*/ 0 h 702733"/>
              <a:gd name="connsiteX0" fmla="*/ 474557 w 891540"/>
              <a:gd name="connsiteY0" fmla="*/ 205740 h 702733"/>
              <a:gd name="connsiteX1" fmla="*/ 891117 w 891540"/>
              <a:gd name="connsiteY1" fmla="*/ 368300 h 702733"/>
              <a:gd name="connsiteX2" fmla="*/ 472017 w 891540"/>
              <a:gd name="connsiteY2" fmla="*/ 698500 h 702733"/>
              <a:gd name="connsiteX3" fmla="*/ 14817 w 891540"/>
              <a:gd name="connsiteY3" fmla="*/ 342900 h 702733"/>
              <a:gd name="connsiteX4" fmla="*/ 383117 w 891540"/>
              <a:gd name="connsiteY4" fmla="*/ 0 h 702733"/>
              <a:gd name="connsiteX0" fmla="*/ 474557 w 898314"/>
              <a:gd name="connsiteY0" fmla="*/ 205740 h 702733"/>
              <a:gd name="connsiteX1" fmla="*/ 891117 w 898314"/>
              <a:gd name="connsiteY1" fmla="*/ 368300 h 702733"/>
              <a:gd name="connsiteX2" fmla="*/ 472017 w 898314"/>
              <a:gd name="connsiteY2" fmla="*/ 698500 h 702733"/>
              <a:gd name="connsiteX3" fmla="*/ 14817 w 898314"/>
              <a:gd name="connsiteY3" fmla="*/ 342900 h 702733"/>
              <a:gd name="connsiteX4" fmla="*/ 383117 w 898314"/>
              <a:gd name="connsiteY4" fmla="*/ 0 h 702733"/>
              <a:gd name="connsiteX0" fmla="*/ 474557 w 898314"/>
              <a:gd name="connsiteY0" fmla="*/ 205740 h 710353"/>
              <a:gd name="connsiteX1" fmla="*/ 891117 w 898314"/>
              <a:gd name="connsiteY1" fmla="*/ 414020 h 710353"/>
              <a:gd name="connsiteX2" fmla="*/ 472017 w 898314"/>
              <a:gd name="connsiteY2" fmla="*/ 698500 h 710353"/>
              <a:gd name="connsiteX3" fmla="*/ 14817 w 898314"/>
              <a:gd name="connsiteY3" fmla="*/ 342900 h 710353"/>
              <a:gd name="connsiteX4" fmla="*/ 383117 w 898314"/>
              <a:gd name="connsiteY4" fmla="*/ 0 h 710353"/>
              <a:gd name="connsiteX0" fmla="*/ 460163 w 883920"/>
              <a:gd name="connsiteY0" fmla="*/ 205740 h 710353"/>
              <a:gd name="connsiteX1" fmla="*/ 876723 w 883920"/>
              <a:gd name="connsiteY1" fmla="*/ 414020 h 710353"/>
              <a:gd name="connsiteX2" fmla="*/ 457623 w 883920"/>
              <a:gd name="connsiteY2" fmla="*/ 698500 h 710353"/>
              <a:gd name="connsiteX3" fmla="*/ 423 w 883920"/>
              <a:gd name="connsiteY3" fmla="*/ 342900 h 710353"/>
              <a:gd name="connsiteX4" fmla="*/ 368723 w 883920"/>
              <a:gd name="connsiteY4" fmla="*/ 0 h 710353"/>
              <a:gd name="connsiteX0" fmla="*/ 460163 w 883920"/>
              <a:gd name="connsiteY0" fmla="*/ 205740 h 698923"/>
              <a:gd name="connsiteX1" fmla="*/ 876723 w 883920"/>
              <a:gd name="connsiteY1" fmla="*/ 414020 h 698923"/>
              <a:gd name="connsiteX2" fmla="*/ 457623 w 883920"/>
              <a:gd name="connsiteY2" fmla="*/ 698500 h 698923"/>
              <a:gd name="connsiteX3" fmla="*/ 423 w 883920"/>
              <a:gd name="connsiteY3" fmla="*/ 411480 h 698923"/>
              <a:gd name="connsiteX4" fmla="*/ 368723 w 883920"/>
              <a:gd name="connsiteY4" fmla="*/ 0 h 698923"/>
              <a:gd name="connsiteX0" fmla="*/ 466513 w 890270"/>
              <a:gd name="connsiteY0" fmla="*/ 167640 h 660823"/>
              <a:gd name="connsiteX1" fmla="*/ 883073 w 890270"/>
              <a:gd name="connsiteY1" fmla="*/ 375920 h 660823"/>
              <a:gd name="connsiteX2" fmla="*/ 463973 w 890270"/>
              <a:gd name="connsiteY2" fmla="*/ 660400 h 660823"/>
              <a:gd name="connsiteX3" fmla="*/ 6773 w 890270"/>
              <a:gd name="connsiteY3" fmla="*/ 373380 h 660823"/>
              <a:gd name="connsiteX4" fmla="*/ 504613 w 890270"/>
              <a:gd name="connsiteY4" fmla="*/ 0 h 660823"/>
              <a:gd name="connsiteX0" fmla="*/ 466513 w 890270"/>
              <a:gd name="connsiteY0" fmla="*/ 167640 h 660823"/>
              <a:gd name="connsiteX1" fmla="*/ 883073 w 890270"/>
              <a:gd name="connsiteY1" fmla="*/ 375920 h 660823"/>
              <a:gd name="connsiteX2" fmla="*/ 463973 w 890270"/>
              <a:gd name="connsiteY2" fmla="*/ 660400 h 660823"/>
              <a:gd name="connsiteX3" fmla="*/ 6773 w 890270"/>
              <a:gd name="connsiteY3" fmla="*/ 373380 h 660823"/>
              <a:gd name="connsiteX4" fmla="*/ 504613 w 890270"/>
              <a:gd name="connsiteY4" fmla="*/ 0 h 660823"/>
              <a:gd name="connsiteX0" fmla="*/ 329353 w 905510"/>
              <a:gd name="connsiteY0" fmla="*/ 144780 h 660823"/>
              <a:gd name="connsiteX1" fmla="*/ 883073 w 905510"/>
              <a:gd name="connsiteY1" fmla="*/ 375920 h 660823"/>
              <a:gd name="connsiteX2" fmla="*/ 463973 w 905510"/>
              <a:gd name="connsiteY2" fmla="*/ 660400 h 660823"/>
              <a:gd name="connsiteX3" fmla="*/ 6773 w 905510"/>
              <a:gd name="connsiteY3" fmla="*/ 373380 h 660823"/>
              <a:gd name="connsiteX4" fmla="*/ 504613 w 905510"/>
              <a:gd name="connsiteY4" fmla="*/ 0 h 660823"/>
              <a:gd name="connsiteX0" fmla="*/ 329353 w 905510"/>
              <a:gd name="connsiteY0" fmla="*/ 144780 h 660823"/>
              <a:gd name="connsiteX1" fmla="*/ 883073 w 905510"/>
              <a:gd name="connsiteY1" fmla="*/ 375920 h 660823"/>
              <a:gd name="connsiteX2" fmla="*/ 463973 w 905510"/>
              <a:gd name="connsiteY2" fmla="*/ 660400 h 660823"/>
              <a:gd name="connsiteX3" fmla="*/ 6773 w 905510"/>
              <a:gd name="connsiteY3" fmla="*/ 373380 h 660823"/>
              <a:gd name="connsiteX4" fmla="*/ 504613 w 905510"/>
              <a:gd name="connsiteY4" fmla="*/ 0 h 660823"/>
              <a:gd name="connsiteX0" fmla="*/ 331893 w 905510"/>
              <a:gd name="connsiteY0" fmla="*/ 144780 h 554143"/>
              <a:gd name="connsiteX1" fmla="*/ 885613 w 905510"/>
              <a:gd name="connsiteY1" fmla="*/ 375920 h 554143"/>
              <a:gd name="connsiteX2" fmla="*/ 451273 w 905510"/>
              <a:gd name="connsiteY2" fmla="*/ 553720 h 554143"/>
              <a:gd name="connsiteX3" fmla="*/ 9313 w 905510"/>
              <a:gd name="connsiteY3" fmla="*/ 373380 h 554143"/>
              <a:gd name="connsiteX4" fmla="*/ 507153 w 905510"/>
              <a:gd name="connsiteY4" fmla="*/ 0 h 554143"/>
              <a:gd name="connsiteX0" fmla="*/ 331893 w 905510"/>
              <a:gd name="connsiteY0" fmla="*/ 144780 h 554143"/>
              <a:gd name="connsiteX1" fmla="*/ 885613 w 905510"/>
              <a:gd name="connsiteY1" fmla="*/ 375920 h 554143"/>
              <a:gd name="connsiteX2" fmla="*/ 451273 w 905510"/>
              <a:gd name="connsiteY2" fmla="*/ 553720 h 554143"/>
              <a:gd name="connsiteX3" fmla="*/ 9313 w 905510"/>
              <a:gd name="connsiteY3" fmla="*/ 373380 h 554143"/>
              <a:gd name="connsiteX4" fmla="*/ 507153 w 905510"/>
              <a:gd name="connsiteY4" fmla="*/ 0 h 554143"/>
              <a:gd name="connsiteX0" fmla="*/ 333163 w 905510"/>
              <a:gd name="connsiteY0" fmla="*/ 144780 h 607483"/>
              <a:gd name="connsiteX1" fmla="*/ 886883 w 905510"/>
              <a:gd name="connsiteY1" fmla="*/ 375920 h 607483"/>
              <a:gd name="connsiteX2" fmla="*/ 444923 w 905510"/>
              <a:gd name="connsiteY2" fmla="*/ 607060 h 607483"/>
              <a:gd name="connsiteX3" fmla="*/ 10583 w 905510"/>
              <a:gd name="connsiteY3" fmla="*/ 373380 h 607483"/>
              <a:gd name="connsiteX4" fmla="*/ 508423 w 905510"/>
              <a:gd name="connsiteY4" fmla="*/ 0 h 607483"/>
              <a:gd name="connsiteX0" fmla="*/ 333163 w 890270"/>
              <a:gd name="connsiteY0" fmla="*/ 144780 h 607483"/>
              <a:gd name="connsiteX1" fmla="*/ 886883 w 890270"/>
              <a:gd name="connsiteY1" fmla="*/ 375920 h 607483"/>
              <a:gd name="connsiteX2" fmla="*/ 444923 w 890270"/>
              <a:gd name="connsiteY2" fmla="*/ 607060 h 607483"/>
              <a:gd name="connsiteX3" fmla="*/ 10583 w 890270"/>
              <a:gd name="connsiteY3" fmla="*/ 373380 h 607483"/>
              <a:gd name="connsiteX4" fmla="*/ 508423 w 890270"/>
              <a:gd name="connsiteY4" fmla="*/ 0 h 60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270" h="607483">
                <a:moveTo>
                  <a:pt x="333163" y="144780"/>
                </a:moveTo>
                <a:cubicBezTo>
                  <a:pt x="869949" y="23706"/>
                  <a:pt x="883496" y="283633"/>
                  <a:pt x="886883" y="375920"/>
                </a:cubicBezTo>
                <a:cubicBezTo>
                  <a:pt x="890270" y="468207"/>
                  <a:pt x="743373" y="607483"/>
                  <a:pt x="444923" y="607060"/>
                </a:cubicBezTo>
                <a:cubicBezTo>
                  <a:pt x="146473" y="606637"/>
                  <a:pt x="0" y="474557"/>
                  <a:pt x="10583" y="373380"/>
                </a:cubicBezTo>
                <a:cubicBezTo>
                  <a:pt x="21166" y="272203"/>
                  <a:pt x="111124" y="75141"/>
                  <a:pt x="508423" y="0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nl-BE" sz="2000"/>
          </a:p>
        </p:txBody>
      </p:sp>
      <p:sp>
        <p:nvSpPr>
          <p:cNvPr id="15" name="Freeform 14"/>
          <p:cNvSpPr/>
          <p:nvPr/>
        </p:nvSpPr>
        <p:spPr bwMode="auto">
          <a:xfrm>
            <a:off x="6591820" y="1944137"/>
            <a:ext cx="1240724" cy="463410"/>
          </a:xfrm>
          <a:custGeom>
            <a:avLst/>
            <a:gdLst>
              <a:gd name="connsiteX0" fmla="*/ 345017 w 912284"/>
              <a:gd name="connsiteY0" fmla="*/ 190500 h 702733"/>
              <a:gd name="connsiteX1" fmla="*/ 891117 w 912284"/>
              <a:gd name="connsiteY1" fmla="*/ 368300 h 702733"/>
              <a:gd name="connsiteX2" fmla="*/ 472017 w 912284"/>
              <a:gd name="connsiteY2" fmla="*/ 698500 h 702733"/>
              <a:gd name="connsiteX3" fmla="*/ 14817 w 912284"/>
              <a:gd name="connsiteY3" fmla="*/ 342900 h 702733"/>
              <a:gd name="connsiteX4" fmla="*/ 383117 w 912284"/>
              <a:gd name="connsiteY4" fmla="*/ 0 h 702733"/>
              <a:gd name="connsiteX0" fmla="*/ 474557 w 891540"/>
              <a:gd name="connsiteY0" fmla="*/ 205740 h 702733"/>
              <a:gd name="connsiteX1" fmla="*/ 891117 w 891540"/>
              <a:gd name="connsiteY1" fmla="*/ 368300 h 702733"/>
              <a:gd name="connsiteX2" fmla="*/ 472017 w 891540"/>
              <a:gd name="connsiteY2" fmla="*/ 698500 h 702733"/>
              <a:gd name="connsiteX3" fmla="*/ 14817 w 891540"/>
              <a:gd name="connsiteY3" fmla="*/ 342900 h 702733"/>
              <a:gd name="connsiteX4" fmla="*/ 383117 w 891540"/>
              <a:gd name="connsiteY4" fmla="*/ 0 h 702733"/>
              <a:gd name="connsiteX0" fmla="*/ 474557 w 891540"/>
              <a:gd name="connsiteY0" fmla="*/ 205740 h 702733"/>
              <a:gd name="connsiteX1" fmla="*/ 891117 w 891540"/>
              <a:gd name="connsiteY1" fmla="*/ 368300 h 702733"/>
              <a:gd name="connsiteX2" fmla="*/ 472017 w 891540"/>
              <a:gd name="connsiteY2" fmla="*/ 698500 h 702733"/>
              <a:gd name="connsiteX3" fmla="*/ 14817 w 891540"/>
              <a:gd name="connsiteY3" fmla="*/ 342900 h 702733"/>
              <a:gd name="connsiteX4" fmla="*/ 383117 w 891540"/>
              <a:gd name="connsiteY4" fmla="*/ 0 h 702733"/>
              <a:gd name="connsiteX0" fmla="*/ 474557 w 898314"/>
              <a:gd name="connsiteY0" fmla="*/ 205740 h 702733"/>
              <a:gd name="connsiteX1" fmla="*/ 891117 w 898314"/>
              <a:gd name="connsiteY1" fmla="*/ 368300 h 702733"/>
              <a:gd name="connsiteX2" fmla="*/ 472017 w 898314"/>
              <a:gd name="connsiteY2" fmla="*/ 698500 h 702733"/>
              <a:gd name="connsiteX3" fmla="*/ 14817 w 898314"/>
              <a:gd name="connsiteY3" fmla="*/ 342900 h 702733"/>
              <a:gd name="connsiteX4" fmla="*/ 383117 w 898314"/>
              <a:gd name="connsiteY4" fmla="*/ 0 h 702733"/>
              <a:gd name="connsiteX0" fmla="*/ 474557 w 898314"/>
              <a:gd name="connsiteY0" fmla="*/ 205740 h 710353"/>
              <a:gd name="connsiteX1" fmla="*/ 891117 w 898314"/>
              <a:gd name="connsiteY1" fmla="*/ 414020 h 710353"/>
              <a:gd name="connsiteX2" fmla="*/ 472017 w 898314"/>
              <a:gd name="connsiteY2" fmla="*/ 698500 h 710353"/>
              <a:gd name="connsiteX3" fmla="*/ 14817 w 898314"/>
              <a:gd name="connsiteY3" fmla="*/ 342900 h 710353"/>
              <a:gd name="connsiteX4" fmla="*/ 383117 w 898314"/>
              <a:gd name="connsiteY4" fmla="*/ 0 h 710353"/>
              <a:gd name="connsiteX0" fmla="*/ 460163 w 883920"/>
              <a:gd name="connsiteY0" fmla="*/ 205740 h 710353"/>
              <a:gd name="connsiteX1" fmla="*/ 876723 w 883920"/>
              <a:gd name="connsiteY1" fmla="*/ 414020 h 710353"/>
              <a:gd name="connsiteX2" fmla="*/ 457623 w 883920"/>
              <a:gd name="connsiteY2" fmla="*/ 698500 h 710353"/>
              <a:gd name="connsiteX3" fmla="*/ 423 w 883920"/>
              <a:gd name="connsiteY3" fmla="*/ 342900 h 710353"/>
              <a:gd name="connsiteX4" fmla="*/ 368723 w 883920"/>
              <a:gd name="connsiteY4" fmla="*/ 0 h 710353"/>
              <a:gd name="connsiteX0" fmla="*/ 460163 w 883920"/>
              <a:gd name="connsiteY0" fmla="*/ 205740 h 698923"/>
              <a:gd name="connsiteX1" fmla="*/ 876723 w 883920"/>
              <a:gd name="connsiteY1" fmla="*/ 414020 h 698923"/>
              <a:gd name="connsiteX2" fmla="*/ 457623 w 883920"/>
              <a:gd name="connsiteY2" fmla="*/ 698500 h 698923"/>
              <a:gd name="connsiteX3" fmla="*/ 423 w 883920"/>
              <a:gd name="connsiteY3" fmla="*/ 411480 h 698923"/>
              <a:gd name="connsiteX4" fmla="*/ 368723 w 883920"/>
              <a:gd name="connsiteY4" fmla="*/ 0 h 698923"/>
              <a:gd name="connsiteX0" fmla="*/ 466513 w 890270"/>
              <a:gd name="connsiteY0" fmla="*/ 167640 h 660823"/>
              <a:gd name="connsiteX1" fmla="*/ 883073 w 890270"/>
              <a:gd name="connsiteY1" fmla="*/ 375920 h 660823"/>
              <a:gd name="connsiteX2" fmla="*/ 463973 w 890270"/>
              <a:gd name="connsiteY2" fmla="*/ 660400 h 660823"/>
              <a:gd name="connsiteX3" fmla="*/ 6773 w 890270"/>
              <a:gd name="connsiteY3" fmla="*/ 373380 h 660823"/>
              <a:gd name="connsiteX4" fmla="*/ 504613 w 890270"/>
              <a:gd name="connsiteY4" fmla="*/ 0 h 660823"/>
              <a:gd name="connsiteX0" fmla="*/ 466513 w 890270"/>
              <a:gd name="connsiteY0" fmla="*/ 167640 h 660823"/>
              <a:gd name="connsiteX1" fmla="*/ 883073 w 890270"/>
              <a:gd name="connsiteY1" fmla="*/ 375920 h 660823"/>
              <a:gd name="connsiteX2" fmla="*/ 463973 w 890270"/>
              <a:gd name="connsiteY2" fmla="*/ 660400 h 660823"/>
              <a:gd name="connsiteX3" fmla="*/ 6773 w 890270"/>
              <a:gd name="connsiteY3" fmla="*/ 373380 h 660823"/>
              <a:gd name="connsiteX4" fmla="*/ 504613 w 890270"/>
              <a:gd name="connsiteY4" fmla="*/ 0 h 660823"/>
              <a:gd name="connsiteX0" fmla="*/ 329353 w 905510"/>
              <a:gd name="connsiteY0" fmla="*/ 144780 h 660823"/>
              <a:gd name="connsiteX1" fmla="*/ 883073 w 905510"/>
              <a:gd name="connsiteY1" fmla="*/ 375920 h 660823"/>
              <a:gd name="connsiteX2" fmla="*/ 463973 w 905510"/>
              <a:gd name="connsiteY2" fmla="*/ 660400 h 660823"/>
              <a:gd name="connsiteX3" fmla="*/ 6773 w 905510"/>
              <a:gd name="connsiteY3" fmla="*/ 373380 h 660823"/>
              <a:gd name="connsiteX4" fmla="*/ 504613 w 905510"/>
              <a:gd name="connsiteY4" fmla="*/ 0 h 660823"/>
              <a:gd name="connsiteX0" fmla="*/ 329353 w 905510"/>
              <a:gd name="connsiteY0" fmla="*/ 144780 h 660823"/>
              <a:gd name="connsiteX1" fmla="*/ 883073 w 905510"/>
              <a:gd name="connsiteY1" fmla="*/ 375920 h 660823"/>
              <a:gd name="connsiteX2" fmla="*/ 463973 w 905510"/>
              <a:gd name="connsiteY2" fmla="*/ 660400 h 660823"/>
              <a:gd name="connsiteX3" fmla="*/ 6773 w 905510"/>
              <a:gd name="connsiteY3" fmla="*/ 373380 h 660823"/>
              <a:gd name="connsiteX4" fmla="*/ 504613 w 905510"/>
              <a:gd name="connsiteY4" fmla="*/ 0 h 660823"/>
              <a:gd name="connsiteX0" fmla="*/ 331893 w 905510"/>
              <a:gd name="connsiteY0" fmla="*/ 144780 h 554143"/>
              <a:gd name="connsiteX1" fmla="*/ 885613 w 905510"/>
              <a:gd name="connsiteY1" fmla="*/ 375920 h 554143"/>
              <a:gd name="connsiteX2" fmla="*/ 451273 w 905510"/>
              <a:gd name="connsiteY2" fmla="*/ 553720 h 554143"/>
              <a:gd name="connsiteX3" fmla="*/ 9313 w 905510"/>
              <a:gd name="connsiteY3" fmla="*/ 373380 h 554143"/>
              <a:gd name="connsiteX4" fmla="*/ 507153 w 905510"/>
              <a:gd name="connsiteY4" fmla="*/ 0 h 554143"/>
              <a:gd name="connsiteX0" fmla="*/ 331893 w 905510"/>
              <a:gd name="connsiteY0" fmla="*/ 144780 h 554143"/>
              <a:gd name="connsiteX1" fmla="*/ 885613 w 905510"/>
              <a:gd name="connsiteY1" fmla="*/ 375920 h 554143"/>
              <a:gd name="connsiteX2" fmla="*/ 451273 w 905510"/>
              <a:gd name="connsiteY2" fmla="*/ 553720 h 554143"/>
              <a:gd name="connsiteX3" fmla="*/ 9313 w 905510"/>
              <a:gd name="connsiteY3" fmla="*/ 373380 h 554143"/>
              <a:gd name="connsiteX4" fmla="*/ 507153 w 905510"/>
              <a:gd name="connsiteY4" fmla="*/ 0 h 554143"/>
              <a:gd name="connsiteX0" fmla="*/ 333163 w 905510"/>
              <a:gd name="connsiteY0" fmla="*/ 144780 h 607483"/>
              <a:gd name="connsiteX1" fmla="*/ 886883 w 905510"/>
              <a:gd name="connsiteY1" fmla="*/ 375920 h 607483"/>
              <a:gd name="connsiteX2" fmla="*/ 444923 w 905510"/>
              <a:gd name="connsiteY2" fmla="*/ 607060 h 607483"/>
              <a:gd name="connsiteX3" fmla="*/ 10583 w 905510"/>
              <a:gd name="connsiteY3" fmla="*/ 373380 h 607483"/>
              <a:gd name="connsiteX4" fmla="*/ 508423 w 905510"/>
              <a:gd name="connsiteY4" fmla="*/ 0 h 607483"/>
              <a:gd name="connsiteX0" fmla="*/ 333163 w 890270"/>
              <a:gd name="connsiteY0" fmla="*/ 144780 h 607483"/>
              <a:gd name="connsiteX1" fmla="*/ 886883 w 890270"/>
              <a:gd name="connsiteY1" fmla="*/ 375920 h 607483"/>
              <a:gd name="connsiteX2" fmla="*/ 444923 w 890270"/>
              <a:gd name="connsiteY2" fmla="*/ 607060 h 607483"/>
              <a:gd name="connsiteX3" fmla="*/ 10583 w 890270"/>
              <a:gd name="connsiteY3" fmla="*/ 373380 h 607483"/>
              <a:gd name="connsiteX4" fmla="*/ 508423 w 890270"/>
              <a:gd name="connsiteY4" fmla="*/ 0 h 607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0270" h="607483">
                <a:moveTo>
                  <a:pt x="333163" y="144780"/>
                </a:moveTo>
                <a:cubicBezTo>
                  <a:pt x="869949" y="23706"/>
                  <a:pt x="883496" y="283633"/>
                  <a:pt x="886883" y="375920"/>
                </a:cubicBezTo>
                <a:cubicBezTo>
                  <a:pt x="890270" y="468207"/>
                  <a:pt x="743373" y="607483"/>
                  <a:pt x="444923" y="607060"/>
                </a:cubicBezTo>
                <a:cubicBezTo>
                  <a:pt x="146473" y="606637"/>
                  <a:pt x="0" y="474557"/>
                  <a:pt x="10583" y="373380"/>
                </a:cubicBezTo>
                <a:cubicBezTo>
                  <a:pt x="21166" y="272203"/>
                  <a:pt x="111124" y="75141"/>
                  <a:pt x="508423" y="0"/>
                </a:cubicBezTo>
              </a:path>
            </a:pathLst>
          </a:cu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nl-BE" sz="2000"/>
          </a:p>
        </p:txBody>
      </p:sp>
      <p:sp>
        <p:nvSpPr>
          <p:cNvPr id="16" name="Rectangle 15"/>
          <p:cNvSpPr/>
          <p:nvPr/>
        </p:nvSpPr>
        <p:spPr bwMode="auto">
          <a:xfrm>
            <a:off x="454724" y="5019731"/>
            <a:ext cx="5423129" cy="1516780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108000" tIns="72000" rIns="72000" bIns="72000" numCol="1" rtlCol="0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ts val="300"/>
              </a:spcBef>
            </a:pP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// production code:</a:t>
            </a:r>
          </a:p>
          <a:p>
            <a:pPr algn="l">
              <a:spcBef>
                <a:spcPts val="300"/>
              </a:spcBef>
            </a:pP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Singleton s = Singleton.</a:t>
            </a:r>
            <a:r>
              <a:rPr lang="nl-BE" sz="2000" i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getInstance</a:t>
            </a: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();</a:t>
            </a:r>
          </a:p>
          <a:p>
            <a:pPr algn="l">
              <a:spcBef>
                <a:spcPts val="300"/>
              </a:spcBef>
            </a:pP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Config config = s.getConfig();</a:t>
            </a:r>
            <a:b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</a:br>
            <a:r>
              <a:rPr lang="nl-BE" sz="20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... logic to test using config ...</a:t>
            </a:r>
          </a:p>
        </p:txBody>
      </p:sp>
      <p:pic>
        <p:nvPicPr>
          <p:cNvPr id="29" name="Picture 2" descr="Imagini pentru line hand drawn">
            <a:extLst>
              <a:ext uri="{FF2B5EF4-FFF2-40B4-BE49-F238E27FC236}">
                <a16:creationId xmlns:a16="http://schemas.microsoft.com/office/drawing/2014/main" id="{84C9D519-5F91-4D0B-AB3F-8E2223F040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61" t="48442" r="3187" b="38944"/>
          <a:stretch/>
        </p:blipFill>
        <p:spPr bwMode="auto">
          <a:xfrm>
            <a:off x="2969424" y="5894774"/>
            <a:ext cx="1445230" cy="43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2" descr="Imagini pentru line hand drawn">
            <a:extLst>
              <a:ext uri="{FF2B5EF4-FFF2-40B4-BE49-F238E27FC236}">
                <a16:creationId xmlns:a16="http://schemas.microsoft.com/office/drawing/2014/main" id="{33B884DB-603E-4380-A149-A87AA61319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61" t="48442" r="3187" b="38944"/>
          <a:stretch/>
        </p:blipFill>
        <p:spPr bwMode="auto">
          <a:xfrm rot="158186">
            <a:off x="3978874" y="5578588"/>
            <a:ext cx="1445230" cy="430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Explosion: 14 Points 4">
            <a:extLst>
              <a:ext uri="{FF2B5EF4-FFF2-40B4-BE49-F238E27FC236}">
                <a16:creationId xmlns:a16="http://schemas.microsoft.com/office/drawing/2014/main" id="{B1E7FC24-D468-49EE-9DD9-05A872897423}"/>
              </a:ext>
            </a:extLst>
          </p:cNvPr>
          <p:cNvSpPr/>
          <p:nvPr/>
        </p:nvSpPr>
        <p:spPr bwMode="auto">
          <a:xfrm>
            <a:off x="1492812" y="4828984"/>
            <a:ext cx="1120628" cy="725166"/>
          </a:xfrm>
          <a:prstGeom prst="irregularSeal2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mock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6B58B8-0916-4F64-AD6D-932E829952A3}"/>
              </a:ext>
            </a:extLst>
          </p:cNvPr>
          <p:cNvSpPr txBox="1"/>
          <p:nvPr/>
        </p:nvSpPr>
        <p:spPr>
          <a:xfrm>
            <a:off x="10113264" y="185873"/>
            <a:ext cx="1963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Eraser" pitchFamily="2" charset="0"/>
                <a:cs typeface="Calibri" pitchFamily="34" charset="0"/>
              </a:rPr>
              <a:t>HOW?</a:t>
            </a:r>
          </a:p>
        </p:txBody>
      </p:sp>
      <p:sp>
        <p:nvSpPr>
          <p:cNvPr id="10" name="Speech Bubble: Rectangle 9">
            <a:extLst>
              <a:ext uri="{FF2B5EF4-FFF2-40B4-BE49-F238E27FC236}">
                <a16:creationId xmlns:a16="http://schemas.microsoft.com/office/drawing/2014/main" id="{A6C8E3AD-0623-485F-BB8C-1C859138629E}"/>
              </a:ext>
            </a:extLst>
          </p:cNvPr>
          <p:cNvSpPr/>
          <p:nvPr/>
        </p:nvSpPr>
        <p:spPr bwMode="auto">
          <a:xfrm>
            <a:off x="3475411" y="4828984"/>
            <a:ext cx="2103754" cy="407677"/>
          </a:xfrm>
          <a:prstGeom prst="wedgeRectCallout">
            <a:avLst>
              <a:gd name="adj1" fmla="val 19174"/>
              <a:gd name="adj2" fmla="val 105975"/>
            </a:avLst>
          </a:prstGeom>
          <a:ln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Mock Statics </a:t>
            </a:r>
            <a:r>
              <a:rPr lang="en-US" sz="2400" dirty="0">
                <a:latin typeface="Calibri" pitchFamily="34" charset="0"/>
                <a:cs typeface="Calibri" pitchFamily="34" charset="0"/>
                <a:sym typeface="Wingdings" panose="05000000000000000000" pitchFamily="2" charset="2"/>
              </a:rPr>
              <a:t>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7EAB40-A0E0-1C7C-F2D2-6F677171C209}"/>
              </a:ext>
            </a:extLst>
          </p:cNvPr>
          <p:cNvSpPr txBox="1"/>
          <p:nvPr/>
        </p:nvSpPr>
        <p:spPr>
          <a:xfrm>
            <a:off x="371061" y="6597355"/>
            <a:ext cx="114498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FF0000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https://stackoverflow.com/questions/137975/what-is-so-bad-about-singletons</a:t>
            </a:r>
            <a:r>
              <a:rPr lang="en-US" sz="1200" dirty="0">
                <a:solidFill>
                  <a:srgbClr val="FF000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2908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uiExpand="1" build="p"/>
      <p:bldP spid="12" grpId="0" animBg="1"/>
      <p:bldP spid="14" grpId="0" animBg="1"/>
      <p:bldP spid="15" grpId="0" animBg="1"/>
      <p:bldP spid="16" grpId="0" animBg="1"/>
      <p:bldP spid="5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301240" y="68301"/>
            <a:ext cx="7589520" cy="958499"/>
          </a:xfrm>
        </p:spPr>
        <p:txBody>
          <a:bodyPr/>
          <a:lstStyle/>
          <a:p>
            <a:r>
              <a:rPr lang="en-US" sz="6000" dirty="0"/>
              <a:t>Dependency Injection</a:t>
            </a:r>
            <a:endParaRPr lang="nl-BE" sz="6000" baseline="30000" dirty="0"/>
          </a:p>
        </p:txBody>
      </p:sp>
      <p:sp>
        <p:nvSpPr>
          <p:cNvPr id="9" name="Rectangle 8"/>
          <p:cNvSpPr/>
          <p:nvPr/>
        </p:nvSpPr>
        <p:spPr bwMode="auto">
          <a:xfrm>
            <a:off x="1076652" y="1227530"/>
            <a:ext cx="5095548" cy="5036110"/>
          </a:xfrm>
          <a:prstGeom prst="rect">
            <a:avLst/>
          </a:prstGeom>
          <a:solidFill>
            <a:srgbClr val="FFFFC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108000" tIns="72000" rIns="72000" bIns="72000" numCol="1" rtlCol="0" anchor="t" anchorCtr="0" compatLnSpc="1">
            <a:prstTxWarp prst="textNoShape">
              <a:avLst/>
            </a:prstTxWarp>
          </a:bodyPr>
          <a:lstStyle/>
          <a:p>
            <a:pPr algn="l">
              <a:spcBef>
                <a:spcPts val="600"/>
              </a:spcBef>
            </a:pPr>
            <a:r>
              <a:rPr lang="nl-BE" sz="24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@Service  </a:t>
            </a:r>
            <a:r>
              <a:rPr lang="nl-BE" sz="2400" dirty="0">
                <a:latin typeface="Consolas" pitchFamily="49" charset="0"/>
                <a:cs typeface="Consolas" pitchFamily="49" charset="0"/>
              </a:rPr>
              <a:t>(Spring) or</a:t>
            </a:r>
          </a:p>
          <a:p>
            <a:pPr algn="l">
              <a:spcBef>
                <a:spcPts val="600"/>
              </a:spcBef>
            </a:pPr>
            <a:r>
              <a:rPr lang="nl-BE" sz="2400" dirty="0">
                <a:solidFill>
                  <a:schemeClr val="bg2"/>
                </a:solidFill>
                <a:latin typeface="Consolas" pitchFamily="49" charset="0"/>
                <a:cs typeface="Consolas" pitchFamily="49" charset="0"/>
              </a:rPr>
              <a:t>@ApplicationScoped </a:t>
            </a:r>
            <a:r>
              <a:rPr lang="nl-BE" sz="2400" dirty="0">
                <a:latin typeface="Consolas" pitchFamily="49" charset="0"/>
                <a:cs typeface="Consolas" pitchFamily="49" charset="0"/>
              </a:rPr>
              <a:t> (javaEE)</a:t>
            </a:r>
          </a:p>
          <a:p>
            <a:pPr algn="l">
              <a:spcBef>
                <a:spcPts val="600"/>
              </a:spcBef>
            </a:pPr>
            <a:r>
              <a:rPr lang="nl-BE" sz="24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public</a:t>
            </a:r>
            <a:r>
              <a:rPr lang="nl-BE" sz="2400" b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4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class</a:t>
            </a:r>
            <a:r>
              <a:rPr lang="nl-BE" sz="2400" b="1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A {</a:t>
            </a:r>
          </a:p>
          <a:p>
            <a:pPr algn="l">
              <a:spcBef>
                <a:spcPts val="600"/>
              </a:spcBef>
            </a:pPr>
            <a:endParaRPr lang="nl-BE" sz="24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spcBef>
                <a:spcPts val="600"/>
              </a:spcBef>
            </a:pPr>
            <a:r>
              <a:rPr lang="nl-BE" sz="24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  private final </a:t>
            </a:r>
            <a:r>
              <a:rPr lang="nl-BE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B </a:t>
            </a:r>
            <a:r>
              <a:rPr lang="nl-BE" sz="2400" dirty="0">
                <a:solidFill>
                  <a:schemeClr val="accent5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nl-BE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; </a:t>
            </a:r>
          </a:p>
          <a:p>
            <a:pPr algn="l">
              <a:spcBef>
                <a:spcPts val="600"/>
              </a:spcBef>
            </a:pPr>
            <a:endParaRPr lang="nl-BE" sz="2400" dirty="0">
              <a:solidFill>
                <a:srgbClr val="000000"/>
              </a:solidFill>
              <a:latin typeface="Consolas" pitchFamily="49" charset="0"/>
              <a:cs typeface="Consolas" pitchFamily="49" charset="0"/>
            </a:endParaRPr>
          </a:p>
          <a:p>
            <a:pPr algn="l">
              <a:spcBef>
                <a:spcPts val="600"/>
              </a:spcBef>
            </a:pPr>
            <a:r>
              <a:rPr lang="nl-BE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nl-BE" sz="24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 public </a:t>
            </a:r>
            <a:r>
              <a:rPr lang="nl-BE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A(B b) {</a:t>
            </a:r>
          </a:p>
          <a:p>
            <a:pPr algn="l">
              <a:spcBef>
                <a:spcPts val="600"/>
              </a:spcBef>
            </a:pPr>
            <a:r>
              <a:rPr lang="nl-BE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  </a:t>
            </a:r>
            <a:r>
              <a:rPr lang="nl-BE" sz="24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this</a:t>
            </a:r>
            <a:r>
              <a:rPr lang="nl-BE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.</a:t>
            </a:r>
            <a:r>
              <a:rPr lang="nl-BE" sz="2400" dirty="0">
                <a:solidFill>
                  <a:schemeClr val="accent5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b</a:t>
            </a:r>
            <a:r>
              <a:rPr lang="nl-BE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= b;</a:t>
            </a:r>
          </a:p>
          <a:p>
            <a:pPr algn="l">
              <a:spcBef>
                <a:spcPts val="600"/>
              </a:spcBef>
            </a:pPr>
            <a:r>
              <a:rPr lang="nl-BE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algn="l">
              <a:spcBef>
                <a:spcPts val="600"/>
              </a:spcBef>
            </a:pPr>
            <a:r>
              <a:rPr lang="nl-BE" sz="2400" b="1" dirty="0">
                <a:solidFill>
                  <a:srgbClr val="7F0055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algn="l">
              <a:spcBef>
                <a:spcPts val="600"/>
              </a:spcBef>
            </a:pPr>
            <a:r>
              <a:rPr lang="nl-BE" sz="2400" dirty="0">
                <a:solidFill>
                  <a:srgbClr val="000000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C76249F-A024-460D-8756-6343C8E9938B}"/>
              </a:ext>
            </a:extLst>
          </p:cNvPr>
          <p:cNvGrpSpPr/>
          <p:nvPr/>
        </p:nvGrpSpPr>
        <p:grpSpPr>
          <a:xfrm rot="4127219">
            <a:off x="3948338" y="3752912"/>
            <a:ext cx="2202900" cy="2202900"/>
            <a:chOff x="2702756" y="4581160"/>
            <a:chExt cx="2202900" cy="2202900"/>
          </a:xfrm>
        </p:grpSpPr>
        <p:pic>
          <p:nvPicPr>
            <p:cNvPr id="1028" name="Picture 4" descr="Imagini pentru injection icon&quot;">
              <a:extLst>
                <a:ext uri="{FF2B5EF4-FFF2-40B4-BE49-F238E27FC236}">
                  <a16:creationId xmlns:a16="http://schemas.microsoft.com/office/drawing/2014/main" id="{4A21FB5D-1860-4D39-976D-F211EACFAA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2756" y="4581160"/>
              <a:ext cx="2202900" cy="2202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DBD4E2B-BF4B-462F-A6E3-4BFF9544E80E}"/>
                </a:ext>
              </a:extLst>
            </p:cNvPr>
            <p:cNvSpPr txBox="1"/>
            <p:nvPr/>
          </p:nvSpPr>
          <p:spPr>
            <a:xfrm rot="18869101">
              <a:off x="3057461" y="5424076"/>
              <a:ext cx="1561646" cy="400110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  <a:latin typeface="Berlin Sans FB Demi" panose="020E0802020502020306" pitchFamily="34" charset="0"/>
                  <a:cs typeface="Calibri" pitchFamily="34" charset="0"/>
                </a:rPr>
                <a:t>dependency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7D0E2490-446D-46B1-B413-2E8C3E427D06}"/>
              </a:ext>
            </a:extLst>
          </p:cNvPr>
          <p:cNvSpPr txBox="1"/>
          <p:nvPr/>
        </p:nvSpPr>
        <p:spPr>
          <a:xfrm>
            <a:off x="5919324" y="4190081"/>
            <a:ext cx="6318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1" dirty="0">
                <a:solidFill>
                  <a:srgbClr val="001320"/>
                </a:solidFill>
                <a:effectLst/>
                <a:highlight>
                  <a:srgbClr val="FFFF00"/>
                </a:highlight>
                <a:latin typeface="Lucida Bright" panose="02040602050505020304" pitchFamily="18" charset="0"/>
              </a:rPr>
              <a:t>"Ask, and it will be given to you"</a:t>
            </a:r>
            <a:endParaRPr lang="en-US" sz="2400" i="1" dirty="0">
              <a:highlight>
                <a:srgbClr val="FFFF00"/>
              </a:highlight>
              <a:latin typeface="Lucida Bright" panose="020406020505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294903-75B0-49C6-BF34-E68A33C3E461}"/>
              </a:ext>
            </a:extLst>
          </p:cNvPr>
          <p:cNvSpPr txBox="1"/>
          <p:nvPr/>
        </p:nvSpPr>
        <p:spPr>
          <a:xfrm>
            <a:off x="6096000" y="1658873"/>
            <a:ext cx="63183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1" dirty="0">
                <a:solidFill>
                  <a:srgbClr val="001320"/>
                </a:solidFill>
                <a:effectLst/>
                <a:highlight>
                  <a:srgbClr val="FFFF00"/>
                </a:highlight>
                <a:latin typeface="Lucida Bright" panose="02040602050505020304" pitchFamily="18" charset="0"/>
              </a:rPr>
              <a:t>The container takes care </a:t>
            </a:r>
            <a:br>
              <a:rPr lang="en-US" sz="2400" b="0" i="1" dirty="0">
                <a:solidFill>
                  <a:srgbClr val="001320"/>
                </a:solidFill>
                <a:effectLst/>
                <a:highlight>
                  <a:srgbClr val="FFFF00"/>
                </a:highlight>
                <a:latin typeface="Lucida Bright" panose="02040602050505020304" pitchFamily="18" charset="0"/>
              </a:rPr>
            </a:br>
            <a:r>
              <a:rPr lang="en-US" sz="2400" b="0" i="1" dirty="0">
                <a:solidFill>
                  <a:srgbClr val="001320"/>
                </a:solidFill>
                <a:effectLst/>
                <a:highlight>
                  <a:srgbClr val="FFFF00"/>
                </a:highlight>
                <a:latin typeface="Lucida Bright" panose="02040602050505020304" pitchFamily="18" charset="0"/>
              </a:rPr>
              <a:t>to create only </a:t>
            </a:r>
            <a:r>
              <a:rPr lang="en-US" sz="2400" i="1" dirty="0">
                <a:solidFill>
                  <a:srgbClr val="001320"/>
                </a:solidFill>
                <a:highlight>
                  <a:srgbClr val="FFFF00"/>
                </a:highlight>
                <a:latin typeface="Lucida Bright" panose="02040602050505020304" pitchFamily="18" charset="0"/>
              </a:rPr>
              <a:t>one instance</a:t>
            </a:r>
            <a:endParaRPr lang="en-US" sz="2400" i="1" dirty="0">
              <a:highlight>
                <a:srgbClr val="FFFF00"/>
              </a:highlight>
              <a:latin typeface="Lucida Bright" panose="020406020505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A2E400-57DA-4C43-9DF2-322B121FB3E8}"/>
              </a:ext>
            </a:extLst>
          </p:cNvPr>
          <p:cNvSpPr txBox="1"/>
          <p:nvPr/>
        </p:nvSpPr>
        <p:spPr>
          <a:xfrm>
            <a:off x="5919324" y="3109143"/>
            <a:ext cx="6318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1" dirty="0">
                <a:solidFill>
                  <a:srgbClr val="001320"/>
                </a:solidFill>
                <a:effectLst/>
                <a:highlight>
                  <a:srgbClr val="FFFF00"/>
                </a:highlight>
                <a:latin typeface="Lucida Bright" panose="02040602050505020304" pitchFamily="18" charset="0"/>
              </a:rPr>
              <a:t>Obvious Dependencies</a:t>
            </a:r>
            <a:endParaRPr lang="en-US" sz="2400" i="1" dirty="0">
              <a:highlight>
                <a:srgbClr val="FFFF00"/>
              </a:highlight>
              <a:latin typeface="Lucida Bright" panose="020406020505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2E3086-238D-4338-A9B2-33E4BB87FE25}"/>
              </a:ext>
            </a:extLst>
          </p:cNvPr>
          <p:cNvSpPr txBox="1"/>
          <p:nvPr/>
        </p:nvSpPr>
        <p:spPr>
          <a:xfrm>
            <a:off x="6045762" y="5271019"/>
            <a:ext cx="63183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highlight>
                  <a:srgbClr val="FFFF00"/>
                </a:highlight>
                <a:latin typeface="Lucida Bright" panose="02040602050505020304" pitchFamily="18" charset="0"/>
              </a:rPr>
              <a:t>Container checks Wiring-up at Startup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257B6-7EDD-4CB1-ACB2-CABBA8370C18}"/>
              </a:ext>
            </a:extLst>
          </p:cNvPr>
          <p:cNvSpPr txBox="1"/>
          <p:nvPr/>
        </p:nvSpPr>
        <p:spPr>
          <a:xfrm>
            <a:off x="9890760" y="185873"/>
            <a:ext cx="19639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Eraser" pitchFamily="2" charset="0"/>
                <a:cs typeface="Calibri" pitchFamily="34" charset="0"/>
              </a:rPr>
              <a:t>HOW?</a:t>
            </a:r>
          </a:p>
        </p:txBody>
      </p:sp>
    </p:spTree>
    <p:extLst>
      <p:ext uri="{BB962C8B-B14F-4D97-AF65-F5344CB8AC3E}">
        <p14:creationId xmlns:p14="http://schemas.microsoft.com/office/powerpoint/2010/main" val="2989706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E64630-DCFD-4E7C-A4B7-20C4182CD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Passing </a:t>
            </a:r>
            <a:r>
              <a:rPr lang="en-US" sz="3600" b="1" dirty="0">
                <a:latin typeface="Consolas" panose="020B0609020204030204" pitchFamily="49" charset="0"/>
              </a:rPr>
              <a:t>null</a:t>
            </a:r>
            <a:r>
              <a:rPr lang="en-US" sz="3600" dirty="0"/>
              <a:t> around = </a:t>
            </a:r>
            <a:r>
              <a:rPr lang="en-US" sz="3600" b="1" dirty="0">
                <a:solidFill>
                  <a:srgbClr val="FF0000"/>
                </a:solidFill>
                <a:latin typeface="Drawing Blood" pitchFamily="2" charset="-79"/>
                <a:ea typeface="Drawing Blood" pitchFamily="2" charset="-79"/>
                <a:cs typeface="Drawing Blood" pitchFamily="2" charset="-79"/>
              </a:rPr>
              <a:t>dangerous</a:t>
            </a:r>
          </a:p>
          <a:p>
            <a:pPr lvl="2"/>
            <a:endParaRPr lang="en-US" sz="2000" dirty="0"/>
          </a:p>
          <a:p>
            <a:r>
              <a:rPr lang="en-US" sz="3600" dirty="0"/>
              <a:t>Throw early for aberrant cases</a:t>
            </a:r>
          </a:p>
          <a:p>
            <a:pPr lvl="1"/>
            <a:r>
              <a:rPr lang="en-US" sz="2400" dirty="0"/>
              <a:t>Requires global awareness</a:t>
            </a:r>
          </a:p>
          <a:p>
            <a:pPr lvl="2"/>
            <a:endParaRPr lang="en-US" sz="2000" dirty="0"/>
          </a:p>
          <a:p>
            <a:r>
              <a:rPr lang="en-US" sz="3600" dirty="0"/>
              <a:t>Return Optional&lt;&gt; to signal caller of absence</a:t>
            </a:r>
          </a:p>
          <a:p>
            <a:pPr lvl="1"/>
            <a:r>
              <a:rPr lang="en-US" sz="2400" i="1" dirty="0"/>
              <a:t>Their</a:t>
            </a:r>
            <a:r>
              <a:rPr lang="en-US" sz="2400" dirty="0"/>
              <a:t> job to handle it</a:t>
            </a:r>
          </a:p>
          <a:p>
            <a:pPr lvl="3"/>
            <a:endParaRPr lang="en-US" sz="1600" dirty="0"/>
          </a:p>
          <a:p>
            <a:r>
              <a:rPr lang="en-US" sz="3600" dirty="0"/>
              <a:t>Instantiate a Null Object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2C9B1B-359D-4572-BFD5-C3370A56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Dealing with NULL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C319C-AA03-4C48-917A-6072256FA54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6461" y="6541598"/>
            <a:ext cx="914400" cy="36933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6EC5363-27C1-4BF9-ACB2-123F0CEA2C41}"/>
              </a:ext>
            </a:extLst>
          </p:cNvPr>
          <p:cNvGrpSpPr/>
          <p:nvPr/>
        </p:nvGrpSpPr>
        <p:grpSpPr>
          <a:xfrm>
            <a:off x="5521414" y="4870452"/>
            <a:ext cx="6393180" cy="830997"/>
            <a:chOff x="5463540" y="4783284"/>
            <a:chExt cx="6393180" cy="83099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2F15EC9-12FA-4FD1-BD90-3D815569F7A4}"/>
                </a:ext>
              </a:extLst>
            </p:cNvPr>
            <p:cNvSpPr txBox="1"/>
            <p:nvPr/>
          </p:nvSpPr>
          <p:spPr>
            <a:xfrm>
              <a:off x="5669280" y="4783284"/>
              <a:ext cx="618744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400" b="1" dirty="0">
                  <a:latin typeface="Calibri" pitchFamily="34" charset="0"/>
                  <a:cs typeface="Calibri" pitchFamily="34" charset="0"/>
                </a:rPr>
                <a:t>Data-Object: 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instance with default attributes</a:t>
              </a:r>
              <a:br>
                <a:rPr lang="en-US" sz="2400" dirty="0">
                  <a:latin typeface="Calibri" pitchFamily="34" charset="0"/>
                  <a:cs typeface="Calibri" pitchFamily="34" charset="0"/>
                </a:rPr>
              </a:br>
              <a:r>
                <a:rPr lang="en-US" sz="2400" dirty="0" err="1">
                  <a:latin typeface="Calibri" pitchFamily="34" charset="0"/>
                  <a:cs typeface="Calibri" pitchFamily="34" charset="0"/>
                </a:rPr>
                <a:t>eg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: </a:t>
              </a:r>
              <a:r>
                <a:rPr lang="en-US" sz="2400" dirty="0" err="1">
                  <a:latin typeface="Calibri" pitchFamily="34" charset="0"/>
                  <a:cs typeface="Calibri" pitchFamily="34" charset="0"/>
                </a:rPr>
                <a:t>MemberCard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{</a:t>
              </a:r>
              <a:r>
                <a:rPr lang="en-US" sz="2400" b="1" dirty="0" err="1">
                  <a:solidFill>
                    <a:srgbClr val="00B050"/>
                  </a:solidFill>
                  <a:latin typeface="Calibri" pitchFamily="34" charset="0"/>
                  <a:cs typeface="Calibri" pitchFamily="34" charset="0"/>
                </a:rPr>
                <a:t>fidelityPoints</a:t>
              </a:r>
              <a:r>
                <a:rPr lang="en-US" sz="2400" b="1" dirty="0">
                  <a:solidFill>
                    <a:srgbClr val="00B050"/>
                  </a:solidFill>
                  <a:latin typeface="Calibri" pitchFamily="34" charset="0"/>
                  <a:cs typeface="Calibri" pitchFamily="34" charset="0"/>
                </a:rPr>
                <a:t>=0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;</a:t>
              </a:r>
              <a:r>
                <a:rPr lang="en-US" sz="2400" strike="sngStrike" dirty="0">
                  <a:solidFill>
                    <a:srgbClr val="FF0000"/>
                  </a:solidFill>
                  <a:latin typeface="Calibri" pitchFamily="34" charset="0"/>
                  <a:cs typeface="Calibri" pitchFamily="34" charset="0"/>
                </a:rPr>
                <a:t>email=null;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}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67D8882-FAAE-425A-B949-E2B438540A30}"/>
                </a:ext>
              </a:extLst>
            </p:cNvPr>
            <p:cNvCxnSpPr>
              <a:cxnSpLocks/>
              <a:endCxn id="6" idx="1"/>
            </p:cNvCxnSpPr>
            <p:nvPr/>
          </p:nvCxnSpPr>
          <p:spPr bwMode="auto">
            <a:xfrm flipV="1">
              <a:off x="5463540" y="5198783"/>
              <a:ext cx="205740" cy="358492"/>
            </a:xfrm>
            <a:prstGeom prst="straightConnector1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6138D7D-3D09-4805-8C93-3A3BCFFFCE61}"/>
              </a:ext>
            </a:extLst>
          </p:cNvPr>
          <p:cNvGrpSpPr/>
          <p:nvPr/>
        </p:nvGrpSpPr>
        <p:grpSpPr>
          <a:xfrm>
            <a:off x="5521414" y="5727545"/>
            <a:ext cx="6393180" cy="486103"/>
            <a:chOff x="5463540" y="5640377"/>
            <a:chExt cx="6393180" cy="48610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874673D-B792-4230-9CBF-862FA9FFE7C9}"/>
                </a:ext>
              </a:extLst>
            </p:cNvPr>
            <p:cNvSpPr txBox="1"/>
            <p:nvPr/>
          </p:nvSpPr>
          <p:spPr>
            <a:xfrm>
              <a:off x="5669280" y="5664815"/>
              <a:ext cx="61874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sz="2400" b="1" dirty="0">
                  <a:latin typeface="Calibri" pitchFamily="34" charset="0"/>
                  <a:cs typeface="Calibri" pitchFamily="34" charset="0"/>
                </a:rPr>
                <a:t>Behavior-Object:</a:t>
              </a:r>
              <a:endParaRPr lang="en-US" sz="2400" dirty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DABF0562-0851-4937-BDE4-FD77431295DD}"/>
                </a:ext>
              </a:extLst>
            </p:cNvPr>
            <p:cNvCxnSpPr>
              <a:cxnSpLocks/>
              <a:endCxn id="8" idx="1"/>
            </p:cNvCxnSpPr>
            <p:nvPr/>
          </p:nvCxnSpPr>
          <p:spPr bwMode="auto">
            <a:xfrm>
              <a:off x="5463540" y="5640377"/>
              <a:ext cx="205740" cy="255271"/>
            </a:xfrm>
            <a:prstGeom prst="straightConnector1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3340401-0489-4CD7-B6CC-1AE298A65CDC}"/>
              </a:ext>
            </a:extLst>
          </p:cNvPr>
          <p:cNvSpPr txBox="1"/>
          <p:nvPr/>
        </p:nvSpPr>
        <p:spPr>
          <a:xfrm>
            <a:off x="7684815" y="5775688"/>
            <a:ext cx="30557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Null Object Pattern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D2522E-958F-4CE2-9D06-89E2202540E6}"/>
              </a:ext>
            </a:extLst>
          </p:cNvPr>
          <p:cNvSpPr txBox="1"/>
          <p:nvPr/>
        </p:nvSpPr>
        <p:spPr>
          <a:xfrm>
            <a:off x="9061976" y="4358253"/>
            <a:ext cx="3165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Calibri" pitchFamily="34" charset="0"/>
                <a:cs typeface="Calibri" pitchFamily="34" charset="0"/>
              </a:rPr>
              <a:t>0 = business valid value</a:t>
            </a:r>
          </a:p>
        </p:txBody>
      </p:sp>
    </p:spTree>
    <p:extLst>
      <p:ext uri="{BB962C8B-B14F-4D97-AF65-F5344CB8AC3E}">
        <p14:creationId xmlns:p14="http://schemas.microsoft.com/office/powerpoint/2010/main" val="18761861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58BB93E-C0E1-42C5-A87B-7BA76E7D04FC}"/>
              </a:ext>
            </a:extLst>
          </p:cNvPr>
          <p:cNvSpPr/>
          <p:nvPr/>
        </p:nvSpPr>
        <p:spPr bwMode="auto">
          <a:xfrm>
            <a:off x="4771556" y="2624085"/>
            <a:ext cx="1348746" cy="59855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latin typeface="Calibri" pitchFamily="34" charset="0"/>
                <a:cs typeface="Calibri" pitchFamily="34" charset="0"/>
              </a:rPr>
              <a:t>IA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C40603-61EE-4880-84B8-BBE41C8D31F5}"/>
              </a:ext>
            </a:extLst>
          </p:cNvPr>
          <p:cNvSpPr/>
          <p:nvPr/>
        </p:nvSpPr>
        <p:spPr bwMode="auto">
          <a:xfrm>
            <a:off x="6691505" y="2191387"/>
            <a:ext cx="1348746" cy="59855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400" dirty="0">
                <a:latin typeface="Calibri" pitchFamily="34" charset="0"/>
                <a:cs typeface="Calibri" pitchFamily="34" charset="0"/>
              </a:rPr>
              <a:t>A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AA41E9-3A0A-486F-9D55-221BC4A31800}"/>
              </a:ext>
            </a:extLst>
          </p:cNvPr>
          <p:cNvCxnSpPr>
            <a:cxnSpLocks/>
          </p:cNvCxnSpPr>
          <p:nvPr/>
        </p:nvCxnSpPr>
        <p:spPr bwMode="auto">
          <a:xfrm flipH="1">
            <a:off x="6120302" y="2490662"/>
            <a:ext cx="571203" cy="432698"/>
          </a:xfrm>
          <a:prstGeom prst="straightConnector1">
            <a:avLst/>
          </a:prstGeom>
          <a:solidFill>
            <a:srgbClr val="C0C0C0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553EF87-E001-4B14-8689-FAE710747705}"/>
              </a:ext>
            </a:extLst>
          </p:cNvPr>
          <p:cNvGrpSpPr/>
          <p:nvPr/>
        </p:nvGrpSpPr>
        <p:grpSpPr>
          <a:xfrm>
            <a:off x="6120302" y="2923360"/>
            <a:ext cx="2630158" cy="761761"/>
            <a:chOff x="5686248" y="3472798"/>
            <a:chExt cx="2630158" cy="76176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0F308E0-0292-48F1-91FD-254DE5006A09}"/>
                </a:ext>
              </a:extLst>
            </p:cNvPr>
            <p:cNvSpPr/>
            <p:nvPr/>
          </p:nvSpPr>
          <p:spPr bwMode="auto">
            <a:xfrm>
              <a:off x="6257449" y="3636009"/>
              <a:ext cx="2058957" cy="598550"/>
            </a:xfrm>
            <a:prstGeom prst="rect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4400" dirty="0" err="1">
                  <a:latin typeface="Calibri" pitchFamily="34" charset="0"/>
                  <a:cs typeface="Calibri" pitchFamily="34" charset="0"/>
                </a:rPr>
                <a:t>NoopA</a:t>
              </a:r>
              <a:endParaRPr lang="en-US" sz="4400" dirty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1B4477E-9544-407B-8C80-B76BAA98308F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5686248" y="3472798"/>
              <a:ext cx="571202" cy="462486"/>
            </a:xfrm>
            <a:prstGeom prst="straightConnector1">
              <a:avLst/>
            </a:prstGeom>
            <a:solidFill>
              <a:srgbClr val="C0C0C0"/>
            </a:solidFill>
            <a:ln w="571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pic>
        <p:nvPicPr>
          <p:cNvPr id="2050" name="Picture 2" descr="Imagini pentru stuffed cat">
            <a:extLst>
              <a:ext uri="{FF2B5EF4-FFF2-40B4-BE49-F238E27FC236}">
                <a16:creationId xmlns:a16="http://schemas.microsoft.com/office/drawing/2014/main" id="{44970A91-1593-4CE9-AC5B-B0C987936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1452" y="1749240"/>
            <a:ext cx="3844413" cy="3844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4FFD36-D2C6-447F-A8B9-F0B6DE681604}"/>
              </a:ext>
            </a:extLst>
          </p:cNvPr>
          <p:cNvSpPr txBox="1"/>
          <p:nvPr/>
        </p:nvSpPr>
        <p:spPr>
          <a:xfrm>
            <a:off x="3288500" y="4219800"/>
            <a:ext cx="561499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200" dirty="0">
                <a:latin typeface="Calibri" pitchFamily="34" charset="0"/>
                <a:cs typeface="Calibri" pitchFamily="34" charset="0"/>
              </a:rPr>
              <a:t>1) Extract Interface</a:t>
            </a:r>
          </a:p>
          <a:p>
            <a:pPr algn="l"/>
            <a:r>
              <a:rPr lang="en-US" sz="3200" dirty="0">
                <a:latin typeface="Calibri" pitchFamily="34" charset="0"/>
                <a:cs typeface="Calibri" pitchFamily="34" charset="0"/>
              </a:rPr>
              <a:t>2) Reimplement to do &lt;nothing&gt;</a:t>
            </a:r>
          </a:p>
        </p:txBody>
      </p:sp>
      <p:sp>
        <p:nvSpPr>
          <p:cNvPr id="21" name="Title 2">
            <a:extLst>
              <a:ext uri="{FF2B5EF4-FFF2-40B4-BE49-F238E27FC236}">
                <a16:creationId xmlns:a16="http://schemas.microsoft.com/office/drawing/2014/main" id="{9F54A2E4-FBF6-4B0F-B748-729D15A62D33}"/>
              </a:ext>
            </a:extLst>
          </p:cNvPr>
          <p:cNvSpPr txBox="1">
            <a:spLocks/>
          </p:cNvSpPr>
          <p:nvPr/>
        </p:nvSpPr>
        <p:spPr>
          <a:xfrm>
            <a:off x="762000" y="336575"/>
            <a:ext cx="10972800" cy="613568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chemeClr val="tx1"/>
                </a:solidFill>
                <a:latin typeface="Calibri" pitchFamily="34" charset="0"/>
                <a:ea typeface="+mj-ea"/>
                <a:cs typeface="Calibri" pitchFamily="34" charset="0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200" b="1">
                <a:solidFill>
                  <a:schemeClr val="accent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en-US" sz="5400" kern="0" dirty="0"/>
              <a:t>Null Object Pattern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A010C2-173E-4DB6-BEE8-069167CF4465}"/>
              </a:ext>
            </a:extLst>
          </p:cNvPr>
          <p:cNvSpPr txBox="1"/>
          <p:nvPr/>
        </p:nvSpPr>
        <p:spPr>
          <a:xfrm>
            <a:off x="895256" y="6077752"/>
            <a:ext cx="104501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Examples: dummy authenticator,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noop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 notifier, silent logger </a:t>
            </a:r>
            <a:r>
              <a:rPr lang="en-US" sz="2400" i="1" dirty="0">
                <a:latin typeface="Calibri" pitchFamily="34" charset="0"/>
                <a:cs typeface="Calibri" pitchFamily="34" charset="0"/>
              </a:rPr>
              <a:t>= side effecting object</a:t>
            </a:r>
          </a:p>
        </p:txBody>
      </p:sp>
    </p:spTree>
    <p:extLst>
      <p:ext uri="{BB962C8B-B14F-4D97-AF65-F5344CB8AC3E}">
        <p14:creationId xmlns:p14="http://schemas.microsoft.com/office/powerpoint/2010/main" val="383001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21000"/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9E15EE-A881-4E08-A7F7-F28FC0E2B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66316"/>
            <a:ext cx="11208327" cy="6125368"/>
          </a:xfrm>
        </p:spPr>
        <p:txBody>
          <a:bodyPr>
            <a:normAutofit fontScale="70000" lnSpcReduction="20000"/>
          </a:bodyPr>
          <a:lstStyle/>
          <a:p>
            <a:pPr marL="346075" indent="-346075">
              <a:lnSpc>
                <a:spcPct val="160000"/>
              </a:lnSpc>
              <a:buFont typeface="+mj-lt"/>
              <a:buAutoNum type="arabicPeriod"/>
              <a:tabLst>
                <a:tab pos="854075" algn="l"/>
              </a:tabLst>
            </a:pPr>
            <a:r>
              <a:rPr lang="en-US" sz="3600" dirty="0"/>
              <a:t>Ensure max 1 instance gets created</a:t>
            </a:r>
            <a:endParaRPr lang="en-US" sz="2400" dirty="0"/>
          </a:p>
          <a:p>
            <a:pPr marL="346075" indent="-346075">
              <a:lnSpc>
                <a:spcPct val="160000"/>
              </a:lnSpc>
              <a:buFont typeface="+mj-lt"/>
              <a:buAutoNum type="arabicPeriod"/>
              <a:tabLst>
                <a:tab pos="854075" algn="l"/>
              </a:tabLst>
            </a:pPr>
            <a:r>
              <a:rPr lang="en-US" sz="3600" dirty="0"/>
              <a:t>Allow to construct types you don't know about</a:t>
            </a:r>
            <a:endParaRPr lang="en-US" sz="2400" dirty="0"/>
          </a:p>
          <a:p>
            <a:pPr marL="346075" indent="-346075">
              <a:lnSpc>
                <a:spcPct val="160000"/>
              </a:lnSpc>
              <a:buFont typeface="+mj-lt"/>
              <a:buAutoNum type="arabicPeriod"/>
              <a:tabLst>
                <a:tab pos="854075" algn="l"/>
              </a:tabLst>
            </a:pPr>
            <a:r>
              <a:rPr lang="en-US" sz="3600" dirty="0">
                <a:sym typeface="Wingdings" panose="05000000000000000000" pitchFamily="2" charset="2"/>
              </a:rPr>
              <a:t>Construct test data</a:t>
            </a:r>
            <a:endParaRPr lang="en-US" sz="2400" dirty="0">
              <a:sym typeface="Wingdings" panose="05000000000000000000" pitchFamily="2" charset="2"/>
            </a:endParaRPr>
          </a:p>
          <a:p>
            <a:pPr marL="346075" indent="-346075">
              <a:lnSpc>
                <a:spcPct val="160000"/>
              </a:lnSpc>
              <a:buFont typeface="+mj-lt"/>
              <a:buAutoNum type="arabicPeriod"/>
              <a:tabLst>
                <a:tab pos="854075" algn="l"/>
              </a:tabLst>
            </a:pPr>
            <a:r>
              <a:rPr lang="en-US" sz="3600" dirty="0">
                <a:sym typeface="Wingdings" panose="05000000000000000000" pitchFamily="2" charset="2"/>
              </a:rPr>
              <a:t>Instead of multiple overloaded constructors</a:t>
            </a:r>
          </a:p>
          <a:p>
            <a:pPr marL="346075" indent="-346075">
              <a:lnSpc>
                <a:spcPct val="160000"/>
              </a:lnSpc>
              <a:buFont typeface="+mj-lt"/>
              <a:buAutoNum type="arabicPeriod"/>
              <a:tabLst>
                <a:tab pos="854075" algn="l"/>
              </a:tabLst>
            </a:pPr>
            <a:r>
              <a:rPr lang="en-US" sz="3600" dirty="0"/>
              <a:t>Hide a constructor with too many arguments</a:t>
            </a:r>
          </a:p>
          <a:p>
            <a:pPr marL="346075" indent="-346075">
              <a:lnSpc>
                <a:spcPct val="160000"/>
              </a:lnSpc>
              <a:buFont typeface="+mj-lt"/>
              <a:buAutoNum type="arabicPeriod"/>
              <a:tabLst>
                <a:tab pos="854075" algn="l"/>
              </a:tabLst>
            </a:pPr>
            <a:r>
              <a:rPr lang="en-US" sz="3600" dirty="0"/>
              <a:t>Share data throughout your entire application</a:t>
            </a:r>
          </a:p>
          <a:p>
            <a:pPr marL="346075" indent="-346075">
              <a:lnSpc>
                <a:spcPct val="160000"/>
              </a:lnSpc>
              <a:buFont typeface="+mj-lt"/>
              <a:buAutoNum type="arabicPeriod"/>
              <a:tabLst>
                <a:tab pos="854075" algn="l"/>
              </a:tabLst>
            </a:pPr>
            <a:r>
              <a:rPr lang="en-US" sz="3600" dirty="0"/>
              <a:t>Changing an immutable object</a:t>
            </a:r>
          </a:p>
          <a:p>
            <a:pPr marL="346075" indent="-346075">
              <a:lnSpc>
                <a:spcPct val="160000"/>
              </a:lnSpc>
              <a:buFont typeface="+mj-lt"/>
              <a:buAutoNum type="arabicPeriod"/>
              <a:tabLst>
                <a:tab pos="854075" algn="l"/>
              </a:tabLst>
            </a:pPr>
            <a:r>
              <a:rPr lang="en-US" sz="3600" dirty="0"/>
              <a:t>Hide complex creation or dependencies</a:t>
            </a:r>
          </a:p>
          <a:p>
            <a:pPr marL="346075" indent="-346075">
              <a:lnSpc>
                <a:spcPct val="160000"/>
              </a:lnSpc>
              <a:buFont typeface="+mj-lt"/>
              <a:buAutoNum type="arabicPeriod"/>
              <a:tabLst>
                <a:tab pos="854075" algn="l"/>
              </a:tabLst>
            </a:pPr>
            <a:r>
              <a:rPr lang="en-US" sz="3600" dirty="0">
                <a:sym typeface="Wingdings" panose="05000000000000000000" pitchFamily="2" charset="2"/>
              </a:rPr>
              <a:t>Avoid nulls</a:t>
            </a:r>
          </a:p>
          <a:p>
            <a:pPr marL="346075" indent="-346075">
              <a:lnSpc>
                <a:spcPct val="160000"/>
              </a:lnSpc>
              <a:buFont typeface="+mj-lt"/>
              <a:buAutoNum type="arabicPeriod"/>
              <a:tabLst>
                <a:tab pos="854075" algn="l"/>
              </a:tabLst>
            </a:pPr>
            <a:r>
              <a:rPr lang="en-US" sz="3600" dirty="0">
                <a:sym typeface="Wingdings" panose="05000000000000000000" pitchFamily="2" charset="2"/>
              </a:rPr>
              <a:t>Life-cycle: dedicated instance per HTTP request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6FFD49-242C-40F6-B008-778EEFAF3CFA}"/>
              </a:ext>
            </a:extLst>
          </p:cNvPr>
          <p:cNvSpPr/>
          <p:nvPr/>
        </p:nvSpPr>
        <p:spPr bwMode="auto">
          <a:xfrm>
            <a:off x="10139680" y="150037"/>
            <a:ext cx="1852814" cy="432558"/>
          </a:xfrm>
          <a:prstGeom prst="roundRect">
            <a:avLst>
              <a:gd name="adj" fmla="val 27478"/>
            </a:avLst>
          </a:prstGeom>
          <a:solidFill>
            <a:srgbClr val="0099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Abstract Factory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D105175-FFF1-433B-B3EA-0AE98D3A30E8}"/>
              </a:ext>
            </a:extLst>
          </p:cNvPr>
          <p:cNvSpPr/>
          <p:nvPr/>
        </p:nvSpPr>
        <p:spPr bwMode="auto">
          <a:xfrm>
            <a:off x="10139680" y="4500175"/>
            <a:ext cx="1852814" cy="432558"/>
          </a:xfrm>
          <a:prstGeom prst="roundRect">
            <a:avLst>
              <a:gd name="adj" fmla="val 27478"/>
            </a:avLst>
          </a:prstGeom>
          <a:solidFill>
            <a:srgbClr val="0099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Request Scoped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DF74904-0C4C-4745-A4F8-A44E261ACE37}"/>
              </a:ext>
            </a:extLst>
          </p:cNvPr>
          <p:cNvSpPr/>
          <p:nvPr/>
        </p:nvSpPr>
        <p:spPr bwMode="auto">
          <a:xfrm>
            <a:off x="10139680" y="3924805"/>
            <a:ext cx="1852814" cy="432558"/>
          </a:xfrm>
          <a:prstGeom prst="roundRect">
            <a:avLst>
              <a:gd name="adj" fmla="val 27478"/>
            </a:avLst>
          </a:prstGeom>
          <a:solidFill>
            <a:srgbClr val="0099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Singleton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13AC908-3BFD-44F3-AECA-4DD7EFD5BC12}"/>
              </a:ext>
            </a:extLst>
          </p:cNvPr>
          <p:cNvSpPr/>
          <p:nvPr/>
        </p:nvSpPr>
        <p:spPr bwMode="auto">
          <a:xfrm>
            <a:off x="10139679" y="2431447"/>
            <a:ext cx="1852812" cy="432558"/>
          </a:xfrm>
          <a:prstGeom prst="roundRect">
            <a:avLst>
              <a:gd name="adj" fmla="val 27478"/>
            </a:avLst>
          </a:prstGeom>
          <a:solidFill>
            <a:srgbClr val="0099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Object Mother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0AA75E-DF45-471C-B491-B00F669F30AD}"/>
              </a:ext>
            </a:extLst>
          </p:cNvPr>
          <p:cNvSpPr/>
          <p:nvPr/>
        </p:nvSpPr>
        <p:spPr bwMode="auto">
          <a:xfrm>
            <a:off x="10139680" y="786369"/>
            <a:ext cx="1852814" cy="432558"/>
          </a:xfrm>
          <a:prstGeom prst="roundRect">
            <a:avLst>
              <a:gd name="adj" fmla="val 27478"/>
            </a:avLst>
          </a:prstGeom>
          <a:solidFill>
            <a:srgbClr val="0099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Factory Class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6717E54-D07A-4C12-8193-4E84E480E95D}"/>
              </a:ext>
            </a:extLst>
          </p:cNvPr>
          <p:cNvSpPr/>
          <p:nvPr/>
        </p:nvSpPr>
        <p:spPr bwMode="auto">
          <a:xfrm>
            <a:off x="10139680" y="5401346"/>
            <a:ext cx="1852814" cy="432558"/>
          </a:xfrm>
          <a:prstGeom prst="roundRect">
            <a:avLst>
              <a:gd name="adj" fmla="val 27478"/>
            </a:avLst>
          </a:prstGeom>
          <a:solidFill>
            <a:srgbClr val="0099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Optional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D0DC144-8F77-480F-B10D-FE00C7C71F5D}"/>
              </a:ext>
            </a:extLst>
          </p:cNvPr>
          <p:cNvSpPr/>
          <p:nvPr/>
        </p:nvSpPr>
        <p:spPr bwMode="auto">
          <a:xfrm>
            <a:off x="10139680" y="5976716"/>
            <a:ext cx="1852814" cy="432558"/>
          </a:xfrm>
          <a:prstGeom prst="roundRect">
            <a:avLst>
              <a:gd name="adj" fmla="val 27478"/>
            </a:avLst>
          </a:prstGeom>
          <a:solidFill>
            <a:srgbClr val="0099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Null Object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5CA4452-D885-4529-A123-8B40800C5136}"/>
              </a:ext>
            </a:extLst>
          </p:cNvPr>
          <p:cNvSpPr/>
          <p:nvPr/>
        </p:nvSpPr>
        <p:spPr bwMode="auto">
          <a:xfrm>
            <a:off x="10139680" y="1388498"/>
            <a:ext cx="1852814" cy="432558"/>
          </a:xfrm>
          <a:prstGeom prst="roundRect">
            <a:avLst>
              <a:gd name="adj" fmla="val 27478"/>
            </a:avLst>
          </a:prstGeom>
          <a:solidFill>
            <a:srgbClr val="0099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Factory Method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62F172-E787-4BB9-9C95-92D478CCB37B}"/>
              </a:ext>
            </a:extLst>
          </p:cNvPr>
          <p:cNvSpPr/>
          <p:nvPr/>
        </p:nvSpPr>
        <p:spPr bwMode="auto">
          <a:xfrm>
            <a:off x="10139680" y="3097472"/>
            <a:ext cx="1852812" cy="432558"/>
          </a:xfrm>
          <a:prstGeom prst="roundRect">
            <a:avLst>
              <a:gd name="adj" fmla="val 27478"/>
            </a:avLst>
          </a:prstGeom>
          <a:solidFill>
            <a:srgbClr val="009900"/>
          </a:solidFill>
          <a:ln>
            <a:headEnd type="none" w="med" len="med"/>
            <a:tailEnd type="none" w="med" len="med"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Fluent Builder</a:t>
            </a:r>
          </a:p>
        </p:txBody>
      </p:sp>
    </p:spTree>
    <p:extLst>
      <p:ext uri="{BB962C8B-B14F-4D97-AF65-F5344CB8AC3E}">
        <p14:creationId xmlns:p14="http://schemas.microsoft.com/office/powerpoint/2010/main" val="2744103239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85AF11-F29E-4C86-93D6-27EC8FD0CB6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pPr>
              <a:defRPr/>
            </a:pPr>
            <a:fld id="{BF25D2A3-4826-4B09-B1B9-24AB4194FE29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pic>
        <p:nvPicPr>
          <p:cNvPr id="2050" name="Picture 2" descr="Huh dictionary definition | huh defined">
            <a:extLst>
              <a:ext uri="{FF2B5EF4-FFF2-40B4-BE49-F238E27FC236}">
                <a16:creationId xmlns:a16="http://schemas.microsoft.com/office/drawing/2014/main" id="{B4A2DD54-DA3A-4AFD-9FDF-47961158F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884" y="2999162"/>
            <a:ext cx="5016710" cy="384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3EA0F82-3752-479F-A0A1-8D7E57889011}"/>
              </a:ext>
            </a:extLst>
          </p:cNvPr>
          <p:cNvSpPr txBox="1"/>
          <p:nvPr/>
        </p:nvSpPr>
        <p:spPr>
          <a:xfrm>
            <a:off x="4173423" y="2623209"/>
            <a:ext cx="384515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latin typeface="Calibri" pitchFamily="34" charset="0"/>
                <a:cs typeface="Calibri" pitchFamily="34" charset="0"/>
              </a:rPr>
              <a:t>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BAEB58-072D-43F7-8360-5D3DCD1453D8}"/>
              </a:ext>
            </a:extLst>
          </p:cNvPr>
          <p:cNvSpPr txBox="1"/>
          <p:nvPr/>
        </p:nvSpPr>
        <p:spPr>
          <a:xfrm>
            <a:off x="3556014" y="1396576"/>
            <a:ext cx="50799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Calibri" pitchFamily="34" charset="0"/>
                <a:cs typeface="Calibri" pitchFamily="34" charset="0"/>
              </a:rPr>
              <a:t>Creational Patterns</a:t>
            </a:r>
          </a:p>
        </p:txBody>
      </p:sp>
    </p:spTree>
    <p:extLst>
      <p:ext uri="{BB962C8B-B14F-4D97-AF65-F5344CB8AC3E}">
        <p14:creationId xmlns:p14="http://schemas.microsoft.com/office/powerpoint/2010/main" val="3574287690"/>
      </p:ext>
    </p:extLst>
  </p:cSld>
  <p:clrMapOvr>
    <a:masterClrMapping/>
  </p:clrMapOvr>
  <p:transition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1885C1-157C-5076-7248-4E6A94E0756E}"/>
              </a:ext>
            </a:extLst>
          </p:cNvPr>
          <p:cNvSpPr txBox="1"/>
          <p:nvPr/>
        </p:nvSpPr>
        <p:spPr>
          <a:xfrm>
            <a:off x="2720717" y="485774"/>
            <a:ext cx="6750566" cy="21713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>
                <a:latin typeface="Zapfino" panose="03030300040707070C03" pitchFamily="66" charset="77"/>
                <a:cs typeface="Calibri" pitchFamily="34" charset="0"/>
              </a:rPr>
              <a:t>Intercepting Calls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65CE90-F46C-B00C-1B62-126CB593C076}"/>
              </a:ext>
            </a:extLst>
          </p:cNvPr>
          <p:cNvSpPr txBox="1"/>
          <p:nvPr/>
        </p:nvSpPr>
        <p:spPr>
          <a:xfrm>
            <a:off x="4107153" y="3809742"/>
            <a:ext cx="397769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Decorator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Proxy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Aspect-Oriented Programming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Execute-Around (FP)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C1B95A-AE42-78EE-1CAE-DC3D69109C12}"/>
              </a:ext>
            </a:extLst>
          </p:cNvPr>
          <p:cNvSpPr txBox="1"/>
          <p:nvPr/>
        </p:nvSpPr>
        <p:spPr>
          <a:xfrm>
            <a:off x="2995634" y="2714626"/>
            <a:ext cx="62007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50000"/>
                    <a:lumOff val="50000"/>
                  </a:schemeClr>
                </a:solidFill>
                <a:latin typeface="Monotype Corsiva" panose="03010101010201010101" pitchFamily="66" charset="0"/>
                <a:cs typeface="Calibri" pitchFamily="34" charset="0"/>
              </a:rPr>
              <a:t>Wrap some code around existing methods</a:t>
            </a:r>
          </a:p>
        </p:txBody>
      </p:sp>
      <p:pic>
        <p:nvPicPr>
          <p:cNvPr id="1026" name="Picture 2" descr="Waving a magic wand (The language of false solutions) – About Words –  Cambridge Dictionary blog">
            <a:extLst>
              <a:ext uri="{FF2B5EF4-FFF2-40B4-BE49-F238E27FC236}">
                <a16:creationId xmlns:a16="http://schemas.microsoft.com/office/drawing/2014/main" id="{0DAA9DEF-763D-DB6A-9004-5487CEAE42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308919" y="3667473"/>
            <a:ext cx="3612292" cy="2408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2424436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9C76E1-8ED0-FC38-9B9F-F1E4DAC95ED1}"/>
              </a:ext>
            </a:extLst>
          </p:cNvPr>
          <p:cNvSpPr txBox="1"/>
          <p:nvPr/>
        </p:nvSpPr>
        <p:spPr>
          <a:xfrm>
            <a:off x="4173632" y="877438"/>
            <a:ext cx="3538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Some code</a:t>
            </a:r>
            <a:br>
              <a:rPr lang="en-US" sz="2400" dirty="0">
                <a:latin typeface="Calibri" pitchFamily="34" charset="0"/>
                <a:cs typeface="Calibri" pitchFamily="34" charset="0"/>
              </a:rPr>
            </a:br>
            <a:r>
              <a:rPr lang="en-US" sz="2400" dirty="0">
                <a:latin typeface="Calibri" pitchFamily="34" charset="0"/>
                <a:cs typeface="Calibri" pitchFamily="34" charset="0"/>
              </a:rPr>
              <a:t>expects an object of type 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98E83-B6FB-62A2-A14A-ADD5D78517CD}"/>
              </a:ext>
            </a:extLst>
          </p:cNvPr>
          <p:cNvSpPr txBox="1"/>
          <p:nvPr/>
        </p:nvSpPr>
        <p:spPr>
          <a:xfrm>
            <a:off x="1542630" y="906378"/>
            <a:ext cx="1736373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code(T t)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..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AA90D-DA7D-51E8-0C18-7F829C7A79A5}"/>
              </a:ext>
            </a:extLst>
          </p:cNvPr>
          <p:cNvSpPr txBox="1"/>
          <p:nvPr/>
        </p:nvSpPr>
        <p:spPr>
          <a:xfrm>
            <a:off x="8465474" y="887385"/>
            <a:ext cx="1877437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T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m(..) {..}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551B32F-4A40-EDB9-19A1-DA7123015CA6}"/>
              </a:ext>
            </a:extLst>
          </p:cNvPr>
          <p:cNvGrpSpPr/>
          <p:nvPr/>
        </p:nvGrpSpPr>
        <p:grpSpPr>
          <a:xfrm>
            <a:off x="4236214" y="2583404"/>
            <a:ext cx="7799468" cy="2554545"/>
            <a:chOff x="4236214" y="2583404"/>
            <a:chExt cx="7799468" cy="2554545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2AE35A2-D8F9-C2E9-5D96-7F0D665BD44A}"/>
                </a:ext>
              </a:extLst>
            </p:cNvPr>
            <p:cNvSpPr txBox="1"/>
            <p:nvPr/>
          </p:nvSpPr>
          <p:spPr>
            <a:xfrm>
              <a:off x="8465474" y="2583404"/>
              <a:ext cx="3570208" cy="25545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l"/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0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TGreen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en-US" sz="2000" b="1" dirty="0">
                  <a:latin typeface="Consolas" panose="020B0609020204030204" pitchFamily="49" charset="0"/>
                  <a:cs typeface="Consolas" panose="020B0609020204030204" pitchFamily="49" charset="0"/>
                </a:rPr>
                <a:t>extends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T {</a:t>
              </a:r>
              <a:b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 @Override   </a:t>
              </a:r>
              <a:b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 m(..) {</a:t>
              </a:r>
              <a:b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   ..</a:t>
              </a:r>
              <a:b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en-US" sz="2000" b="1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super</a:t>
              </a:r>
              <a:r>
                <a:rPr lang="en-US" sz="20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.m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(..);</a:t>
              </a:r>
              <a:b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   ..</a:t>
              </a:r>
              <a:b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  }</a:t>
              </a:r>
              <a:b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EF8AB5-8AC1-DA75-3C64-003E644E20BF}"/>
                </a:ext>
              </a:extLst>
            </p:cNvPr>
            <p:cNvSpPr txBox="1"/>
            <p:nvPr/>
          </p:nvSpPr>
          <p:spPr>
            <a:xfrm>
              <a:off x="4236214" y="3953582"/>
              <a:ext cx="3413115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  <a:cs typeface="Calibri" pitchFamily="34" charset="0"/>
                </a:rPr>
                <a:t>Using </a:t>
              </a:r>
              <a:r>
                <a:rPr lang="en-US" sz="2400" b="1" dirty="0">
                  <a:latin typeface="Calibri" pitchFamily="34" charset="0"/>
                  <a:cs typeface="Calibri" pitchFamily="34" charset="0"/>
                </a:rPr>
                <a:t>extends </a:t>
              </a:r>
              <a:r>
                <a:rPr lang="en-US" sz="2400" b="1" dirty="0">
                  <a:latin typeface="Calibri" pitchFamily="34" charset="0"/>
                  <a:cs typeface="Calibri" pitchFamily="34" charset="0"/>
                  <a:sym typeface="Wingdings" pitchFamily="2" charset="2"/>
                </a:rPr>
                <a:t></a:t>
              </a:r>
              <a:endParaRPr lang="en-US" sz="2400" b="1" dirty="0">
                <a:latin typeface="Calibri" pitchFamily="34" charset="0"/>
                <a:cs typeface="Calibri" pitchFamily="34" charset="0"/>
              </a:endParaRPr>
            </a:p>
            <a:p>
              <a:r>
                <a:rPr lang="en-US" sz="2400" dirty="0">
                  <a:highlight>
                    <a:srgbClr val="FFFFCC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code(new </a:t>
              </a:r>
              <a:r>
                <a:rPr lang="en-US" sz="2400" dirty="0" err="1">
                  <a:highlight>
                    <a:srgbClr val="FFFFCC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TGreen</a:t>
              </a:r>
              <a:r>
                <a:rPr lang="en-US" sz="2400" dirty="0">
                  <a:highlight>
                    <a:srgbClr val="FFFFCC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());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FA6080D-AA96-ABB5-6202-C14E0358C6FE}"/>
              </a:ext>
            </a:extLst>
          </p:cNvPr>
          <p:cNvSpPr txBox="1"/>
          <p:nvPr/>
        </p:nvSpPr>
        <p:spPr>
          <a:xfrm>
            <a:off x="3008398" y="5614430"/>
            <a:ext cx="58687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But what if I want another variation (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TSilent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)?</a:t>
            </a:r>
            <a:br>
              <a:rPr lang="en-US" sz="2400" dirty="0">
                <a:latin typeface="Calibri" pitchFamily="34" charset="0"/>
                <a:cs typeface="Calibri" pitchFamily="34" charset="0"/>
              </a:rPr>
            </a:br>
            <a:r>
              <a:rPr lang="en-US" sz="2400" dirty="0">
                <a:latin typeface="Calibri" pitchFamily="34" charset="0"/>
                <a:cs typeface="Calibri" pitchFamily="34" charset="0"/>
              </a:rPr>
              <a:t>(then </a:t>
            </a:r>
            <a:r>
              <a:rPr lang="en-US" sz="2400" dirty="0" err="1">
                <a:latin typeface="Calibri" pitchFamily="34" charset="0"/>
                <a:cs typeface="Calibri" pitchFamily="34" charset="0"/>
              </a:rPr>
              <a:t>TGreenSilent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😨?)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7570788-3433-BF84-EA6D-2E8DAC8D4445}"/>
              </a:ext>
            </a:extLst>
          </p:cNvPr>
          <p:cNvGrpSpPr/>
          <p:nvPr/>
        </p:nvGrpSpPr>
        <p:grpSpPr>
          <a:xfrm>
            <a:off x="3311926" y="1800095"/>
            <a:ext cx="5153547" cy="1723411"/>
            <a:chOff x="3311926" y="1800095"/>
            <a:chExt cx="5153547" cy="172341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3DC4D6D-A792-61C0-7708-1EAFE8FD9690}"/>
                </a:ext>
              </a:extLst>
            </p:cNvPr>
            <p:cNvSpPr txBox="1"/>
            <p:nvPr/>
          </p:nvSpPr>
          <p:spPr>
            <a:xfrm>
              <a:off x="3632701" y="2138511"/>
              <a:ext cx="4620175" cy="13849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  <a:cs typeface="Calibri" pitchFamily="34" charset="0"/>
                </a:rPr>
                <a:t>Without editing the code of T,</a:t>
              </a:r>
              <a:br>
                <a:rPr lang="en-US" sz="2400" dirty="0">
                  <a:latin typeface="Calibri" pitchFamily="34" charset="0"/>
                  <a:cs typeface="Calibri" pitchFamily="34" charset="0"/>
                </a:rPr>
              </a:br>
              <a:r>
                <a:rPr lang="en-US" sz="2400" dirty="0">
                  <a:latin typeface="Calibri" pitchFamily="34" charset="0"/>
                  <a:cs typeface="Calibri" pitchFamily="34" charset="0"/>
                </a:rPr>
                <a:t>how can I do more on T's methods?</a:t>
              </a:r>
            </a:p>
            <a:p>
              <a:r>
                <a:rPr lang="en-US" sz="2400" dirty="0">
                  <a:highlight>
                    <a:srgbClr val="FFFFCC"/>
                  </a:highlight>
                  <a:latin typeface="Consolas" panose="020B0609020204030204" pitchFamily="49" charset="0"/>
                  <a:cs typeface="Consolas" panose="020B0609020204030204" pitchFamily="49" charset="0"/>
                </a:rPr>
                <a:t>code(new T());</a:t>
              </a:r>
            </a:p>
          </p:txBody>
        </p:sp>
        <p:pic>
          <p:nvPicPr>
            <p:cNvPr id="11" name="Picture 9" descr="E:\fppt\template\arrows\arrow7.png">
              <a:extLst>
                <a:ext uri="{FF2B5EF4-FFF2-40B4-BE49-F238E27FC236}">
                  <a16:creationId xmlns:a16="http://schemas.microsoft.com/office/drawing/2014/main" id="{E1C663A0-BAE9-E503-2373-32E12A2DFB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>
              <a:off x="7857266" y="1766756"/>
              <a:ext cx="574868" cy="6415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2" name="Picture 9" descr="E:\fppt\template\arrows\arrow7.png">
              <a:extLst>
                <a:ext uri="{FF2B5EF4-FFF2-40B4-BE49-F238E27FC236}">
                  <a16:creationId xmlns:a16="http://schemas.microsoft.com/office/drawing/2014/main" id="{8BC9C4D5-3E08-946E-57B1-4CD11875457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 flipH="1" flipV="1">
              <a:off x="3345266" y="1766755"/>
              <a:ext cx="574869" cy="6415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5" name="Cloud Callout 14">
            <a:extLst>
              <a:ext uri="{FF2B5EF4-FFF2-40B4-BE49-F238E27FC236}">
                <a16:creationId xmlns:a16="http://schemas.microsoft.com/office/drawing/2014/main" id="{C93114C7-BC6D-4E47-F979-B74289DDE722}"/>
              </a:ext>
            </a:extLst>
          </p:cNvPr>
          <p:cNvSpPr/>
          <p:nvPr/>
        </p:nvSpPr>
        <p:spPr bwMode="auto">
          <a:xfrm>
            <a:off x="352596" y="4405422"/>
            <a:ext cx="2717800" cy="1015663"/>
          </a:xfrm>
          <a:prstGeom prst="cloudCallout">
            <a:avLst>
              <a:gd name="adj1" fmla="val 54272"/>
              <a:gd name="adj2" fmla="val 77505"/>
            </a:avLst>
          </a:prstGeom>
          <a:solidFill>
            <a:srgbClr val="CC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Calibri" pitchFamily="34" charset="0"/>
                <a:cs typeface="Calibri" pitchFamily="34" charset="0"/>
              </a:rPr>
              <a:t>Can I </a:t>
            </a:r>
            <a:br>
              <a:rPr lang="en-US" dirty="0">
                <a:latin typeface="Calibri" pitchFamily="34" charset="0"/>
                <a:cs typeface="Calibri" pitchFamily="34" charset="0"/>
              </a:rPr>
            </a:br>
            <a:r>
              <a:rPr lang="en-US" dirty="0">
                <a:latin typeface="Calibri" pitchFamily="34" charset="0"/>
                <a:cs typeface="Calibri" pitchFamily="34" charset="0"/>
              </a:rPr>
              <a:t>"</a:t>
            </a:r>
            <a:r>
              <a:rPr lang="en-US" b="1" dirty="0">
                <a:latin typeface="Calibri" pitchFamily="34" charset="0"/>
                <a:cs typeface="Calibri" pitchFamily="34" charset="0"/>
              </a:rPr>
              <a:t>favor composition</a:t>
            </a:r>
            <a:br>
              <a:rPr lang="en-US" b="1" dirty="0">
                <a:latin typeface="Calibri" pitchFamily="34" charset="0"/>
                <a:cs typeface="Calibri" pitchFamily="34" charset="0"/>
              </a:rPr>
            </a:br>
            <a:r>
              <a:rPr lang="en-US" b="1" dirty="0">
                <a:latin typeface="Calibri" pitchFamily="34" charset="0"/>
                <a:cs typeface="Calibri" pitchFamily="34" charset="0"/>
              </a:rPr>
              <a:t>over inheritance</a:t>
            </a:r>
            <a:r>
              <a:rPr lang="en-US" dirty="0">
                <a:latin typeface="Calibri" pitchFamily="34" charset="0"/>
                <a:cs typeface="Calibri" pitchFamily="34" charset="0"/>
              </a:rPr>
              <a:t>"?</a:t>
            </a:r>
          </a:p>
        </p:txBody>
      </p:sp>
    </p:spTree>
    <p:extLst>
      <p:ext uri="{BB962C8B-B14F-4D97-AF65-F5344CB8AC3E}">
        <p14:creationId xmlns:p14="http://schemas.microsoft.com/office/powerpoint/2010/main" val="178443994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9C76E1-8ED0-FC38-9B9F-F1E4DAC95ED1}"/>
              </a:ext>
            </a:extLst>
          </p:cNvPr>
          <p:cNvSpPr txBox="1"/>
          <p:nvPr/>
        </p:nvSpPr>
        <p:spPr>
          <a:xfrm>
            <a:off x="4173632" y="877438"/>
            <a:ext cx="3538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Some code</a:t>
            </a:r>
            <a:br>
              <a:rPr lang="en-US" sz="2400" dirty="0">
                <a:latin typeface="Calibri" pitchFamily="34" charset="0"/>
                <a:cs typeface="Calibri" pitchFamily="34" charset="0"/>
              </a:rPr>
            </a:br>
            <a:r>
              <a:rPr lang="en-US" sz="2400" dirty="0">
                <a:latin typeface="Calibri" pitchFamily="34" charset="0"/>
                <a:cs typeface="Calibri" pitchFamily="34" charset="0"/>
              </a:rPr>
              <a:t>expects an object of type 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398E83-B6FB-62A2-A14A-ADD5D78517CD}"/>
              </a:ext>
            </a:extLst>
          </p:cNvPr>
          <p:cNvSpPr txBox="1"/>
          <p:nvPr/>
        </p:nvSpPr>
        <p:spPr>
          <a:xfrm>
            <a:off x="1542630" y="906378"/>
            <a:ext cx="1736373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code(T t)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..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AA90D-DA7D-51E8-0C18-7F829C7A79A5}"/>
              </a:ext>
            </a:extLst>
          </p:cNvPr>
          <p:cNvSpPr txBox="1"/>
          <p:nvPr/>
        </p:nvSpPr>
        <p:spPr>
          <a:xfrm>
            <a:off x="8465474" y="887385"/>
            <a:ext cx="2018501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interface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T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m(..);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AE35A2-D8F9-C2E9-5D96-7F0D665BD44A}"/>
              </a:ext>
            </a:extLst>
          </p:cNvPr>
          <p:cNvSpPr txBox="1"/>
          <p:nvPr/>
        </p:nvSpPr>
        <p:spPr>
          <a:xfrm>
            <a:off x="8465474" y="3890882"/>
            <a:ext cx="3570208" cy="2246769"/>
          </a:xfrm>
          <a:prstGeom prst="rect">
            <a:avLst/>
          </a:prstGeom>
          <a:solidFill>
            <a:srgbClr val="CC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TGreen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//decorator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highlight>
                  <a:srgbClr val="00B05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en-US" sz="2000" dirty="0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private T 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delegate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m(..)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.. </a:t>
            </a:r>
            <a:r>
              <a:rPr lang="en-US" sz="20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delegate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.m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(..);..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A6080D-AA96-ABB5-6202-C14E0358C6FE}"/>
              </a:ext>
            </a:extLst>
          </p:cNvPr>
          <p:cNvSpPr txBox="1"/>
          <p:nvPr/>
        </p:nvSpPr>
        <p:spPr>
          <a:xfrm>
            <a:off x="3224242" y="5121988"/>
            <a:ext cx="528221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(favor </a:t>
            </a:r>
            <a:r>
              <a:rPr lang="en-US" sz="2400" b="1" dirty="0">
                <a:latin typeface="Calibri" pitchFamily="34" charset="0"/>
                <a:cs typeface="Calibri" pitchFamily="34" charset="0"/>
              </a:rPr>
              <a:t>Composition over inheritance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)</a:t>
            </a:r>
          </a:p>
          <a:p>
            <a:r>
              <a:rPr lang="en-US" sz="2400" dirty="0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code(new </a:t>
            </a:r>
            <a:r>
              <a:rPr lang="en-US" sz="2400" dirty="0" err="1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TGreen</a:t>
            </a:r>
            <a:r>
              <a:rPr lang="en-US" sz="2400" dirty="0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(new </a:t>
            </a:r>
            <a:r>
              <a:rPr lang="en-US" sz="2400" dirty="0" err="1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TImpl</a:t>
            </a:r>
            <a:r>
              <a:rPr lang="en-US" sz="2400" dirty="0">
                <a:highlight>
                  <a:srgbClr val="FF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()));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AC5A9D-25CC-E8AB-D0D9-C24A17545980}"/>
              </a:ext>
            </a:extLst>
          </p:cNvPr>
          <p:cNvSpPr txBox="1"/>
          <p:nvPr/>
        </p:nvSpPr>
        <p:spPr>
          <a:xfrm>
            <a:off x="8465474" y="2194109"/>
            <a:ext cx="2582758" cy="132343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TImpl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highlight>
                  <a:srgbClr val="00B05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en-US" sz="2000" dirty="0">
                <a:highlight>
                  <a:srgbClr val="00B05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m(..) {..}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271789-E5B0-BFED-13D3-0386EE70F2C6}"/>
              </a:ext>
            </a:extLst>
          </p:cNvPr>
          <p:cNvSpPr txBox="1"/>
          <p:nvPr/>
        </p:nvSpPr>
        <p:spPr>
          <a:xfrm>
            <a:off x="4773735" y="1763696"/>
            <a:ext cx="23380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(T is an interface)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6E4F8F-4817-19E9-D5EA-1E4225AB930E}"/>
              </a:ext>
            </a:extLst>
          </p:cNvPr>
          <p:cNvSpPr txBox="1"/>
          <p:nvPr/>
        </p:nvSpPr>
        <p:spPr>
          <a:xfrm>
            <a:off x="3379083" y="3262182"/>
            <a:ext cx="512737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alibri" pitchFamily="34" charset="0"/>
                <a:cs typeface="Calibri" pitchFamily="34" charset="0"/>
              </a:rPr>
              <a:t>Decorator Pattern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Another implementation of an interface wrapping around the original object</a:t>
            </a:r>
            <a:endParaRPr lang="en-US" sz="2400" dirty="0">
              <a:highlight>
                <a:srgbClr val="FFFFCC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498CB4-6D7C-4BCB-EAF6-4D5900121DC0}"/>
              </a:ext>
            </a:extLst>
          </p:cNvPr>
          <p:cNvSpPr txBox="1"/>
          <p:nvPr/>
        </p:nvSpPr>
        <p:spPr>
          <a:xfrm>
            <a:off x="8540620" y="4261931"/>
            <a:ext cx="3565522" cy="2246769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TYellow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//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decoratr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T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private T 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delegate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m(..)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.. </a:t>
            </a:r>
            <a:r>
              <a:rPr lang="en-US" sz="2000" dirty="0" err="1">
                <a:solidFill>
                  <a:srgbClr val="7030A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delegate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.m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(..);..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ADA39B-A9EA-BF55-B468-8EDB20A2B851}"/>
              </a:ext>
            </a:extLst>
          </p:cNvPr>
          <p:cNvSpPr txBox="1"/>
          <p:nvPr/>
        </p:nvSpPr>
        <p:spPr>
          <a:xfrm>
            <a:off x="5348298" y="6288329"/>
            <a:ext cx="3243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Alternative Wrappers </a:t>
            </a:r>
            <a:r>
              <a:rPr lang="en-US" sz="2400" dirty="0">
                <a:latin typeface="Calibri" pitchFamily="34" charset="0"/>
                <a:cs typeface="Calibri" pitchFamily="34" charset="0"/>
                <a:sym typeface="Wingdings" pitchFamily="2" charset="2"/>
              </a:rPr>
              <a:t></a:t>
            </a:r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4312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/>
      <p:bldP spid="6" grpId="0" animBg="1"/>
      <p:bldP spid="10" grpId="0"/>
      <p:bldP spid="16" grpId="0"/>
      <p:bldP spid="2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Elbow Connector 30">
            <a:extLst>
              <a:ext uri="{FF2B5EF4-FFF2-40B4-BE49-F238E27FC236}">
                <a16:creationId xmlns:a16="http://schemas.microsoft.com/office/drawing/2014/main" id="{B3BD3161-4107-4398-AF51-E10BA0447632}"/>
              </a:ext>
            </a:extLst>
          </p:cNvPr>
          <p:cNvCxnSpPr>
            <a:cxnSpLocks/>
            <a:endCxn id="40" idx="3"/>
          </p:cNvCxnSpPr>
          <p:nvPr/>
        </p:nvCxnSpPr>
        <p:spPr bwMode="auto">
          <a:xfrm rot="5400000" flipH="1" flipV="1">
            <a:off x="5158040" y="3440571"/>
            <a:ext cx="512671" cy="1990336"/>
          </a:xfrm>
          <a:prstGeom prst="bentConnector3">
            <a:avLst>
              <a:gd name="adj1" fmla="val 50000"/>
            </a:avLst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39" name="Group 38"/>
          <p:cNvGrpSpPr/>
          <p:nvPr/>
        </p:nvGrpSpPr>
        <p:grpSpPr>
          <a:xfrm>
            <a:off x="3337980" y="4535528"/>
            <a:ext cx="2122433" cy="1368083"/>
            <a:chOff x="5518855" y="5045730"/>
            <a:chExt cx="1894840" cy="1049868"/>
          </a:xfrm>
        </p:grpSpPr>
        <p:sp>
          <p:nvSpPr>
            <p:cNvPr id="18" name="Rectangle 17"/>
            <p:cNvSpPr/>
            <p:nvPr/>
          </p:nvSpPr>
          <p:spPr bwMode="auto">
            <a:xfrm>
              <a:off x="5518855" y="5045730"/>
              <a:ext cx="1892300" cy="1049868"/>
            </a:xfrm>
            <a:prstGeom prst="rect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ts val="0"/>
                </a:spcBef>
              </a:pPr>
              <a:r>
                <a:rPr lang="en-US" sz="2400" b="1" dirty="0">
                  <a:latin typeface="Calibri" pitchFamily="34" charset="0"/>
                  <a:cs typeface="Calibri" pitchFamily="34" charset="0"/>
                </a:rPr>
                <a:t>Decorator</a:t>
              </a:r>
              <a:br>
                <a:rPr lang="en-US" sz="2400" dirty="0">
                  <a:latin typeface="Calibri" pitchFamily="34" charset="0"/>
                  <a:cs typeface="Calibri" pitchFamily="34" charset="0"/>
                </a:rPr>
              </a:br>
              <a:endParaRPr lang="en-US" sz="500" dirty="0">
                <a:latin typeface="Calibri" pitchFamily="34" charset="0"/>
                <a:cs typeface="Calibri" pitchFamily="34" charset="0"/>
              </a:endParaRPr>
            </a:p>
            <a:p>
              <a:pPr algn="ctr">
                <a:spcBef>
                  <a:spcPts val="0"/>
                </a:spcBef>
              </a:pPr>
              <a:r>
                <a:rPr lang="en-US" sz="2400" dirty="0">
                  <a:latin typeface="Calibri" pitchFamily="34" charset="0"/>
                  <a:cs typeface="Calibri" pitchFamily="34" charset="0"/>
                </a:rPr>
                <a:t>delegate</a:t>
              </a:r>
            </a:p>
            <a:p>
              <a:pPr algn="ctr">
                <a:spcBef>
                  <a:spcPts val="0"/>
                </a:spcBef>
              </a:pPr>
              <a:endParaRPr lang="en-US" sz="600" dirty="0">
                <a:latin typeface="Calibri" pitchFamily="34" charset="0"/>
                <a:cs typeface="Calibri" pitchFamily="34" charset="0"/>
              </a:endParaRPr>
            </a:p>
            <a:p>
              <a:pPr algn="ctr">
                <a:spcBef>
                  <a:spcPts val="0"/>
                </a:spcBef>
              </a:pPr>
              <a:r>
                <a:rPr lang="en-US" sz="2400" dirty="0" err="1">
                  <a:latin typeface="Calibri" pitchFamily="34" charset="0"/>
                  <a:cs typeface="Calibri" pitchFamily="34" charset="0"/>
                </a:rPr>
                <a:t>someMethod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()</a:t>
              </a:r>
              <a:endParaRPr lang="nl-BE" sz="2400" dirty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9" name="Straight Connector 18"/>
            <p:cNvCxnSpPr/>
            <p:nvPr/>
          </p:nvCxnSpPr>
          <p:spPr bwMode="auto">
            <a:xfrm rot="10800000">
              <a:off x="5523935" y="5718952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2" name="Straight Connector 21"/>
            <p:cNvCxnSpPr/>
            <p:nvPr/>
          </p:nvCxnSpPr>
          <p:spPr bwMode="auto">
            <a:xfrm rot="10800000">
              <a:off x="5523935" y="5368996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AD61857-6DA8-4BCF-842B-EA2E837E565B}"/>
              </a:ext>
            </a:extLst>
          </p:cNvPr>
          <p:cNvGrpSpPr/>
          <p:nvPr/>
        </p:nvGrpSpPr>
        <p:grpSpPr>
          <a:xfrm>
            <a:off x="5347663" y="2837100"/>
            <a:ext cx="2123758" cy="1204381"/>
            <a:chOff x="2425700" y="3520440"/>
            <a:chExt cx="1894840" cy="91821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B10E9AD-BE9A-42E4-BAF2-2D0DC626C5EF}"/>
                </a:ext>
              </a:extLst>
            </p:cNvPr>
            <p:cNvSpPr/>
            <p:nvPr/>
          </p:nvSpPr>
          <p:spPr bwMode="auto">
            <a:xfrm>
              <a:off x="2425700" y="3520440"/>
              <a:ext cx="1892300" cy="918210"/>
            </a:xfrm>
            <a:prstGeom prst="rect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ts val="0"/>
                </a:spcBef>
              </a:pPr>
              <a:r>
                <a: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itchFamily="34" charset="0"/>
                  <a:cs typeface="Calibri" pitchFamily="34" charset="0"/>
                </a:rPr>
                <a:t>«interface»</a:t>
              </a:r>
            </a:p>
            <a:p>
              <a:pPr algn="ctr">
                <a:spcBef>
                  <a:spcPts val="0"/>
                </a:spcBef>
              </a:pPr>
              <a:r>
                <a:rPr lang="en-US" sz="2400" b="1" dirty="0">
                  <a:latin typeface="Calibri" pitchFamily="34" charset="0"/>
                  <a:cs typeface="Calibri" pitchFamily="34" charset="0"/>
                </a:rPr>
                <a:t>Subject</a:t>
              </a:r>
              <a:br>
                <a:rPr lang="en-US" sz="2400" dirty="0">
                  <a:latin typeface="Calibri" pitchFamily="34" charset="0"/>
                  <a:cs typeface="Calibri" pitchFamily="34" charset="0"/>
                </a:rPr>
              </a:br>
              <a:endParaRPr lang="en-US" sz="200" dirty="0">
                <a:latin typeface="Calibri" pitchFamily="34" charset="0"/>
                <a:cs typeface="Calibri" pitchFamily="34" charset="0"/>
              </a:endParaRPr>
            </a:p>
            <a:p>
              <a:pPr algn="ctr">
                <a:spcBef>
                  <a:spcPts val="0"/>
                </a:spcBef>
              </a:pPr>
              <a:r>
                <a:rPr lang="en-US" sz="2400" i="1" dirty="0" err="1">
                  <a:latin typeface="Calibri" pitchFamily="34" charset="0"/>
                  <a:cs typeface="Calibri" pitchFamily="34" charset="0"/>
                </a:rPr>
                <a:t>someMethod</a:t>
              </a:r>
              <a:r>
                <a:rPr lang="en-US" sz="2400" i="1" dirty="0">
                  <a:latin typeface="Calibri" pitchFamily="34" charset="0"/>
                  <a:cs typeface="Calibri" pitchFamily="34" charset="0"/>
                </a:rPr>
                <a:t>()</a:t>
              </a:r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5350540-46AE-431E-9306-67A74203D982}"/>
                </a:ext>
              </a:extLst>
            </p:cNvPr>
            <p:cNvCxnSpPr/>
            <p:nvPr/>
          </p:nvCxnSpPr>
          <p:spPr bwMode="auto">
            <a:xfrm rot="10800000">
              <a:off x="2430780" y="4099560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7AC8F8D-A9CB-44D5-8C8C-4A13AAC659DC}"/>
              </a:ext>
            </a:extLst>
          </p:cNvPr>
          <p:cNvGrpSpPr/>
          <p:nvPr/>
        </p:nvGrpSpPr>
        <p:grpSpPr>
          <a:xfrm>
            <a:off x="6323183" y="4045291"/>
            <a:ext cx="2314715" cy="646782"/>
            <a:chOff x="4485640" y="4729269"/>
            <a:chExt cx="2314715" cy="646782"/>
          </a:xfrm>
        </p:grpSpPr>
        <p:sp>
          <p:nvSpPr>
            <p:cNvPr id="40" name="Isosceles Triangle 39">
              <a:extLst>
                <a:ext uri="{FF2B5EF4-FFF2-40B4-BE49-F238E27FC236}">
                  <a16:creationId xmlns:a16="http://schemas.microsoft.com/office/drawing/2014/main" id="{5496AEC1-4DEE-4B00-905C-E80E4DB72EF7}"/>
                </a:ext>
              </a:extLst>
            </p:cNvPr>
            <p:cNvSpPr/>
            <p:nvPr/>
          </p:nvSpPr>
          <p:spPr bwMode="auto">
            <a:xfrm>
              <a:off x="4485640" y="4729269"/>
              <a:ext cx="172720" cy="134112"/>
            </a:xfrm>
            <a:prstGeom prst="triangle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endParaRPr lang="nl-BE" sz="2000" dirty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41" name="Straight Connector 14">
              <a:extLst>
                <a:ext uri="{FF2B5EF4-FFF2-40B4-BE49-F238E27FC236}">
                  <a16:creationId xmlns:a16="http://schemas.microsoft.com/office/drawing/2014/main" id="{7804E131-002C-4F92-8B1D-F4B53DB73EB5}"/>
                </a:ext>
              </a:extLst>
            </p:cNvPr>
            <p:cNvCxnSpPr>
              <a:stCxn id="40" idx="3"/>
              <a:endCxn id="45" idx="0"/>
            </p:cNvCxnSpPr>
            <p:nvPr/>
          </p:nvCxnSpPr>
          <p:spPr bwMode="auto">
            <a:xfrm rot="16200000" flipH="1">
              <a:off x="5429842" y="4005538"/>
              <a:ext cx="512671" cy="2228355"/>
            </a:xfrm>
            <a:prstGeom prst="bentConnector3">
              <a:avLst>
                <a:gd name="adj1" fmla="val 50000"/>
              </a:avLst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4AE1B4B6-6AC5-4736-91D6-F6110C9073FA}"/>
              </a:ext>
            </a:extLst>
          </p:cNvPr>
          <p:cNvCxnSpPr>
            <a:cxnSpLocks/>
          </p:cNvCxnSpPr>
          <p:nvPr/>
        </p:nvCxnSpPr>
        <p:spPr bwMode="auto">
          <a:xfrm>
            <a:off x="4123543" y="3611797"/>
            <a:ext cx="1104899" cy="0"/>
          </a:xfrm>
          <a:prstGeom prst="straightConnector1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201F3A5-481E-4491-8DD1-DCAB6F423BA0}"/>
              </a:ext>
            </a:extLst>
          </p:cNvPr>
          <p:cNvGrpSpPr/>
          <p:nvPr/>
        </p:nvGrpSpPr>
        <p:grpSpPr>
          <a:xfrm>
            <a:off x="7577303" y="4692074"/>
            <a:ext cx="2124036" cy="913446"/>
            <a:chOff x="2425700" y="5376052"/>
            <a:chExt cx="1894840" cy="708660"/>
          </a:xfrm>
        </p:grpSpPr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578D3E3D-F8A8-4561-BB8C-879E11B4CD6C}"/>
                </a:ext>
              </a:extLst>
            </p:cNvPr>
            <p:cNvSpPr/>
            <p:nvPr/>
          </p:nvSpPr>
          <p:spPr bwMode="auto">
            <a:xfrm>
              <a:off x="2425700" y="5376052"/>
              <a:ext cx="1892300" cy="708660"/>
            </a:xfrm>
            <a:prstGeom prst="rect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ts val="0"/>
                </a:spcBef>
              </a:pPr>
              <a:r>
                <a:rPr lang="en-US" sz="2400" b="1" dirty="0" err="1">
                  <a:latin typeface="Calibri" pitchFamily="34" charset="0"/>
                  <a:cs typeface="Calibri" pitchFamily="34" charset="0"/>
                </a:rPr>
                <a:t>RealSubject</a:t>
              </a:r>
              <a:br>
                <a:rPr lang="en-US" sz="2400" dirty="0">
                  <a:latin typeface="Calibri" pitchFamily="34" charset="0"/>
                  <a:cs typeface="Calibri" pitchFamily="34" charset="0"/>
                </a:rPr>
              </a:br>
              <a:endParaRPr lang="en-US" sz="400" dirty="0">
                <a:latin typeface="Calibri" pitchFamily="34" charset="0"/>
                <a:cs typeface="Calibri" pitchFamily="34" charset="0"/>
              </a:endParaRPr>
            </a:p>
            <a:p>
              <a:pPr algn="ctr">
                <a:spcBef>
                  <a:spcPts val="0"/>
                </a:spcBef>
              </a:pPr>
              <a:r>
                <a:rPr lang="en-US" sz="2400" dirty="0" err="1">
                  <a:latin typeface="Calibri" pitchFamily="34" charset="0"/>
                  <a:cs typeface="Calibri" pitchFamily="34" charset="0"/>
                </a:rPr>
                <a:t>someMethod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()</a:t>
              </a:r>
              <a:endParaRPr lang="nl-BE" sz="2400" dirty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40C2489-8409-47DE-AD6F-A3EECAFB075E}"/>
                </a:ext>
              </a:extLst>
            </p:cNvPr>
            <p:cNvCxnSpPr/>
            <p:nvPr/>
          </p:nvCxnSpPr>
          <p:spPr bwMode="auto">
            <a:xfrm rot="10800000">
              <a:off x="2430780" y="5718952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040E6D2-6A4D-41A7-ACAC-6E07E2F57E7F}"/>
              </a:ext>
            </a:extLst>
          </p:cNvPr>
          <p:cNvGrpSpPr/>
          <p:nvPr/>
        </p:nvGrpSpPr>
        <p:grpSpPr>
          <a:xfrm rot="21106890">
            <a:off x="5480510" y="5499315"/>
            <a:ext cx="2189455" cy="478276"/>
            <a:chOff x="3556000" y="5897105"/>
            <a:chExt cx="2189455" cy="478276"/>
          </a:xfrm>
        </p:grpSpPr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E6D64133-7F1E-40C2-8CF7-E686BA26267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556000" y="5897105"/>
              <a:ext cx="2189455" cy="0"/>
            </a:xfrm>
            <a:prstGeom prst="straightConnector1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oval" w="med" len="med"/>
              <a:tailEnd type="arrow"/>
            </a:ln>
            <a:effectLst/>
          </p:spPr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C0AF718C-8B02-4AF4-9613-B02DC59F3EA0}"/>
                </a:ext>
              </a:extLst>
            </p:cNvPr>
            <p:cNvSpPr txBox="1"/>
            <p:nvPr/>
          </p:nvSpPr>
          <p:spPr>
            <a:xfrm>
              <a:off x="3696464" y="5944494"/>
              <a:ext cx="2048991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800" b="1" dirty="0">
                  <a:latin typeface="Bradley Hand ITC" panose="03070402050302030203" pitchFamily="66" charset="0"/>
                  <a:cs typeface="Calibri" pitchFamily="34" charset="0"/>
                </a:rPr>
                <a:t>calls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602B02E-3177-4356-A290-C091EFCAAC09}"/>
              </a:ext>
            </a:extLst>
          </p:cNvPr>
          <p:cNvGrpSpPr/>
          <p:nvPr/>
        </p:nvGrpSpPr>
        <p:grpSpPr>
          <a:xfrm>
            <a:off x="1657012" y="4013625"/>
            <a:ext cx="2346782" cy="453519"/>
            <a:chOff x="167596" y="4682183"/>
            <a:chExt cx="2346782" cy="453519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30A52B12-95E7-4B92-8A02-59658628191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317901" y="4710226"/>
              <a:ext cx="196477" cy="425476"/>
            </a:xfrm>
            <a:prstGeom prst="straightConnector1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19E73C9-FAC9-435E-909C-21BD89162833}"/>
                </a:ext>
              </a:extLst>
            </p:cNvPr>
            <p:cNvSpPr txBox="1"/>
            <p:nvPr/>
          </p:nvSpPr>
          <p:spPr>
            <a:xfrm>
              <a:off x="167596" y="4682183"/>
              <a:ext cx="2072683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sz="2800" b="1" dirty="0">
                  <a:latin typeface="Bradley Hand ITC" panose="03070402050302030203" pitchFamily="66" charset="0"/>
                  <a:cs typeface="Calibri" pitchFamily="34" charset="0"/>
                </a:rPr>
                <a:t>actually calls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93ABDD7-7B52-4A5A-B7BE-A06CEA721852}"/>
              </a:ext>
            </a:extLst>
          </p:cNvPr>
          <p:cNvSpPr txBox="1"/>
          <p:nvPr/>
        </p:nvSpPr>
        <p:spPr>
          <a:xfrm>
            <a:off x="636507" y="4827264"/>
            <a:ext cx="2903359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400" dirty="0" err="1">
                <a:latin typeface="Consolas" panose="020B0609020204030204" pitchFamily="49" charset="0"/>
                <a:cs typeface="Calibri" pitchFamily="34" charset="0"/>
              </a:rPr>
              <a:t>BufferedWriter</a:t>
            </a:r>
            <a:br>
              <a:rPr lang="en-US" sz="24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sz="2400" dirty="0" err="1">
                <a:latin typeface="Consolas" panose="020B0609020204030204" pitchFamily="49" charset="0"/>
                <a:cs typeface="Calibri" pitchFamily="34" charset="0"/>
              </a:rPr>
              <a:t>UnmodifiableList</a:t>
            </a:r>
            <a:endParaRPr lang="en-US" sz="2000" dirty="0">
              <a:latin typeface="Consolas" panose="020B0609020204030204" pitchFamily="49" charset="0"/>
              <a:cs typeface="Calibri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23966D-6A8A-436A-AB33-522A39B9EA8D}"/>
              </a:ext>
            </a:extLst>
          </p:cNvPr>
          <p:cNvSpPr txBox="1"/>
          <p:nvPr/>
        </p:nvSpPr>
        <p:spPr>
          <a:xfrm>
            <a:off x="7090819" y="2977045"/>
            <a:ext cx="1204176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400" i="1" dirty="0">
                <a:latin typeface="Consolas" panose="020B0609020204030204" pitchFamily="49" charset="0"/>
                <a:cs typeface="Calibri" pitchFamily="34" charset="0"/>
              </a:rPr>
              <a:t>Writer</a:t>
            </a:r>
            <a:br>
              <a:rPr lang="en-US" sz="2400" i="1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sz="2400" i="1" dirty="0">
                <a:latin typeface="Consolas" panose="020B0609020204030204" pitchFamily="49" charset="0"/>
                <a:cs typeface="Calibri" pitchFamily="34" charset="0"/>
              </a:rPr>
              <a:t>List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65647-6BB1-2BEA-80EB-E8F211066F02}"/>
              </a:ext>
            </a:extLst>
          </p:cNvPr>
          <p:cNvSpPr txBox="1"/>
          <p:nvPr/>
        </p:nvSpPr>
        <p:spPr>
          <a:xfrm>
            <a:off x="2592375" y="3379748"/>
            <a:ext cx="131318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code(..)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09C6C5-3DF7-5F47-196D-5915FED1C5CF}"/>
              </a:ext>
            </a:extLst>
          </p:cNvPr>
          <p:cNvSpPr txBox="1"/>
          <p:nvPr/>
        </p:nvSpPr>
        <p:spPr>
          <a:xfrm>
            <a:off x="4089115" y="3145705"/>
            <a:ext cx="1107676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 dirty="0">
                <a:latin typeface="Bradley Hand ITC" panose="03070402050302030203" pitchFamily="66" charset="0"/>
                <a:cs typeface="Calibri" pitchFamily="34" charset="0"/>
              </a:rPr>
              <a:t>needs 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DBA201-2CF7-80C9-6DAD-51A32A72CCA3}"/>
              </a:ext>
            </a:extLst>
          </p:cNvPr>
          <p:cNvSpPr txBox="1"/>
          <p:nvPr/>
        </p:nvSpPr>
        <p:spPr>
          <a:xfrm>
            <a:off x="0" y="389237"/>
            <a:ext cx="121858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Calibri" pitchFamily="34" charset="0"/>
                <a:cs typeface="Calibri" pitchFamily="34" charset="0"/>
              </a:rPr>
              <a:t>Decorator Pattern</a:t>
            </a:r>
          </a:p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Another implementation of an interface wrapping around the original object</a:t>
            </a:r>
            <a:endParaRPr lang="en-US" sz="2400" dirty="0">
              <a:highlight>
                <a:srgbClr val="FFFFCC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22C6AF-9717-2610-95F7-05A122B33110}"/>
              </a:ext>
            </a:extLst>
          </p:cNvPr>
          <p:cNvSpPr txBox="1"/>
          <p:nvPr/>
        </p:nvSpPr>
        <p:spPr>
          <a:xfrm>
            <a:off x="2032226" y="1712676"/>
            <a:ext cx="7666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to execute code before/after/instead of the original method</a:t>
            </a:r>
            <a:endParaRPr lang="en-US" sz="2400" dirty="0">
              <a:highlight>
                <a:srgbClr val="FFFFCC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8E53763-B27C-455D-9DBB-A71443945A5E}"/>
              </a:ext>
            </a:extLst>
          </p:cNvPr>
          <p:cNvSpPr txBox="1"/>
          <p:nvPr/>
        </p:nvSpPr>
        <p:spPr>
          <a:xfrm>
            <a:off x="9439000" y="4718565"/>
            <a:ext cx="1883849" cy="83099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400" dirty="0" err="1">
                <a:latin typeface="Consolas" panose="020B0609020204030204" pitchFamily="49" charset="0"/>
                <a:cs typeface="Calibri" pitchFamily="34" charset="0"/>
              </a:rPr>
              <a:t>FileWriter</a:t>
            </a:r>
            <a:br>
              <a:rPr lang="en-US" sz="2400" dirty="0">
                <a:latin typeface="Consolas" panose="020B0609020204030204" pitchFamily="49" charset="0"/>
                <a:cs typeface="Calibri" pitchFamily="34" charset="0"/>
              </a:rPr>
            </a:br>
            <a:r>
              <a:rPr lang="en-US" sz="2400" dirty="0" err="1">
                <a:latin typeface="Consolas" panose="020B0609020204030204" pitchFamily="49" charset="0"/>
                <a:cs typeface="Calibri" pitchFamily="34" charset="0"/>
              </a:rPr>
              <a:t>ArrayList</a:t>
            </a:r>
            <a:endParaRPr lang="en-US" sz="2400" dirty="0">
              <a:latin typeface="Consolas" panose="020B0609020204030204" pitchFamily="49" charset="0"/>
              <a:cs typeface="Calibri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2" grpId="0" animBg="1"/>
      <p:bldP spid="16" grpId="0"/>
      <p:bldP spid="5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0BD84A6-F47D-402D-868F-C62E91EEE043}"/>
              </a:ext>
            </a:extLst>
          </p:cNvPr>
          <p:cNvSpPr txBox="1"/>
          <p:nvPr/>
        </p:nvSpPr>
        <p:spPr>
          <a:xfrm>
            <a:off x="5172054" y="1604025"/>
            <a:ext cx="196665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600" b="1" dirty="0">
                <a:solidFill>
                  <a:srgbClr val="FF0000"/>
                </a:solidFill>
                <a:latin typeface="Eraser" pitchFamily="2" charset="0"/>
                <a:cs typeface="Calibri" pitchFamily="34" charset="0"/>
              </a:rPr>
              <a:t>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D44A89-81AC-4F49-8C41-3E3AB2A9B113}"/>
              </a:ext>
            </a:extLst>
          </p:cNvPr>
          <p:cNvSpPr txBox="1"/>
          <p:nvPr/>
        </p:nvSpPr>
        <p:spPr>
          <a:xfrm>
            <a:off x="3529183" y="3885693"/>
            <a:ext cx="1282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>
                <a:solidFill>
                  <a:srgbClr val="FF0000"/>
                </a:solidFill>
                <a:latin typeface="Eraser" pitchFamily="2" charset="0"/>
                <a:cs typeface="Calibri" pitchFamily="34" charset="0"/>
              </a:rPr>
              <a:t>D</a:t>
            </a:r>
            <a:r>
              <a:rPr lang="en-US" sz="2800" dirty="0" err="1">
                <a:solidFill>
                  <a:srgbClr val="FF0000"/>
                </a:solidFill>
                <a:latin typeface="Eraser" pitchFamily="2" charset="0"/>
                <a:cs typeface="Calibri" pitchFamily="34" charset="0"/>
              </a:rPr>
              <a:t>on’t</a:t>
            </a:r>
            <a:endParaRPr lang="en-US" sz="2800" dirty="0">
              <a:solidFill>
                <a:srgbClr val="FF0000"/>
              </a:solidFill>
              <a:latin typeface="Eraser" pitchFamily="2" charset="0"/>
              <a:cs typeface="Calibri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13C3F9-4BB2-4292-BC60-241E6BBB35F5}"/>
              </a:ext>
            </a:extLst>
          </p:cNvPr>
          <p:cNvSpPr txBox="1"/>
          <p:nvPr/>
        </p:nvSpPr>
        <p:spPr>
          <a:xfrm>
            <a:off x="5220577" y="3885693"/>
            <a:ext cx="17682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>
                <a:solidFill>
                  <a:srgbClr val="FF0000"/>
                </a:solidFill>
                <a:latin typeface="Eraser" pitchFamily="2" charset="0"/>
                <a:cs typeface="Calibri" pitchFamily="34" charset="0"/>
              </a:rPr>
              <a:t>R</a:t>
            </a:r>
            <a:r>
              <a:rPr lang="en-US" sz="2800" dirty="0" err="1">
                <a:solidFill>
                  <a:srgbClr val="FF0000"/>
                </a:solidFill>
                <a:latin typeface="Eraser" pitchFamily="2" charset="0"/>
                <a:cs typeface="Calibri" pitchFamily="34" charset="0"/>
              </a:rPr>
              <a:t>epeat</a:t>
            </a:r>
            <a:endParaRPr lang="en-US" sz="2800" dirty="0">
              <a:solidFill>
                <a:srgbClr val="FF0000"/>
              </a:solidFill>
              <a:latin typeface="Eraser" pitchFamily="2" charset="0"/>
              <a:cs typeface="Calibr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669997F-431B-4857-8925-BE975942DC09}"/>
              </a:ext>
            </a:extLst>
          </p:cNvPr>
          <p:cNvSpPr txBox="1"/>
          <p:nvPr/>
        </p:nvSpPr>
        <p:spPr>
          <a:xfrm>
            <a:off x="7076502" y="3885693"/>
            <a:ext cx="20929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800" dirty="0">
                <a:solidFill>
                  <a:srgbClr val="FF0000"/>
                </a:solidFill>
                <a:latin typeface="Eraser" pitchFamily="2" charset="0"/>
                <a:cs typeface="Calibri" pitchFamily="34" charset="0"/>
              </a:rPr>
              <a:t>Y</a:t>
            </a:r>
            <a:r>
              <a:rPr lang="en-US" sz="2800" dirty="0" err="1">
                <a:solidFill>
                  <a:srgbClr val="FF0000"/>
                </a:solidFill>
                <a:latin typeface="Eraser" pitchFamily="2" charset="0"/>
                <a:cs typeface="Calibri" pitchFamily="34" charset="0"/>
              </a:rPr>
              <a:t>ourself</a:t>
            </a:r>
            <a:endParaRPr lang="en-US" sz="2800" dirty="0">
              <a:solidFill>
                <a:srgbClr val="FF0000"/>
              </a:solidFill>
              <a:latin typeface="Eraser" pitchFamily="2" charset="0"/>
              <a:cs typeface="Calibri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181D90-C502-4083-9F64-06D096D54CC9}"/>
              </a:ext>
            </a:extLst>
          </p:cNvPr>
          <p:cNvSpPr txBox="1"/>
          <p:nvPr/>
        </p:nvSpPr>
        <p:spPr>
          <a:xfrm>
            <a:off x="3332816" y="1604025"/>
            <a:ext cx="168458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6600" b="1" dirty="0">
                <a:solidFill>
                  <a:srgbClr val="FF0000"/>
                </a:solidFill>
                <a:latin typeface="Eraser" pitchFamily="2" charset="0"/>
                <a:cs typeface="Eraser" pitchFamily="2" charset="0"/>
              </a:rPr>
              <a:t>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7BB41A-25C6-44BE-B581-A362723C1A73}"/>
              </a:ext>
            </a:extLst>
          </p:cNvPr>
          <p:cNvSpPr txBox="1"/>
          <p:nvPr/>
        </p:nvSpPr>
        <p:spPr>
          <a:xfrm>
            <a:off x="7190093" y="1604025"/>
            <a:ext cx="1530426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600" b="1" dirty="0">
                <a:solidFill>
                  <a:srgbClr val="FF0000"/>
                </a:solidFill>
                <a:latin typeface="Eraser" pitchFamily="2" charset="0"/>
                <a:cs typeface="Calibri" pitchFamily="34" charset="0"/>
              </a:rPr>
              <a:t>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C1446-22D1-4754-9019-CFF8254115C0}"/>
              </a:ext>
            </a:extLst>
          </p:cNvPr>
          <p:cNvSpPr txBox="1"/>
          <p:nvPr/>
        </p:nvSpPr>
        <p:spPr>
          <a:xfrm>
            <a:off x="7175160" y="5905753"/>
            <a:ext cx="22717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e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njoy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yping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B2F324-ACD0-4491-9D3A-913987751D1A}"/>
              </a:ext>
            </a:extLst>
          </p:cNvPr>
          <p:cNvSpPr txBox="1"/>
          <p:nvPr/>
        </p:nvSpPr>
        <p:spPr>
          <a:xfrm>
            <a:off x="7175160" y="5444088"/>
            <a:ext cx="30907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W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rite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E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verything </a:t>
            </a: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T</a:t>
            </a:r>
            <a:r>
              <a:rPr lang="en-US" sz="2400" dirty="0">
                <a:latin typeface="Calibri" pitchFamily="34" charset="0"/>
                <a:cs typeface="Calibri" pitchFamily="34" charset="0"/>
              </a:rPr>
              <a:t>wice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69D33-6624-452E-B5F0-0E8E44D0DB92}"/>
              </a:ext>
            </a:extLst>
          </p:cNvPr>
          <p:cNvSpPr txBox="1"/>
          <p:nvPr/>
        </p:nvSpPr>
        <p:spPr>
          <a:xfrm>
            <a:off x="6429443" y="5521032"/>
            <a:ext cx="74571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>
                <a:latin typeface="Calibri" pitchFamily="34" charset="0"/>
                <a:cs typeface="Calibri" pitchFamily="34" charset="0"/>
              </a:rPr>
              <a:t>&lt;&gt;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5DE613-E7B7-5290-5C23-000791E7E8BB}"/>
              </a:ext>
            </a:extLst>
          </p:cNvPr>
          <p:cNvSpPr/>
          <p:nvPr/>
        </p:nvSpPr>
        <p:spPr>
          <a:xfrm>
            <a:off x="4848127" y="567527"/>
            <a:ext cx="249574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</a:rPr>
              <a:t>copy-paste</a:t>
            </a:r>
            <a:endParaRPr lang="en-US" sz="4000" dirty="0"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E11676-B3DC-2EC6-6524-38556945CA68}"/>
              </a:ext>
            </a:extLst>
          </p:cNvPr>
          <p:cNvSpPr/>
          <p:nvPr/>
        </p:nvSpPr>
        <p:spPr>
          <a:xfrm>
            <a:off x="4857155" y="567526"/>
            <a:ext cx="24929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alibri" panose="020F0502020204030204" pitchFamily="34" charset="0"/>
              </a:rPr>
              <a:t>copy-paste</a:t>
            </a:r>
            <a:endParaRPr lang="en-US" sz="4000" dirty="0">
              <a:latin typeface="Calibri" panose="020F0502020204030204" pitchFamily="34" charset="0"/>
            </a:endParaRPr>
          </a:p>
        </p:txBody>
      </p:sp>
      <p:pic>
        <p:nvPicPr>
          <p:cNvPr id="6" name="Picture 5" descr="http://www.clipartsfree.net/vector/large/Rainbow_chalk_stroke_Vector_Clipart.png">
            <a:extLst>
              <a:ext uri="{FF2B5EF4-FFF2-40B4-BE49-F238E27FC236}">
                <a16:creationId xmlns:a16="http://schemas.microsoft.com/office/drawing/2014/main" id="{0166CDD0-CA6F-5F38-065D-4AA4FA5262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8" r="-2713"/>
          <a:stretch/>
        </p:blipFill>
        <p:spPr bwMode="auto">
          <a:xfrm flipV="1">
            <a:off x="4291231" y="507619"/>
            <a:ext cx="4519136" cy="915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44575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75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7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7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12" grpId="0"/>
      <p:bldP spid="13" grpId="0"/>
      <p:bldP spid="17" grpId="0"/>
      <p:bldP spid="18" grpId="0"/>
      <p:bldP spid="3" grpId="0"/>
      <p:bldP spid="19" grpId="0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pot 5 Differences Between Two Pictures Printable - Kids Activities in 2020  | Printable activities for kids, Spot the difference kids, Activities for  kids">
            <a:extLst>
              <a:ext uri="{FF2B5EF4-FFF2-40B4-BE49-F238E27FC236}">
                <a16:creationId xmlns:a16="http://schemas.microsoft.com/office/drawing/2014/main" id="{0DF00CF7-426B-468E-87D2-D8260FB0DA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06" b="6347"/>
          <a:stretch/>
        </p:blipFill>
        <p:spPr bwMode="auto">
          <a:xfrm>
            <a:off x="0" y="182880"/>
            <a:ext cx="12172954" cy="6492240"/>
          </a:xfrm>
          <a:prstGeom prst="rect">
            <a:avLst/>
          </a:prstGeom>
          <a:noFill/>
          <a:ln w="762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23D458A3-4926-4168-8373-B3126133F302}"/>
              </a:ext>
            </a:extLst>
          </p:cNvPr>
          <p:cNvSpPr/>
          <p:nvPr/>
        </p:nvSpPr>
        <p:spPr bwMode="auto">
          <a:xfrm>
            <a:off x="739255" y="1706340"/>
            <a:ext cx="1281564" cy="1281564"/>
          </a:xfrm>
          <a:prstGeom prst="ellipse">
            <a:avLst/>
          </a:prstGeom>
          <a:solidFill>
            <a:srgbClr val="FFFFFF">
              <a:alpha val="41961"/>
            </a:srgb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77A950D-AC92-4E64-AA0D-9BFC5C81452D}"/>
              </a:ext>
            </a:extLst>
          </p:cNvPr>
          <p:cNvSpPr/>
          <p:nvPr/>
        </p:nvSpPr>
        <p:spPr bwMode="auto">
          <a:xfrm>
            <a:off x="7359516" y="1946483"/>
            <a:ext cx="1281564" cy="1281564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54EBAD1-2B41-4C55-8E91-A9E170FBD50D}"/>
              </a:ext>
            </a:extLst>
          </p:cNvPr>
          <p:cNvSpPr/>
          <p:nvPr/>
        </p:nvSpPr>
        <p:spPr bwMode="auto">
          <a:xfrm>
            <a:off x="2240277" y="4075292"/>
            <a:ext cx="706258" cy="706258"/>
          </a:xfrm>
          <a:prstGeom prst="ellipse">
            <a:avLst/>
          </a:prstGeom>
          <a:solidFill>
            <a:srgbClr val="FFFFFF">
              <a:alpha val="41961"/>
            </a:srgb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83E1B19-786D-4CBD-A4D5-CB5D046A0A67}"/>
              </a:ext>
            </a:extLst>
          </p:cNvPr>
          <p:cNvSpPr/>
          <p:nvPr/>
        </p:nvSpPr>
        <p:spPr bwMode="auto">
          <a:xfrm>
            <a:off x="4640577" y="951092"/>
            <a:ext cx="706258" cy="706258"/>
          </a:xfrm>
          <a:prstGeom prst="ellipse">
            <a:avLst/>
          </a:prstGeom>
          <a:solidFill>
            <a:srgbClr val="FFFFFF">
              <a:alpha val="41961"/>
            </a:srgb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7A093FF-0666-4AE1-8FD8-E5C101054FA7}"/>
              </a:ext>
            </a:extLst>
          </p:cNvPr>
          <p:cNvSpPr/>
          <p:nvPr/>
        </p:nvSpPr>
        <p:spPr bwMode="auto">
          <a:xfrm>
            <a:off x="4854966" y="4698931"/>
            <a:ext cx="706258" cy="706258"/>
          </a:xfrm>
          <a:prstGeom prst="ellipse">
            <a:avLst/>
          </a:prstGeom>
          <a:solidFill>
            <a:srgbClr val="FFFFFF">
              <a:alpha val="41961"/>
            </a:srgb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4985F1-E8C0-407F-95AD-6228D7A8C1A1}"/>
              </a:ext>
            </a:extLst>
          </p:cNvPr>
          <p:cNvSpPr/>
          <p:nvPr/>
        </p:nvSpPr>
        <p:spPr bwMode="auto">
          <a:xfrm>
            <a:off x="4148708" y="2722742"/>
            <a:ext cx="706258" cy="706258"/>
          </a:xfrm>
          <a:prstGeom prst="ellipse">
            <a:avLst/>
          </a:prstGeom>
          <a:solidFill>
            <a:srgbClr val="FFFFFF">
              <a:alpha val="41961"/>
            </a:srgbClr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E76C8-F98E-4E64-9F99-5F325BE15EAB}"/>
              </a:ext>
            </a:extLst>
          </p:cNvPr>
          <p:cNvSpPr txBox="1"/>
          <p:nvPr/>
        </p:nvSpPr>
        <p:spPr>
          <a:xfrm>
            <a:off x="3978466" y="5906908"/>
            <a:ext cx="4235070" cy="707886"/>
          </a:xfrm>
          <a:prstGeom prst="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solidFill>
                  <a:srgbClr val="FFFFFF"/>
                </a:solidFill>
                <a:effectLst/>
                <a:uLnTx/>
                <a:uFillTx/>
                <a:latin typeface="GoreFont" panose="00000400000000000000" pitchFamily="2" charset="0"/>
                <a:ea typeface="+mn-ea"/>
                <a:cs typeface="Arial Bold" panose="020B0704020202020204" pitchFamily="34" charset="0"/>
              </a:rPr>
              <a:t>Find 5 differences 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E8E311-C959-437E-ACA8-0EBD100912EF}"/>
              </a:ext>
            </a:extLst>
          </p:cNvPr>
          <p:cNvSpPr txBox="1"/>
          <p:nvPr/>
        </p:nvSpPr>
        <p:spPr>
          <a:xfrm>
            <a:off x="6501679" y="158248"/>
            <a:ext cx="5448158" cy="461665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BTW, this </a:t>
            </a:r>
            <a:r>
              <a:rPr lang="en-US" sz="2400" b="1" dirty="0">
                <a:solidFill>
                  <a:srgbClr val="FFFF00"/>
                </a:solidFill>
                <a:latin typeface="Calibri" pitchFamily="34" charset="0"/>
                <a:cs typeface="Calibri" pitchFamily="34" charset="0"/>
              </a:rPr>
              <a:t>is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code copy-pasted 2 years ago</a:t>
            </a:r>
          </a:p>
        </p:txBody>
      </p:sp>
    </p:spTree>
    <p:extLst>
      <p:ext uri="{BB962C8B-B14F-4D97-AF65-F5344CB8AC3E}">
        <p14:creationId xmlns:p14="http://schemas.microsoft.com/office/powerpoint/2010/main" val="3535672798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0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250"/>
                            </p:stCondLst>
                            <p:childTnLst>
                              <p:par>
                                <p:cTn id="32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4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6" grpId="0" animBg="1"/>
      <p:bldP spid="8" grpId="0" animBg="1"/>
      <p:bldP spid="9" grpId="0" animBg="1"/>
      <p:bldP spid="12" grpId="0" animBg="1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Spot 5 Differences Between Two Pictures Printable - Kids Activities in 2020  | Printable activities for kids, Spot the difference kids, Activities for  kids">
            <a:extLst>
              <a:ext uri="{FF2B5EF4-FFF2-40B4-BE49-F238E27FC236}">
                <a16:creationId xmlns:a16="http://schemas.microsoft.com/office/drawing/2014/main" id="{0DF00CF7-426B-468E-87D2-D8260FB0DA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06" b="6347"/>
          <a:stretch/>
        </p:blipFill>
        <p:spPr bwMode="auto">
          <a:xfrm>
            <a:off x="3648560" y="1133782"/>
            <a:ext cx="4894880" cy="2610602"/>
          </a:xfrm>
          <a:prstGeom prst="rect">
            <a:avLst/>
          </a:prstGeom>
          <a:noFill/>
          <a:ln w="7620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05B20A-BFB2-48CF-8EB4-2422CBAEB18F}"/>
              </a:ext>
            </a:extLst>
          </p:cNvPr>
          <p:cNvSpPr txBox="1"/>
          <p:nvPr/>
        </p:nvSpPr>
        <p:spPr>
          <a:xfrm>
            <a:off x="4418807" y="3590381"/>
            <a:ext cx="3328348" cy="646331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Duplicated Code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CBD77530-FE4D-49DF-933F-F15020740B42}"/>
              </a:ext>
            </a:extLst>
          </p:cNvPr>
          <p:cNvSpPr/>
          <p:nvPr/>
        </p:nvSpPr>
        <p:spPr bwMode="auto">
          <a:xfrm>
            <a:off x="3996563" y="1777005"/>
            <a:ext cx="543100" cy="5431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CAAEBB47-ADD1-463B-83C6-9B6B00462C1B}"/>
              </a:ext>
            </a:extLst>
          </p:cNvPr>
          <p:cNvSpPr/>
          <p:nvPr/>
        </p:nvSpPr>
        <p:spPr bwMode="auto">
          <a:xfrm>
            <a:off x="6501445" y="1762429"/>
            <a:ext cx="543100" cy="543100"/>
          </a:xfrm>
          <a:prstGeom prst="ellipse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36B18F9-F80D-4A14-B7D5-1E522E40404A}"/>
              </a:ext>
            </a:extLst>
          </p:cNvPr>
          <p:cNvGrpSpPr/>
          <p:nvPr/>
        </p:nvGrpSpPr>
        <p:grpSpPr>
          <a:xfrm>
            <a:off x="3891672" y="916657"/>
            <a:ext cx="3092000" cy="861777"/>
            <a:chOff x="338245" y="4476274"/>
            <a:chExt cx="3092000" cy="861777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F3F8FD0-D82A-46A8-81AA-D8D142768225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47654" y="4510109"/>
              <a:ext cx="414276" cy="811937"/>
            </a:xfrm>
            <a:prstGeom prst="straightConnector1">
              <a:avLst/>
            </a:prstGeom>
            <a:solidFill>
              <a:srgbClr val="C0C0C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FA374F9-E088-4A37-AE33-A5A59F6F28E4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515611" y="4510109"/>
              <a:ext cx="552259" cy="827942"/>
            </a:xfrm>
            <a:prstGeom prst="straightConnector1">
              <a:avLst/>
            </a:prstGeom>
            <a:solidFill>
              <a:srgbClr val="C0C0C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6392A445-9B13-4037-ADBC-7C606AA2F8CE}"/>
                </a:ext>
              </a:extLst>
            </p:cNvPr>
            <p:cNvSpPr txBox="1"/>
            <p:nvPr/>
          </p:nvSpPr>
          <p:spPr>
            <a:xfrm>
              <a:off x="338245" y="4476274"/>
              <a:ext cx="3092000" cy="461665"/>
            </a:xfrm>
            <a:prstGeom prst="rect">
              <a:avLst/>
            </a:prstGeom>
            <a:solidFill>
              <a:srgbClr val="FFC000"/>
            </a:solidFill>
            <a:ln w="28575">
              <a:solidFill>
                <a:srgbClr val="FF000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Is it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a bug 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or </a:t>
              </a: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a feature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?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19A13E4-2369-482B-9C35-EB4C2BFD5707}"/>
              </a:ext>
            </a:extLst>
          </p:cNvPr>
          <p:cNvSpPr/>
          <p:nvPr/>
        </p:nvSpPr>
        <p:spPr bwMode="auto">
          <a:xfrm>
            <a:off x="4922899" y="5230703"/>
            <a:ext cx="2346202" cy="87819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EraserDust" panose="020C0804040000000001" pitchFamily="34" charset="0"/>
                <a:ea typeface="+mn-ea"/>
                <a:cs typeface="Calibri" pitchFamily="34" charset="0"/>
              </a:rPr>
              <a:t>DRY Principle</a:t>
            </a:r>
            <a:b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EraserDust" panose="020C0804040000000001" pitchFamily="34" charset="0"/>
                <a:ea typeface="+mn-ea"/>
                <a:cs typeface="Calibri" pitchFamily="34" charset="0"/>
              </a:rPr>
            </a:b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EraserDust" panose="020C0804040000000001" pitchFamily="34" charset="0"/>
                <a:ea typeface="+mn-ea"/>
                <a:cs typeface="Calibri" pitchFamily="34" charset="0"/>
              </a:rPr>
              <a:t>Don't Repeat Yourself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D05C22-225E-4B44-9BC3-F8A51734F97D}"/>
              </a:ext>
            </a:extLst>
          </p:cNvPr>
          <p:cNvSpPr txBox="1"/>
          <p:nvPr/>
        </p:nvSpPr>
        <p:spPr>
          <a:xfrm>
            <a:off x="3897775" y="4243993"/>
            <a:ext cx="4396909" cy="461665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cs typeface="Calibri" pitchFamily="34" charset="0"/>
              </a:rPr>
              <a:t>becomes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 terrible when it changes</a:t>
            </a:r>
          </a:p>
        </p:txBody>
      </p:sp>
      <p:sp>
        <p:nvSpPr>
          <p:cNvPr id="51" name="Thought Bubble: Cloud 50">
            <a:extLst>
              <a:ext uri="{FF2B5EF4-FFF2-40B4-BE49-F238E27FC236}">
                <a16:creationId xmlns:a16="http://schemas.microsoft.com/office/drawing/2014/main" id="{66879ED1-483B-41CE-9CAA-D7B0DF4B5F9E}"/>
              </a:ext>
            </a:extLst>
          </p:cNvPr>
          <p:cNvSpPr/>
          <p:nvPr/>
        </p:nvSpPr>
        <p:spPr bwMode="auto">
          <a:xfrm>
            <a:off x="1875366" y="1519890"/>
            <a:ext cx="2016306" cy="1105389"/>
          </a:xfrm>
          <a:prstGeom prst="cloudCallout">
            <a:avLst>
              <a:gd name="adj1" fmla="val -72799"/>
              <a:gd name="adj2" fmla="val 83509"/>
            </a:avLst>
          </a:prstGeom>
          <a:solidFill>
            <a:srgbClr val="FFEBEB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Donno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!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Biz forgot, and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the author left</a:t>
            </a:r>
          </a:p>
        </p:txBody>
      </p:sp>
    </p:spTree>
    <p:extLst>
      <p:ext uri="{BB962C8B-B14F-4D97-AF65-F5344CB8AC3E}">
        <p14:creationId xmlns:p14="http://schemas.microsoft.com/office/powerpoint/2010/main" val="31703636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8" grpId="0" animBg="1"/>
      <p:bldP spid="5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5F5CD9-51F4-76E7-9BDA-10824C4310B1}"/>
              </a:ext>
            </a:extLst>
          </p:cNvPr>
          <p:cNvSpPr txBox="1"/>
          <p:nvPr/>
        </p:nvSpPr>
        <p:spPr>
          <a:xfrm>
            <a:off x="345067" y="618220"/>
            <a:ext cx="11501867" cy="147835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Zapfino" panose="03030300040707070C03" pitchFamily="66" charset="77"/>
                <a:cs typeface="Calibri" pitchFamily="34" charset="0"/>
              </a:rPr>
              <a:t>In such dark moments, people turned to magic...</a:t>
            </a:r>
          </a:p>
        </p:txBody>
      </p:sp>
    </p:spTree>
    <p:extLst>
      <p:ext uri="{BB962C8B-B14F-4D97-AF65-F5344CB8AC3E}">
        <p14:creationId xmlns:p14="http://schemas.microsoft.com/office/powerpoint/2010/main" val="330971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6FE4381-AB62-C6C0-1B52-56984985C728}"/>
              </a:ext>
            </a:extLst>
          </p:cNvPr>
          <p:cNvGrpSpPr/>
          <p:nvPr/>
        </p:nvGrpSpPr>
        <p:grpSpPr>
          <a:xfrm>
            <a:off x="2241395" y="1529221"/>
            <a:ext cx="8052110" cy="3540534"/>
            <a:chOff x="1790700" y="845933"/>
            <a:chExt cx="5905500" cy="3540534"/>
          </a:xfrm>
        </p:grpSpPr>
        <p:sp>
          <p:nvSpPr>
            <p:cNvPr id="4" name="Thought Bubble: Cloud 4">
              <a:extLst>
                <a:ext uri="{FF2B5EF4-FFF2-40B4-BE49-F238E27FC236}">
                  <a16:creationId xmlns:a16="http://schemas.microsoft.com/office/drawing/2014/main" id="{0C5FD2BE-B41F-0AE2-0E75-53907A14823D}"/>
                </a:ext>
              </a:extLst>
            </p:cNvPr>
            <p:cNvSpPr/>
            <p:nvPr/>
          </p:nvSpPr>
          <p:spPr bwMode="auto">
            <a:xfrm>
              <a:off x="1790700" y="845933"/>
              <a:ext cx="5905500" cy="3540534"/>
            </a:xfrm>
            <a:prstGeom prst="cloudCallout">
              <a:avLst>
                <a:gd name="adj1" fmla="val -67814"/>
                <a:gd name="adj2" fmla="val 65502"/>
              </a:avLst>
            </a:prstGeom>
            <a:solidFill>
              <a:srgbClr val="D5FC79"/>
            </a:solidFill>
            <a:ln w="57150">
              <a:solidFill>
                <a:srgbClr val="00B050"/>
              </a:solidFill>
              <a:headEnd type="none" w="med" len="med"/>
              <a:tailEnd type="none" w="med" len="med"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ts val="1200"/>
                </a:spcBef>
                <a:spcAft>
                  <a:spcPct val="0"/>
                </a:spcAft>
              </a:pPr>
              <a:r>
                <a:rPr lang="en-US" sz="4400" dirty="0">
                  <a:latin typeface="Calibri" pitchFamily="34" charset="0"/>
                  <a:cs typeface="Calibri" pitchFamily="34" charset="0"/>
                </a:rPr>
                <a:t>Let's magically intercept </a:t>
              </a:r>
              <a:br>
                <a:rPr lang="en-US" sz="4400" dirty="0">
                  <a:latin typeface="Calibri" pitchFamily="34" charset="0"/>
                  <a:cs typeface="Calibri" pitchFamily="34" charset="0"/>
                </a:rPr>
              </a:br>
              <a:r>
                <a:rPr lang="en-US" sz="4400" dirty="0">
                  <a:latin typeface="Calibri" pitchFamily="34" charset="0"/>
                  <a:cs typeface="Calibri" pitchFamily="34" charset="0"/>
                </a:rPr>
                <a:t>method calls...</a:t>
              </a:r>
            </a:p>
          </p:txBody>
        </p:sp>
        <p:pic>
          <p:nvPicPr>
            <p:cNvPr id="5" name="Picture 4" descr="Imagine similară">
              <a:extLst>
                <a:ext uri="{FF2B5EF4-FFF2-40B4-BE49-F238E27FC236}">
                  <a16:creationId xmlns:a16="http://schemas.microsoft.com/office/drawing/2014/main" id="{395D6E6B-735D-CFC1-5228-A5DEBB0AAF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5463" y="1683669"/>
              <a:ext cx="1170737" cy="18490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EE00326-07AA-CC6F-B3AC-3F566DB622EC}"/>
              </a:ext>
            </a:extLst>
          </p:cNvPr>
          <p:cNvSpPr txBox="1"/>
          <p:nvPr/>
        </p:nvSpPr>
        <p:spPr>
          <a:xfrm>
            <a:off x="983352" y="322060"/>
            <a:ext cx="99025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Aspect-Oriented Programming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46BD5E-E709-8008-F91B-4F6496A3A43A}"/>
              </a:ext>
            </a:extLst>
          </p:cNvPr>
          <p:cNvSpPr txBox="1"/>
          <p:nvPr/>
        </p:nvSpPr>
        <p:spPr>
          <a:xfrm>
            <a:off x="9183795" y="4729268"/>
            <a:ext cx="347454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Logging</a:t>
            </a:r>
            <a:b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Transactions</a:t>
            </a:r>
            <a:b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</a:br>
            <a:r>
              <a:rPr lang="en-US" sz="2800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Access Control... .. .. ...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3FEAC7-8F0F-7EB0-107F-CC34C83F3909}"/>
              </a:ext>
            </a:extLst>
          </p:cNvPr>
          <p:cNvSpPr txBox="1"/>
          <p:nvPr/>
        </p:nvSpPr>
        <p:spPr>
          <a:xfrm>
            <a:off x="3607244" y="4748555"/>
            <a:ext cx="5422895" cy="1446550"/>
          </a:xfrm>
          <a:prstGeom prst="rect">
            <a:avLst/>
          </a:prstGeom>
          <a:solidFill>
            <a:srgbClr val="D5FC79"/>
          </a:solidFill>
          <a:ln w="28575"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itchFamily="34" charset="0"/>
                <a:cs typeface="Calibri" pitchFamily="34" charset="0"/>
              </a:rPr>
              <a:t>to implement such</a:t>
            </a:r>
            <a:br>
              <a:rPr lang="en-US" sz="3600" b="1" dirty="0">
                <a:latin typeface="Calibri" pitchFamily="34" charset="0"/>
                <a:cs typeface="Calibri" pitchFamily="34" charset="0"/>
              </a:rPr>
            </a:br>
            <a:r>
              <a:rPr lang="en-US" sz="4000" b="1" dirty="0">
                <a:latin typeface="Calibri" pitchFamily="34" charset="0"/>
                <a:cs typeface="Calibri" pitchFamily="34" charset="0"/>
              </a:rPr>
              <a:t>“Cross-cutting concerns”</a:t>
            </a:r>
            <a:br>
              <a:rPr lang="en-US" sz="4000" b="1" dirty="0">
                <a:latin typeface="Calibri" pitchFamily="34" charset="0"/>
                <a:cs typeface="Calibri" pitchFamily="34" charset="0"/>
              </a:rPr>
            </a:br>
            <a:r>
              <a:rPr lang="en-US" sz="2400" dirty="0">
                <a:latin typeface="Calibri" pitchFamily="34" charset="0"/>
                <a:cs typeface="Calibri" pitchFamily="34" charset="0"/>
              </a:rPr>
              <a:t>(idiomatic code repeated in many places)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30FFDF-0554-F738-EC00-D6B7AC6D0A2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 rot="18646465" flipH="1" flipV="1">
            <a:off x="5323445" y="4341769"/>
            <a:ext cx="513327" cy="557246"/>
          </a:xfrm>
          <a:prstGeom prst="rect">
            <a:avLst/>
          </a:prstGeom>
        </p:spPr>
      </p:pic>
      <p:sp>
        <p:nvSpPr>
          <p:cNvPr id="10" name="Left Bracket 9">
            <a:extLst>
              <a:ext uri="{FF2B5EF4-FFF2-40B4-BE49-F238E27FC236}">
                <a16:creationId xmlns:a16="http://schemas.microsoft.com/office/drawing/2014/main" id="{533C6978-8F6F-504D-8FCE-E7BEBB602B10}"/>
              </a:ext>
            </a:extLst>
          </p:cNvPr>
          <p:cNvSpPr/>
          <p:nvPr/>
        </p:nvSpPr>
        <p:spPr bwMode="auto">
          <a:xfrm>
            <a:off x="9133759" y="4729269"/>
            <a:ext cx="310252" cy="1566314"/>
          </a:xfrm>
          <a:prstGeom prst="leftBracket">
            <a:avLst>
              <a:gd name="adj" fmla="val 82733"/>
            </a:avLst>
          </a:prstGeom>
          <a:noFill/>
          <a:ln w="571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496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5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AA5CCC1-821A-4CAA-B2C8-FE263A38D4A0}"/>
              </a:ext>
            </a:extLst>
          </p:cNvPr>
          <p:cNvGrpSpPr/>
          <p:nvPr/>
        </p:nvGrpSpPr>
        <p:grpSpPr>
          <a:xfrm>
            <a:off x="1935088" y="625164"/>
            <a:ext cx="9710703" cy="4657640"/>
            <a:chOff x="1935088" y="625164"/>
            <a:chExt cx="9710703" cy="4657640"/>
          </a:xfrm>
        </p:grpSpPr>
        <p:sp>
          <p:nvSpPr>
            <p:cNvPr id="13" name="Freeform 19">
              <a:extLst>
                <a:ext uri="{FF2B5EF4-FFF2-40B4-BE49-F238E27FC236}">
                  <a16:creationId xmlns:a16="http://schemas.microsoft.com/office/drawing/2014/main" id="{7314F5A2-BE44-4EE6-AF62-F428357C2596}"/>
                </a:ext>
              </a:extLst>
            </p:cNvPr>
            <p:cNvSpPr>
              <a:spLocks noChangeAspect="1" noEditPoints="1"/>
            </p:cNvSpPr>
            <p:nvPr/>
          </p:nvSpPr>
          <p:spPr bwMode="auto">
            <a:xfrm>
              <a:off x="1935088" y="625164"/>
              <a:ext cx="7519126" cy="2777228"/>
            </a:xfrm>
            <a:custGeom>
              <a:avLst/>
              <a:gdLst>
                <a:gd name="T0" fmla="*/ 715 w 868"/>
                <a:gd name="T1" fmla="*/ 128 h 351"/>
                <a:gd name="T2" fmla="*/ 363 w 868"/>
                <a:gd name="T3" fmla="*/ 50 h 351"/>
                <a:gd name="T4" fmla="*/ 226 w 868"/>
                <a:gd name="T5" fmla="*/ 94 h 351"/>
                <a:gd name="T6" fmla="*/ 155 w 868"/>
                <a:gd name="T7" fmla="*/ 112 h 351"/>
                <a:gd name="T8" fmla="*/ 111 w 868"/>
                <a:gd name="T9" fmla="*/ 138 h 351"/>
                <a:gd name="T10" fmla="*/ 85 w 868"/>
                <a:gd name="T11" fmla="*/ 163 h 351"/>
                <a:gd name="T12" fmla="*/ 104 w 868"/>
                <a:gd name="T13" fmla="*/ 185 h 351"/>
                <a:gd name="T14" fmla="*/ 69 w 868"/>
                <a:gd name="T15" fmla="*/ 174 h 351"/>
                <a:gd name="T16" fmla="*/ 92 w 868"/>
                <a:gd name="T17" fmla="*/ 203 h 351"/>
                <a:gd name="T18" fmla="*/ 66 w 868"/>
                <a:gd name="T19" fmla="*/ 192 h 351"/>
                <a:gd name="T20" fmla="*/ 75 w 868"/>
                <a:gd name="T21" fmla="*/ 207 h 351"/>
                <a:gd name="T22" fmla="*/ 72 w 868"/>
                <a:gd name="T23" fmla="*/ 224 h 351"/>
                <a:gd name="T24" fmla="*/ 64 w 868"/>
                <a:gd name="T25" fmla="*/ 228 h 351"/>
                <a:gd name="T26" fmla="*/ 29 w 868"/>
                <a:gd name="T27" fmla="*/ 217 h 351"/>
                <a:gd name="T28" fmla="*/ 31 w 868"/>
                <a:gd name="T29" fmla="*/ 228 h 351"/>
                <a:gd name="T30" fmla="*/ 53 w 868"/>
                <a:gd name="T31" fmla="*/ 253 h 351"/>
                <a:gd name="T32" fmla="*/ 36 w 868"/>
                <a:gd name="T33" fmla="*/ 257 h 351"/>
                <a:gd name="T34" fmla="*/ 774 w 868"/>
                <a:gd name="T35" fmla="*/ 258 h 351"/>
                <a:gd name="T36" fmla="*/ 640 w 868"/>
                <a:gd name="T37" fmla="*/ 136 h 351"/>
                <a:gd name="T38" fmla="*/ 376 w 868"/>
                <a:gd name="T39" fmla="*/ 47 h 351"/>
                <a:gd name="T40" fmla="*/ 235 w 868"/>
                <a:gd name="T41" fmla="*/ 76 h 351"/>
                <a:gd name="T42" fmla="*/ 221 w 868"/>
                <a:gd name="T43" fmla="*/ 70 h 351"/>
                <a:gd name="T44" fmla="*/ 180 w 868"/>
                <a:gd name="T45" fmla="*/ 89 h 351"/>
                <a:gd name="T46" fmla="*/ 168 w 868"/>
                <a:gd name="T47" fmla="*/ 110 h 351"/>
                <a:gd name="T48" fmla="*/ 140 w 868"/>
                <a:gd name="T49" fmla="*/ 145 h 351"/>
                <a:gd name="T50" fmla="*/ 81 w 868"/>
                <a:gd name="T51" fmla="*/ 192 h 351"/>
                <a:gd name="T52" fmla="*/ 126 w 868"/>
                <a:gd name="T53" fmla="*/ 134 h 351"/>
                <a:gd name="T54" fmla="*/ 253 w 868"/>
                <a:gd name="T55" fmla="*/ 36 h 351"/>
                <a:gd name="T56" fmla="*/ 399 w 868"/>
                <a:gd name="T57" fmla="*/ 2 h 351"/>
                <a:gd name="T58" fmla="*/ 510 w 868"/>
                <a:gd name="T59" fmla="*/ 14 h 351"/>
                <a:gd name="T60" fmla="*/ 732 w 868"/>
                <a:gd name="T61" fmla="*/ 145 h 351"/>
                <a:gd name="T62" fmla="*/ 794 w 868"/>
                <a:gd name="T63" fmla="*/ 260 h 351"/>
                <a:gd name="T64" fmla="*/ 787 w 868"/>
                <a:gd name="T65" fmla="*/ 222 h 351"/>
                <a:gd name="T66" fmla="*/ 721 w 868"/>
                <a:gd name="T67" fmla="*/ 150 h 351"/>
                <a:gd name="T68" fmla="*/ 533 w 868"/>
                <a:gd name="T69" fmla="*/ 22 h 351"/>
                <a:gd name="T70" fmla="*/ 380 w 868"/>
                <a:gd name="T71" fmla="*/ 47 h 351"/>
                <a:gd name="T72" fmla="*/ 307 w 868"/>
                <a:gd name="T73" fmla="*/ 53 h 351"/>
                <a:gd name="T74" fmla="*/ 281 w 868"/>
                <a:gd name="T75" fmla="*/ 47 h 351"/>
                <a:gd name="T76" fmla="*/ 242 w 868"/>
                <a:gd name="T77" fmla="*/ 43 h 351"/>
                <a:gd name="T78" fmla="*/ 222 w 868"/>
                <a:gd name="T79" fmla="*/ 51 h 351"/>
                <a:gd name="T80" fmla="*/ 197 w 868"/>
                <a:gd name="T81" fmla="*/ 73 h 351"/>
                <a:gd name="T82" fmla="*/ 164 w 868"/>
                <a:gd name="T83" fmla="*/ 99 h 351"/>
                <a:gd name="T84" fmla="*/ 142 w 868"/>
                <a:gd name="T85" fmla="*/ 117 h 351"/>
                <a:gd name="T86" fmla="*/ 141 w 868"/>
                <a:gd name="T87" fmla="*/ 138 h 351"/>
                <a:gd name="T88" fmla="*/ 124 w 868"/>
                <a:gd name="T89" fmla="*/ 129 h 351"/>
                <a:gd name="T90" fmla="*/ 113 w 868"/>
                <a:gd name="T91" fmla="*/ 142 h 351"/>
                <a:gd name="T92" fmla="*/ 337 w 868"/>
                <a:gd name="T93" fmla="*/ 9 h 351"/>
                <a:gd name="T94" fmla="*/ 168 w 868"/>
                <a:gd name="T95" fmla="*/ 125 h 351"/>
                <a:gd name="T96" fmla="*/ 197 w 868"/>
                <a:gd name="T97" fmla="*/ 105 h 351"/>
                <a:gd name="T98" fmla="*/ 131 w 868"/>
                <a:gd name="T99" fmla="*/ 159 h 351"/>
                <a:gd name="T100" fmla="*/ 88 w 868"/>
                <a:gd name="T101" fmla="*/ 171 h 351"/>
                <a:gd name="T102" fmla="*/ 85 w 868"/>
                <a:gd name="T103" fmla="*/ 191 h 351"/>
                <a:gd name="T104" fmla="*/ 79 w 868"/>
                <a:gd name="T105" fmla="*/ 215 h 351"/>
                <a:gd name="T106" fmla="*/ 48 w 868"/>
                <a:gd name="T107" fmla="*/ 193 h 351"/>
                <a:gd name="T108" fmla="*/ 64 w 868"/>
                <a:gd name="T109" fmla="*/ 238 h 351"/>
                <a:gd name="T110" fmla="*/ 17 w 868"/>
                <a:gd name="T111" fmla="*/ 235 h 351"/>
                <a:gd name="T112" fmla="*/ 87 w 868"/>
                <a:gd name="T113" fmla="*/ 158 h 351"/>
                <a:gd name="T114" fmla="*/ 865 w 868"/>
                <a:gd name="T115" fmla="*/ 172 h 351"/>
                <a:gd name="T116" fmla="*/ 859 w 868"/>
                <a:gd name="T117" fmla="*/ 117 h 351"/>
                <a:gd name="T118" fmla="*/ 782 w 868"/>
                <a:gd name="T119" fmla="*/ 277 h 351"/>
                <a:gd name="T120" fmla="*/ 841 w 868"/>
                <a:gd name="T121" fmla="*/ 164 h 351"/>
                <a:gd name="T122" fmla="*/ 861 w 868"/>
                <a:gd name="T123" fmla="*/ 201 h 351"/>
                <a:gd name="T124" fmla="*/ 666 w 868"/>
                <a:gd name="T125" fmla="*/ 296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868" h="351">
                  <a:moveTo>
                    <a:pt x="813" y="278"/>
                  </a:moveTo>
                  <a:cubicBezTo>
                    <a:pt x="812" y="276"/>
                    <a:pt x="811" y="275"/>
                    <a:pt x="812" y="275"/>
                  </a:cubicBezTo>
                  <a:cubicBezTo>
                    <a:pt x="813" y="277"/>
                    <a:pt x="813" y="278"/>
                    <a:pt x="813" y="278"/>
                  </a:cubicBezTo>
                  <a:close/>
                  <a:moveTo>
                    <a:pt x="812" y="266"/>
                  </a:moveTo>
                  <a:cubicBezTo>
                    <a:pt x="813" y="269"/>
                    <a:pt x="814" y="269"/>
                    <a:pt x="814" y="271"/>
                  </a:cubicBezTo>
                  <a:cubicBezTo>
                    <a:pt x="813" y="267"/>
                    <a:pt x="813" y="271"/>
                    <a:pt x="813" y="270"/>
                  </a:cubicBezTo>
                  <a:cubicBezTo>
                    <a:pt x="815" y="276"/>
                    <a:pt x="814" y="270"/>
                    <a:pt x="815" y="272"/>
                  </a:cubicBezTo>
                  <a:cubicBezTo>
                    <a:pt x="814" y="268"/>
                    <a:pt x="813" y="267"/>
                    <a:pt x="812" y="266"/>
                  </a:cubicBezTo>
                  <a:close/>
                  <a:moveTo>
                    <a:pt x="781" y="282"/>
                  </a:moveTo>
                  <a:cubicBezTo>
                    <a:pt x="782" y="285"/>
                    <a:pt x="783" y="285"/>
                    <a:pt x="784" y="284"/>
                  </a:cubicBezTo>
                  <a:cubicBezTo>
                    <a:pt x="782" y="282"/>
                    <a:pt x="782" y="282"/>
                    <a:pt x="781" y="282"/>
                  </a:cubicBezTo>
                  <a:close/>
                  <a:moveTo>
                    <a:pt x="798" y="267"/>
                  </a:moveTo>
                  <a:cubicBezTo>
                    <a:pt x="798" y="268"/>
                    <a:pt x="801" y="272"/>
                    <a:pt x="801" y="272"/>
                  </a:cubicBezTo>
                  <a:cubicBezTo>
                    <a:pt x="801" y="269"/>
                    <a:pt x="799" y="267"/>
                    <a:pt x="798" y="267"/>
                  </a:cubicBezTo>
                  <a:close/>
                  <a:moveTo>
                    <a:pt x="791" y="270"/>
                  </a:moveTo>
                  <a:cubicBezTo>
                    <a:pt x="791" y="272"/>
                    <a:pt x="793" y="275"/>
                    <a:pt x="793" y="276"/>
                  </a:cubicBezTo>
                  <a:cubicBezTo>
                    <a:pt x="793" y="274"/>
                    <a:pt x="791" y="271"/>
                    <a:pt x="791" y="270"/>
                  </a:cubicBezTo>
                  <a:close/>
                  <a:moveTo>
                    <a:pt x="789" y="269"/>
                  </a:moveTo>
                  <a:cubicBezTo>
                    <a:pt x="788" y="269"/>
                    <a:pt x="791" y="272"/>
                    <a:pt x="790" y="273"/>
                  </a:cubicBezTo>
                  <a:cubicBezTo>
                    <a:pt x="789" y="270"/>
                    <a:pt x="788" y="270"/>
                    <a:pt x="787" y="270"/>
                  </a:cubicBezTo>
                  <a:cubicBezTo>
                    <a:pt x="789" y="273"/>
                    <a:pt x="790" y="274"/>
                    <a:pt x="791" y="276"/>
                  </a:cubicBezTo>
                  <a:cubicBezTo>
                    <a:pt x="792" y="276"/>
                    <a:pt x="792" y="274"/>
                    <a:pt x="793" y="276"/>
                  </a:cubicBezTo>
                  <a:cubicBezTo>
                    <a:pt x="792" y="273"/>
                    <a:pt x="791" y="272"/>
                    <a:pt x="789" y="269"/>
                  </a:cubicBezTo>
                  <a:close/>
                  <a:moveTo>
                    <a:pt x="801" y="266"/>
                  </a:moveTo>
                  <a:cubicBezTo>
                    <a:pt x="800" y="266"/>
                    <a:pt x="800" y="268"/>
                    <a:pt x="801" y="271"/>
                  </a:cubicBezTo>
                  <a:cubicBezTo>
                    <a:pt x="802" y="271"/>
                    <a:pt x="801" y="267"/>
                    <a:pt x="801" y="266"/>
                  </a:cubicBezTo>
                  <a:close/>
                  <a:moveTo>
                    <a:pt x="799" y="270"/>
                  </a:moveTo>
                  <a:cubicBezTo>
                    <a:pt x="799" y="270"/>
                    <a:pt x="798" y="270"/>
                    <a:pt x="798" y="269"/>
                  </a:cubicBezTo>
                  <a:cubicBezTo>
                    <a:pt x="797" y="269"/>
                    <a:pt x="797" y="270"/>
                    <a:pt x="798" y="272"/>
                  </a:cubicBezTo>
                  <a:cubicBezTo>
                    <a:pt x="798" y="271"/>
                    <a:pt x="800" y="273"/>
                    <a:pt x="799" y="270"/>
                  </a:cubicBezTo>
                  <a:close/>
                  <a:moveTo>
                    <a:pt x="770" y="269"/>
                  </a:moveTo>
                  <a:cubicBezTo>
                    <a:pt x="771" y="271"/>
                    <a:pt x="772" y="272"/>
                    <a:pt x="773" y="272"/>
                  </a:cubicBezTo>
                  <a:cubicBezTo>
                    <a:pt x="772" y="270"/>
                    <a:pt x="771" y="269"/>
                    <a:pt x="770" y="269"/>
                  </a:cubicBezTo>
                  <a:close/>
                  <a:moveTo>
                    <a:pt x="807" y="248"/>
                  </a:moveTo>
                  <a:cubicBezTo>
                    <a:pt x="808" y="250"/>
                    <a:pt x="810" y="253"/>
                    <a:pt x="810" y="252"/>
                  </a:cubicBezTo>
                  <a:cubicBezTo>
                    <a:pt x="809" y="249"/>
                    <a:pt x="808" y="247"/>
                    <a:pt x="807" y="248"/>
                  </a:cubicBezTo>
                  <a:close/>
                  <a:moveTo>
                    <a:pt x="802" y="246"/>
                  </a:moveTo>
                  <a:cubicBezTo>
                    <a:pt x="803" y="247"/>
                    <a:pt x="803" y="248"/>
                    <a:pt x="804" y="251"/>
                  </a:cubicBezTo>
                  <a:cubicBezTo>
                    <a:pt x="805" y="251"/>
                    <a:pt x="803" y="245"/>
                    <a:pt x="802" y="246"/>
                  </a:cubicBezTo>
                  <a:close/>
                  <a:moveTo>
                    <a:pt x="805" y="245"/>
                  </a:moveTo>
                  <a:cubicBezTo>
                    <a:pt x="803" y="240"/>
                    <a:pt x="804" y="239"/>
                    <a:pt x="802" y="235"/>
                  </a:cubicBezTo>
                  <a:cubicBezTo>
                    <a:pt x="800" y="234"/>
                    <a:pt x="796" y="236"/>
                    <a:pt x="801" y="245"/>
                  </a:cubicBezTo>
                  <a:cubicBezTo>
                    <a:pt x="801" y="242"/>
                    <a:pt x="806" y="248"/>
                    <a:pt x="805" y="245"/>
                  </a:cubicBezTo>
                  <a:close/>
                  <a:moveTo>
                    <a:pt x="759" y="246"/>
                  </a:moveTo>
                  <a:cubicBezTo>
                    <a:pt x="759" y="247"/>
                    <a:pt x="758" y="246"/>
                    <a:pt x="758" y="246"/>
                  </a:cubicBezTo>
                  <a:cubicBezTo>
                    <a:pt x="759" y="248"/>
                    <a:pt x="760" y="248"/>
                    <a:pt x="759" y="248"/>
                  </a:cubicBezTo>
                  <a:cubicBezTo>
                    <a:pt x="760" y="250"/>
                    <a:pt x="760" y="250"/>
                    <a:pt x="761" y="250"/>
                  </a:cubicBezTo>
                  <a:cubicBezTo>
                    <a:pt x="759" y="248"/>
                    <a:pt x="760" y="248"/>
                    <a:pt x="759" y="246"/>
                  </a:cubicBezTo>
                  <a:close/>
                  <a:moveTo>
                    <a:pt x="766" y="178"/>
                  </a:moveTo>
                  <a:cubicBezTo>
                    <a:pt x="766" y="178"/>
                    <a:pt x="766" y="178"/>
                    <a:pt x="767" y="180"/>
                  </a:cubicBezTo>
                  <a:cubicBezTo>
                    <a:pt x="767" y="180"/>
                    <a:pt x="768" y="181"/>
                    <a:pt x="768" y="181"/>
                  </a:cubicBezTo>
                  <a:cubicBezTo>
                    <a:pt x="767" y="179"/>
                    <a:pt x="768" y="180"/>
                    <a:pt x="766" y="178"/>
                  </a:cubicBezTo>
                  <a:close/>
                  <a:moveTo>
                    <a:pt x="756" y="167"/>
                  </a:moveTo>
                  <a:cubicBezTo>
                    <a:pt x="757" y="168"/>
                    <a:pt x="758" y="169"/>
                    <a:pt x="757" y="169"/>
                  </a:cubicBezTo>
                  <a:cubicBezTo>
                    <a:pt x="762" y="175"/>
                    <a:pt x="758" y="167"/>
                    <a:pt x="756" y="167"/>
                  </a:cubicBezTo>
                  <a:close/>
                  <a:moveTo>
                    <a:pt x="713" y="128"/>
                  </a:moveTo>
                  <a:cubicBezTo>
                    <a:pt x="713" y="127"/>
                    <a:pt x="714" y="127"/>
                    <a:pt x="715" y="128"/>
                  </a:cubicBezTo>
                  <a:cubicBezTo>
                    <a:pt x="712" y="125"/>
                    <a:pt x="710" y="125"/>
                    <a:pt x="713" y="128"/>
                  </a:cubicBezTo>
                  <a:close/>
                  <a:moveTo>
                    <a:pt x="640" y="70"/>
                  </a:moveTo>
                  <a:cubicBezTo>
                    <a:pt x="634" y="64"/>
                    <a:pt x="636" y="68"/>
                    <a:pt x="640" y="70"/>
                  </a:cubicBezTo>
                  <a:close/>
                  <a:moveTo>
                    <a:pt x="545" y="23"/>
                  </a:moveTo>
                  <a:cubicBezTo>
                    <a:pt x="544" y="24"/>
                    <a:pt x="548" y="25"/>
                    <a:pt x="549" y="24"/>
                  </a:cubicBezTo>
                  <a:cubicBezTo>
                    <a:pt x="546" y="24"/>
                    <a:pt x="547" y="24"/>
                    <a:pt x="545" y="23"/>
                  </a:cubicBezTo>
                  <a:close/>
                  <a:moveTo>
                    <a:pt x="539" y="20"/>
                  </a:moveTo>
                  <a:cubicBezTo>
                    <a:pt x="539" y="20"/>
                    <a:pt x="538" y="20"/>
                    <a:pt x="538" y="20"/>
                  </a:cubicBezTo>
                  <a:cubicBezTo>
                    <a:pt x="540" y="21"/>
                    <a:pt x="543" y="22"/>
                    <a:pt x="543" y="21"/>
                  </a:cubicBezTo>
                  <a:cubicBezTo>
                    <a:pt x="540" y="20"/>
                    <a:pt x="540" y="21"/>
                    <a:pt x="539" y="20"/>
                  </a:cubicBezTo>
                  <a:close/>
                  <a:moveTo>
                    <a:pt x="530" y="17"/>
                  </a:moveTo>
                  <a:cubicBezTo>
                    <a:pt x="529" y="18"/>
                    <a:pt x="534" y="19"/>
                    <a:pt x="534" y="18"/>
                  </a:cubicBezTo>
                  <a:lnTo>
                    <a:pt x="530" y="17"/>
                  </a:lnTo>
                  <a:close/>
                  <a:moveTo>
                    <a:pt x="524" y="16"/>
                  </a:moveTo>
                  <a:cubicBezTo>
                    <a:pt x="524" y="16"/>
                    <a:pt x="522" y="16"/>
                    <a:pt x="522" y="17"/>
                  </a:cubicBezTo>
                  <a:cubicBezTo>
                    <a:pt x="524" y="17"/>
                    <a:pt x="527" y="18"/>
                    <a:pt x="529" y="18"/>
                  </a:cubicBezTo>
                  <a:cubicBezTo>
                    <a:pt x="528" y="17"/>
                    <a:pt x="526" y="17"/>
                    <a:pt x="524" y="16"/>
                  </a:cubicBezTo>
                  <a:close/>
                  <a:moveTo>
                    <a:pt x="498" y="10"/>
                  </a:moveTo>
                  <a:cubicBezTo>
                    <a:pt x="501" y="10"/>
                    <a:pt x="502" y="10"/>
                    <a:pt x="503" y="10"/>
                  </a:cubicBezTo>
                  <a:cubicBezTo>
                    <a:pt x="502" y="10"/>
                    <a:pt x="498" y="9"/>
                    <a:pt x="498" y="10"/>
                  </a:cubicBezTo>
                  <a:close/>
                  <a:moveTo>
                    <a:pt x="467" y="7"/>
                  </a:moveTo>
                  <a:cubicBezTo>
                    <a:pt x="468" y="7"/>
                    <a:pt x="473" y="8"/>
                    <a:pt x="473" y="7"/>
                  </a:cubicBezTo>
                  <a:cubicBezTo>
                    <a:pt x="470" y="7"/>
                    <a:pt x="467" y="6"/>
                    <a:pt x="467" y="7"/>
                  </a:cubicBezTo>
                  <a:close/>
                  <a:moveTo>
                    <a:pt x="443" y="52"/>
                  </a:moveTo>
                  <a:cubicBezTo>
                    <a:pt x="443" y="52"/>
                    <a:pt x="443" y="52"/>
                    <a:pt x="443" y="53"/>
                  </a:cubicBezTo>
                  <a:cubicBezTo>
                    <a:pt x="445" y="53"/>
                    <a:pt x="444" y="54"/>
                    <a:pt x="447" y="54"/>
                  </a:cubicBezTo>
                  <a:cubicBezTo>
                    <a:pt x="446" y="53"/>
                    <a:pt x="446" y="53"/>
                    <a:pt x="448" y="53"/>
                  </a:cubicBezTo>
                  <a:cubicBezTo>
                    <a:pt x="447" y="52"/>
                    <a:pt x="446" y="52"/>
                    <a:pt x="443" y="52"/>
                  </a:cubicBezTo>
                  <a:close/>
                  <a:moveTo>
                    <a:pt x="435" y="51"/>
                  </a:moveTo>
                  <a:cubicBezTo>
                    <a:pt x="435" y="52"/>
                    <a:pt x="430" y="51"/>
                    <a:pt x="431" y="51"/>
                  </a:cubicBezTo>
                  <a:cubicBezTo>
                    <a:pt x="432" y="51"/>
                    <a:pt x="436" y="52"/>
                    <a:pt x="437" y="52"/>
                  </a:cubicBezTo>
                  <a:cubicBezTo>
                    <a:pt x="435" y="52"/>
                    <a:pt x="437" y="51"/>
                    <a:pt x="435" y="51"/>
                  </a:cubicBezTo>
                  <a:close/>
                  <a:moveTo>
                    <a:pt x="402" y="50"/>
                  </a:moveTo>
                  <a:cubicBezTo>
                    <a:pt x="404" y="50"/>
                    <a:pt x="406" y="50"/>
                    <a:pt x="406" y="49"/>
                  </a:cubicBezTo>
                  <a:cubicBezTo>
                    <a:pt x="404" y="49"/>
                    <a:pt x="402" y="49"/>
                    <a:pt x="402" y="50"/>
                  </a:cubicBezTo>
                  <a:close/>
                  <a:moveTo>
                    <a:pt x="391" y="1"/>
                  </a:moveTo>
                  <a:cubicBezTo>
                    <a:pt x="391" y="2"/>
                    <a:pt x="395" y="2"/>
                    <a:pt x="397" y="2"/>
                  </a:cubicBezTo>
                  <a:cubicBezTo>
                    <a:pt x="397" y="2"/>
                    <a:pt x="395" y="2"/>
                    <a:pt x="395" y="3"/>
                  </a:cubicBezTo>
                  <a:cubicBezTo>
                    <a:pt x="396" y="3"/>
                    <a:pt x="397" y="3"/>
                    <a:pt x="398" y="3"/>
                  </a:cubicBezTo>
                  <a:cubicBezTo>
                    <a:pt x="397" y="2"/>
                    <a:pt x="401" y="4"/>
                    <a:pt x="402" y="3"/>
                  </a:cubicBezTo>
                  <a:cubicBezTo>
                    <a:pt x="400" y="2"/>
                    <a:pt x="396" y="3"/>
                    <a:pt x="399" y="2"/>
                  </a:cubicBezTo>
                  <a:cubicBezTo>
                    <a:pt x="393" y="2"/>
                    <a:pt x="395" y="1"/>
                    <a:pt x="391" y="1"/>
                  </a:cubicBezTo>
                  <a:close/>
                  <a:moveTo>
                    <a:pt x="394" y="3"/>
                  </a:moveTo>
                  <a:cubicBezTo>
                    <a:pt x="391" y="3"/>
                    <a:pt x="389" y="3"/>
                    <a:pt x="388" y="3"/>
                  </a:cubicBezTo>
                  <a:cubicBezTo>
                    <a:pt x="391" y="3"/>
                    <a:pt x="394" y="4"/>
                    <a:pt x="395" y="3"/>
                  </a:cubicBezTo>
                  <a:cubicBezTo>
                    <a:pt x="394" y="3"/>
                    <a:pt x="394" y="3"/>
                    <a:pt x="394" y="3"/>
                  </a:cubicBezTo>
                  <a:close/>
                  <a:moveTo>
                    <a:pt x="384" y="2"/>
                  </a:moveTo>
                  <a:cubicBezTo>
                    <a:pt x="386" y="2"/>
                    <a:pt x="388" y="2"/>
                    <a:pt x="389" y="2"/>
                  </a:cubicBezTo>
                  <a:cubicBezTo>
                    <a:pt x="387" y="2"/>
                    <a:pt x="384" y="2"/>
                    <a:pt x="384" y="2"/>
                  </a:cubicBezTo>
                  <a:close/>
                  <a:moveTo>
                    <a:pt x="371" y="5"/>
                  </a:moveTo>
                  <a:cubicBezTo>
                    <a:pt x="370" y="6"/>
                    <a:pt x="367" y="6"/>
                    <a:pt x="365" y="6"/>
                  </a:cubicBezTo>
                  <a:cubicBezTo>
                    <a:pt x="367" y="7"/>
                    <a:pt x="377" y="6"/>
                    <a:pt x="377" y="5"/>
                  </a:cubicBezTo>
                  <a:cubicBezTo>
                    <a:pt x="374" y="5"/>
                    <a:pt x="374" y="5"/>
                    <a:pt x="371" y="5"/>
                  </a:cubicBezTo>
                  <a:close/>
                  <a:moveTo>
                    <a:pt x="364" y="51"/>
                  </a:moveTo>
                  <a:cubicBezTo>
                    <a:pt x="364" y="52"/>
                    <a:pt x="367" y="51"/>
                    <a:pt x="370" y="51"/>
                  </a:cubicBezTo>
                  <a:cubicBezTo>
                    <a:pt x="370" y="51"/>
                    <a:pt x="366" y="51"/>
                    <a:pt x="364" y="51"/>
                  </a:cubicBezTo>
                  <a:close/>
                  <a:moveTo>
                    <a:pt x="363" y="50"/>
                  </a:moveTo>
                  <a:cubicBezTo>
                    <a:pt x="365" y="49"/>
                    <a:pt x="366" y="49"/>
                    <a:pt x="367" y="49"/>
                  </a:cubicBezTo>
                  <a:cubicBezTo>
                    <a:pt x="365" y="48"/>
                    <a:pt x="363" y="49"/>
                    <a:pt x="363" y="50"/>
                  </a:cubicBezTo>
                  <a:close/>
                  <a:moveTo>
                    <a:pt x="326" y="13"/>
                  </a:moveTo>
                  <a:cubicBezTo>
                    <a:pt x="327" y="12"/>
                    <a:pt x="332" y="11"/>
                    <a:pt x="333" y="11"/>
                  </a:cubicBezTo>
                  <a:cubicBezTo>
                    <a:pt x="329" y="11"/>
                    <a:pt x="328" y="12"/>
                    <a:pt x="326" y="13"/>
                  </a:cubicBezTo>
                  <a:close/>
                  <a:moveTo>
                    <a:pt x="321" y="10"/>
                  </a:moveTo>
                  <a:cubicBezTo>
                    <a:pt x="322" y="11"/>
                    <a:pt x="325" y="10"/>
                    <a:pt x="329" y="9"/>
                  </a:cubicBezTo>
                  <a:cubicBezTo>
                    <a:pt x="329" y="9"/>
                    <a:pt x="329" y="9"/>
                    <a:pt x="328" y="9"/>
                  </a:cubicBezTo>
                  <a:cubicBezTo>
                    <a:pt x="326" y="10"/>
                    <a:pt x="323" y="10"/>
                    <a:pt x="321" y="10"/>
                  </a:cubicBezTo>
                  <a:close/>
                  <a:moveTo>
                    <a:pt x="322" y="58"/>
                  </a:moveTo>
                  <a:cubicBezTo>
                    <a:pt x="323" y="58"/>
                    <a:pt x="326" y="58"/>
                    <a:pt x="328" y="58"/>
                  </a:cubicBezTo>
                  <a:cubicBezTo>
                    <a:pt x="327" y="57"/>
                    <a:pt x="325" y="57"/>
                    <a:pt x="322" y="58"/>
                  </a:cubicBezTo>
                  <a:close/>
                  <a:moveTo>
                    <a:pt x="313" y="59"/>
                  </a:moveTo>
                  <a:cubicBezTo>
                    <a:pt x="314" y="60"/>
                    <a:pt x="309" y="60"/>
                    <a:pt x="309" y="61"/>
                  </a:cubicBezTo>
                  <a:cubicBezTo>
                    <a:pt x="311" y="61"/>
                    <a:pt x="312" y="61"/>
                    <a:pt x="316" y="60"/>
                  </a:cubicBezTo>
                  <a:cubicBezTo>
                    <a:pt x="315" y="60"/>
                    <a:pt x="316" y="59"/>
                    <a:pt x="313" y="59"/>
                  </a:cubicBezTo>
                  <a:close/>
                  <a:moveTo>
                    <a:pt x="286" y="24"/>
                  </a:moveTo>
                  <a:cubicBezTo>
                    <a:pt x="286" y="24"/>
                    <a:pt x="280" y="25"/>
                    <a:pt x="280" y="26"/>
                  </a:cubicBezTo>
                  <a:cubicBezTo>
                    <a:pt x="281" y="26"/>
                    <a:pt x="280" y="26"/>
                    <a:pt x="281" y="26"/>
                  </a:cubicBezTo>
                  <a:cubicBezTo>
                    <a:pt x="282" y="26"/>
                    <a:pt x="284" y="25"/>
                    <a:pt x="285" y="24"/>
                  </a:cubicBezTo>
                  <a:cubicBezTo>
                    <a:pt x="285" y="25"/>
                    <a:pt x="286" y="25"/>
                    <a:pt x="287" y="25"/>
                  </a:cubicBezTo>
                  <a:cubicBezTo>
                    <a:pt x="290" y="24"/>
                    <a:pt x="290" y="24"/>
                    <a:pt x="294" y="23"/>
                  </a:cubicBezTo>
                  <a:cubicBezTo>
                    <a:pt x="293" y="22"/>
                    <a:pt x="293" y="22"/>
                    <a:pt x="293" y="22"/>
                  </a:cubicBezTo>
                  <a:cubicBezTo>
                    <a:pt x="290" y="23"/>
                    <a:pt x="288" y="23"/>
                    <a:pt x="286" y="24"/>
                  </a:cubicBezTo>
                  <a:close/>
                  <a:moveTo>
                    <a:pt x="287" y="68"/>
                  </a:moveTo>
                  <a:cubicBezTo>
                    <a:pt x="289" y="67"/>
                    <a:pt x="289" y="67"/>
                    <a:pt x="289" y="66"/>
                  </a:cubicBezTo>
                  <a:cubicBezTo>
                    <a:pt x="287" y="67"/>
                    <a:pt x="287" y="67"/>
                    <a:pt x="287" y="68"/>
                  </a:cubicBezTo>
                  <a:close/>
                  <a:moveTo>
                    <a:pt x="237" y="80"/>
                  </a:moveTo>
                  <a:cubicBezTo>
                    <a:pt x="236" y="81"/>
                    <a:pt x="235" y="83"/>
                    <a:pt x="230" y="86"/>
                  </a:cubicBezTo>
                  <a:cubicBezTo>
                    <a:pt x="227" y="86"/>
                    <a:pt x="224" y="88"/>
                    <a:pt x="221" y="89"/>
                  </a:cubicBezTo>
                  <a:cubicBezTo>
                    <a:pt x="221" y="89"/>
                    <a:pt x="221" y="90"/>
                    <a:pt x="220" y="91"/>
                  </a:cubicBezTo>
                  <a:cubicBezTo>
                    <a:pt x="219" y="91"/>
                    <a:pt x="215" y="92"/>
                    <a:pt x="215" y="93"/>
                  </a:cubicBezTo>
                  <a:cubicBezTo>
                    <a:pt x="217" y="93"/>
                    <a:pt x="218" y="93"/>
                    <a:pt x="220" y="92"/>
                  </a:cubicBezTo>
                  <a:cubicBezTo>
                    <a:pt x="222" y="91"/>
                    <a:pt x="219" y="91"/>
                    <a:pt x="221" y="90"/>
                  </a:cubicBezTo>
                  <a:cubicBezTo>
                    <a:pt x="227" y="88"/>
                    <a:pt x="233" y="84"/>
                    <a:pt x="238" y="81"/>
                  </a:cubicBezTo>
                  <a:cubicBezTo>
                    <a:pt x="237" y="81"/>
                    <a:pt x="237" y="81"/>
                    <a:pt x="236" y="81"/>
                  </a:cubicBezTo>
                  <a:cubicBezTo>
                    <a:pt x="239" y="80"/>
                    <a:pt x="241" y="79"/>
                    <a:pt x="242" y="78"/>
                  </a:cubicBezTo>
                  <a:cubicBezTo>
                    <a:pt x="239" y="79"/>
                    <a:pt x="238" y="79"/>
                    <a:pt x="237" y="80"/>
                  </a:cubicBezTo>
                  <a:close/>
                  <a:moveTo>
                    <a:pt x="228" y="79"/>
                  </a:moveTo>
                  <a:cubicBezTo>
                    <a:pt x="228" y="80"/>
                    <a:pt x="230" y="79"/>
                    <a:pt x="228" y="80"/>
                  </a:cubicBezTo>
                  <a:cubicBezTo>
                    <a:pt x="228" y="80"/>
                    <a:pt x="224" y="82"/>
                    <a:pt x="224" y="81"/>
                  </a:cubicBezTo>
                  <a:cubicBezTo>
                    <a:pt x="219" y="84"/>
                    <a:pt x="214" y="86"/>
                    <a:pt x="212" y="89"/>
                  </a:cubicBezTo>
                  <a:cubicBezTo>
                    <a:pt x="217" y="86"/>
                    <a:pt x="220" y="83"/>
                    <a:pt x="224" y="82"/>
                  </a:cubicBezTo>
                  <a:cubicBezTo>
                    <a:pt x="224" y="82"/>
                    <a:pt x="222" y="83"/>
                    <a:pt x="223" y="83"/>
                  </a:cubicBezTo>
                  <a:cubicBezTo>
                    <a:pt x="226" y="82"/>
                    <a:pt x="228" y="80"/>
                    <a:pt x="232" y="79"/>
                  </a:cubicBezTo>
                  <a:cubicBezTo>
                    <a:pt x="231" y="78"/>
                    <a:pt x="231" y="78"/>
                    <a:pt x="228" y="79"/>
                  </a:cubicBezTo>
                  <a:close/>
                  <a:moveTo>
                    <a:pt x="209" y="55"/>
                  </a:moveTo>
                  <a:cubicBezTo>
                    <a:pt x="212" y="54"/>
                    <a:pt x="215" y="52"/>
                    <a:pt x="216" y="50"/>
                  </a:cubicBezTo>
                  <a:cubicBezTo>
                    <a:pt x="212" y="52"/>
                    <a:pt x="211" y="53"/>
                    <a:pt x="209" y="55"/>
                  </a:cubicBezTo>
                  <a:close/>
                  <a:moveTo>
                    <a:pt x="220" y="66"/>
                  </a:moveTo>
                  <a:cubicBezTo>
                    <a:pt x="223" y="64"/>
                    <a:pt x="220" y="67"/>
                    <a:pt x="223" y="65"/>
                  </a:cubicBezTo>
                  <a:cubicBezTo>
                    <a:pt x="224" y="64"/>
                    <a:pt x="223" y="65"/>
                    <a:pt x="223" y="64"/>
                  </a:cubicBezTo>
                  <a:cubicBezTo>
                    <a:pt x="222" y="65"/>
                    <a:pt x="220" y="65"/>
                    <a:pt x="220" y="66"/>
                  </a:cubicBezTo>
                  <a:close/>
                  <a:moveTo>
                    <a:pt x="217" y="67"/>
                  </a:moveTo>
                  <a:cubicBezTo>
                    <a:pt x="214" y="69"/>
                    <a:pt x="216" y="70"/>
                    <a:pt x="219" y="67"/>
                  </a:cubicBezTo>
                  <a:cubicBezTo>
                    <a:pt x="214" y="69"/>
                    <a:pt x="222" y="65"/>
                    <a:pt x="217" y="67"/>
                  </a:cubicBezTo>
                  <a:close/>
                  <a:moveTo>
                    <a:pt x="226" y="94"/>
                  </a:moveTo>
                  <a:cubicBezTo>
                    <a:pt x="225" y="94"/>
                    <a:pt x="224" y="95"/>
                    <a:pt x="224" y="96"/>
                  </a:cubicBezTo>
                  <a:cubicBezTo>
                    <a:pt x="226" y="94"/>
                    <a:pt x="226" y="95"/>
                    <a:pt x="228" y="94"/>
                  </a:cubicBezTo>
                  <a:cubicBezTo>
                    <a:pt x="228" y="93"/>
                    <a:pt x="227" y="94"/>
                    <a:pt x="226" y="94"/>
                  </a:cubicBezTo>
                  <a:close/>
                  <a:moveTo>
                    <a:pt x="216" y="80"/>
                  </a:moveTo>
                  <a:cubicBezTo>
                    <a:pt x="215" y="80"/>
                    <a:pt x="213" y="82"/>
                    <a:pt x="211" y="82"/>
                  </a:cubicBezTo>
                  <a:cubicBezTo>
                    <a:pt x="211" y="83"/>
                    <a:pt x="214" y="82"/>
                    <a:pt x="216" y="80"/>
                  </a:cubicBezTo>
                  <a:close/>
                  <a:moveTo>
                    <a:pt x="206" y="79"/>
                  </a:moveTo>
                  <a:cubicBezTo>
                    <a:pt x="206" y="79"/>
                    <a:pt x="208" y="78"/>
                    <a:pt x="207" y="79"/>
                  </a:cubicBezTo>
                  <a:cubicBezTo>
                    <a:pt x="209" y="77"/>
                    <a:pt x="210" y="78"/>
                    <a:pt x="212" y="75"/>
                  </a:cubicBezTo>
                  <a:cubicBezTo>
                    <a:pt x="210" y="76"/>
                    <a:pt x="208" y="77"/>
                    <a:pt x="206" y="79"/>
                  </a:cubicBezTo>
                  <a:close/>
                  <a:moveTo>
                    <a:pt x="192" y="65"/>
                  </a:moveTo>
                  <a:cubicBezTo>
                    <a:pt x="191" y="66"/>
                    <a:pt x="190" y="67"/>
                    <a:pt x="190" y="67"/>
                  </a:cubicBezTo>
                  <a:cubicBezTo>
                    <a:pt x="193" y="65"/>
                    <a:pt x="197" y="64"/>
                    <a:pt x="198" y="63"/>
                  </a:cubicBezTo>
                  <a:cubicBezTo>
                    <a:pt x="194" y="64"/>
                    <a:pt x="195" y="64"/>
                    <a:pt x="192" y="65"/>
                  </a:cubicBezTo>
                  <a:close/>
                  <a:moveTo>
                    <a:pt x="208" y="90"/>
                  </a:moveTo>
                  <a:cubicBezTo>
                    <a:pt x="207" y="91"/>
                    <a:pt x="206" y="91"/>
                    <a:pt x="206" y="92"/>
                  </a:cubicBezTo>
                  <a:cubicBezTo>
                    <a:pt x="207" y="91"/>
                    <a:pt x="206" y="93"/>
                    <a:pt x="209" y="91"/>
                  </a:cubicBezTo>
                  <a:cubicBezTo>
                    <a:pt x="210" y="90"/>
                    <a:pt x="208" y="91"/>
                    <a:pt x="208" y="90"/>
                  </a:cubicBezTo>
                  <a:close/>
                  <a:moveTo>
                    <a:pt x="207" y="101"/>
                  </a:moveTo>
                  <a:cubicBezTo>
                    <a:pt x="208" y="101"/>
                    <a:pt x="212" y="98"/>
                    <a:pt x="214" y="97"/>
                  </a:cubicBezTo>
                  <a:cubicBezTo>
                    <a:pt x="211" y="99"/>
                    <a:pt x="207" y="101"/>
                    <a:pt x="207" y="101"/>
                  </a:cubicBezTo>
                  <a:close/>
                  <a:moveTo>
                    <a:pt x="190" y="86"/>
                  </a:moveTo>
                  <a:cubicBezTo>
                    <a:pt x="191" y="85"/>
                    <a:pt x="196" y="82"/>
                    <a:pt x="196" y="82"/>
                  </a:cubicBezTo>
                  <a:cubicBezTo>
                    <a:pt x="194" y="83"/>
                    <a:pt x="192" y="85"/>
                    <a:pt x="190" y="86"/>
                  </a:cubicBezTo>
                  <a:close/>
                  <a:moveTo>
                    <a:pt x="198" y="111"/>
                  </a:moveTo>
                  <a:cubicBezTo>
                    <a:pt x="199" y="112"/>
                    <a:pt x="204" y="109"/>
                    <a:pt x="205" y="107"/>
                  </a:cubicBezTo>
                  <a:cubicBezTo>
                    <a:pt x="203" y="109"/>
                    <a:pt x="201" y="110"/>
                    <a:pt x="198" y="111"/>
                  </a:cubicBezTo>
                  <a:close/>
                  <a:moveTo>
                    <a:pt x="185" y="86"/>
                  </a:moveTo>
                  <a:cubicBezTo>
                    <a:pt x="185" y="86"/>
                    <a:pt x="189" y="84"/>
                    <a:pt x="188" y="84"/>
                  </a:cubicBezTo>
                  <a:cubicBezTo>
                    <a:pt x="184" y="85"/>
                    <a:pt x="184" y="87"/>
                    <a:pt x="183" y="89"/>
                  </a:cubicBezTo>
                  <a:cubicBezTo>
                    <a:pt x="184" y="88"/>
                    <a:pt x="184" y="88"/>
                    <a:pt x="184" y="88"/>
                  </a:cubicBezTo>
                  <a:cubicBezTo>
                    <a:pt x="187" y="87"/>
                    <a:pt x="190" y="84"/>
                    <a:pt x="188" y="84"/>
                  </a:cubicBezTo>
                  <a:cubicBezTo>
                    <a:pt x="188" y="84"/>
                    <a:pt x="186" y="86"/>
                    <a:pt x="185" y="86"/>
                  </a:cubicBezTo>
                  <a:close/>
                  <a:moveTo>
                    <a:pt x="175" y="77"/>
                  </a:moveTo>
                  <a:cubicBezTo>
                    <a:pt x="177" y="75"/>
                    <a:pt x="182" y="73"/>
                    <a:pt x="180" y="73"/>
                  </a:cubicBezTo>
                  <a:cubicBezTo>
                    <a:pt x="179" y="75"/>
                    <a:pt x="174" y="76"/>
                    <a:pt x="175" y="77"/>
                  </a:cubicBezTo>
                  <a:close/>
                  <a:moveTo>
                    <a:pt x="186" y="115"/>
                  </a:moveTo>
                  <a:cubicBezTo>
                    <a:pt x="187" y="115"/>
                    <a:pt x="191" y="112"/>
                    <a:pt x="191" y="111"/>
                  </a:cubicBezTo>
                  <a:cubicBezTo>
                    <a:pt x="190" y="112"/>
                    <a:pt x="187" y="113"/>
                    <a:pt x="186" y="115"/>
                  </a:cubicBezTo>
                  <a:close/>
                  <a:moveTo>
                    <a:pt x="177" y="93"/>
                  </a:moveTo>
                  <a:cubicBezTo>
                    <a:pt x="170" y="97"/>
                    <a:pt x="177" y="95"/>
                    <a:pt x="177" y="93"/>
                  </a:cubicBezTo>
                  <a:close/>
                  <a:moveTo>
                    <a:pt x="183" y="114"/>
                  </a:moveTo>
                  <a:cubicBezTo>
                    <a:pt x="185" y="113"/>
                    <a:pt x="188" y="111"/>
                    <a:pt x="188" y="110"/>
                  </a:cubicBezTo>
                  <a:cubicBezTo>
                    <a:pt x="185" y="112"/>
                    <a:pt x="184" y="113"/>
                    <a:pt x="183" y="114"/>
                  </a:cubicBezTo>
                  <a:close/>
                  <a:moveTo>
                    <a:pt x="158" y="89"/>
                  </a:moveTo>
                  <a:cubicBezTo>
                    <a:pt x="160" y="88"/>
                    <a:pt x="165" y="84"/>
                    <a:pt x="163" y="85"/>
                  </a:cubicBezTo>
                  <a:cubicBezTo>
                    <a:pt x="163" y="85"/>
                    <a:pt x="157" y="89"/>
                    <a:pt x="158" y="89"/>
                  </a:cubicBezTo>
                  <a:close/>
                  <a:moveTo>
                    <a:pt x="166" y="104"/>
                  </a:moveTo>
                  <a:cubicBezTo>
                    <a:pt x="168" y="103"/>
                    <a:pt x="170" y="102"/>
                    <a:pt x="171" y="101"/>
                  </a:cubicBezTo>
                  <a:cubicBezTo>
                    <a:pt x="169" y="103"/>
                    <a:pt x="166" y="103"/>
                    <a:pt x="166" y="104"/>
                  </a:cubicBezTo>
                  <a:close/>
                  <a:moveTo>
                    <a:pt x="172" y="122"/>
                  </a:moveTo>
                  <a:cubicBezTo>
                    <a:pt x="172" y="122"/>
                    <a:pt x="176" y="120"/>
                    <a:pt x="176" y="120"/>
                  </a:cubicBezTo>
                  <a:cubicBezTo>
                    <a:pt x="175" y="120"/>
                    <a:pt x="175" y="120"/>
                    <a:pt x="172" y="122"/>
                  </a:cubicBezTo>
                  <a:close/>
                  <a:moveTo>
                    <a:pt x="142" y="97"/>
                  </a:moveTo>
                  <a:cubicBezTo>
                    <a:pt x="145" y="95"/>
                    <a:pt x="147" y="93"/>
                    <a:pt x="148" y="92"/>
                  </a:cubicBezTo>
                  <a:cubicBezTo>
                    <a:pt x="146" y="93"/>
                    <a:pt x="142" y="96"/>
                    <a:pt x="142" y="97"/>
                  </a:cubicBezTo>
                  <a:close/>
                  <a:moveTo>
                    <a:pt x="155" y="112"/>
                  </a:moveTo>
                  <a:cubicBezTo>
                    <a:pt x="155" y="112"/>
                    <a:pt x="156" y="111"/>
                    <a:pt x="156" y="111"/>
                  </a:cubicBezTo>
                  <a:cubicBezTo>
                    <a:pt x="155" y="112"/>
                    <a:pt x="156" y="112"/>
                    <a:pt x="157" y="111"/>
                  </a:cubicBezTo>
                  <a:cubicBezTo>
                    <a:pt x="157" y="111"/>
                    <a:pt x="158" y="110"/>
                    <a:pt x="158" y="109"/>
                  </a:cubicBezTo>
                  <a:cubicBezTo>
                    <a:pt x="157" y="110"/>
                    <a:pt x="155" y="111"/>
                    <a:pt x="155" y="112"/>
                  </a:cubicBezTo>
                  <a:close/>
                  <a:moveTo>
                    <a:pt x="164" y="129"/>
                  </a:moveTo>
                  <a:cubicBezTo>
                    <a:pt x="165" y="128"/>
                    <a:pt x="170" y="125"/>
                    <a:pt x="169" y="124"/>
                  </a:cubicBezTo>
                  <a:cubicBezTo>
                    <a:pt x="167" y="126"/>
                    <a:pt x="165" y="127"/>
                    <a:pt x="164" y="129"/>
                  </a:cubicBezTo>
                  <a:close/>
                  <a:moveTo>
                    <a:pt x="153" y="112"/>
                  </a:moveTo>
                  <a:cubicBezTo>
                    <a:pt x="155" y="111"/>
                    <a:pt x="158" y="109"/>
                    <a:pt x="157" y="109"/>
                  </a:cubicBezTo>
                  <a:cubicBezTo>
                    <a:pt x="154" y="110"/>
                    <a:pt x="154" y="111"/>
                    <a:pt x="153" y="112"/>
                  </a:cubicBezTo>
                  <a:close/>
                  <a:moveTo>
                    <a:pt x="164" y="125"/>
                  </a:moveTo>
                  <a:cubicBezTo>
                    <a:pt x="165" y="124"/>
                    <a:pt x="167" y="122"/>
                    <a:pt x="167" y="122"/>
                  </a:cubicBezTo>
                  <a:cubicBezTo>
                    <a:pt x="166" y="122"/>
                    <a:pt x="162" y="125"/>
                    <a:pt x="164" y="125"/>
                  </a:cubicBezTo>
                  <a:close/>
                  <a:moveTo>
                    <a:pt x="162" y="131"/>
                  </a:moveTo>
                  <a:cubicBezTo>
                    <a:pt x="162" y="131"/>
                    <a:pt x="161" y="132"/>
                    <a:pt x="161" y="133"/>
                  </a:cubicBezTo>
                  <a:cubicBezTo>
                    <a:pt x="164" y="130"/>
                    <a:pt x="164" y="130"/>
                    <a:pt x="164" y="130"/>
                  </a:cubicBezTo>
                  <a:cubicBezTo>
                    <a:pt x="162" y="131"/>
                    <a:pt x="170" y="126"/>
                    <a:pt x="167" y="127"/>
                  </a:cubicBezTo>
                  <a:cubicBezTo>
                    <a:pt x="165" y="129"/>
                    <a:pt x="163" y="130"/>
                    <a:pt x="162" y="131"/>
                  </a:cubicBezTo>
                  <a:close/>
                  <a:moveTo>
                    <a:pt x="153" y="115"/>
                  </a:moveTo>
                  <a:cubicBezTo>
                    <a:pt x="153" y="115"/>
                    <a:pt x="154" y="114"/>
                    <a:pt x="153" y="114"/>
                  </a:cubicBezTo>
                  <a:cubicBezTo>
                    <a:pt x="149" y="118"/>
                    <a:pt x="155" y="114"/>
                    <a:pt x="153" y="116"/>
                  </a:cubicBezTo>
                  <a:cubicBezTo>
                    <a:pt x="155" y="115"/>
                    <a:pt x="155" y="115"/>
                    <a:pt x="155" y="115"/>
                  </a:cubicBezTo>
                  <a:cubicBezTo>
                    <a:pt x="155" y="115"/>
                    <a:pt x="155" y="114"/>
                    <a:pt x="155" y="114"/>
                  </a:cubicBezTo>
                  <a:cubicBezTo>
                    <a:pt x="154" y="115"/>
                    <a:pt x="153" y="115"/>
                    <a:pt x="153" y="115"/>
                  </a:cubicBezTo>
                  <a:close/>
                  <a:moveTo>
                    <a:pt x="132" y="105"/>
                  </a:moveTo>
                  <a:cubicBezTo>
                    <a:pt x="135" y="103"/>
                    <a:pt x="140" y="99"/>
                    <a:pt x="140" y="98"/>
                  </a:cubicBezTo>
                  <a:cubicBezTo>
                    <a:pt x="136" y="101"/>
                    <a:pt x="133" y="104"/>
                    <a:pt x="132" y="105"/>
                  </a:cubicBezTo>
                  <a:close/>
                  <a:moveTo>
                    <a:pt x="158" y="134"/>
                  </a:moveTo>
                  <a:cubicBezTo>
                    <a:pt x="159" y="132"/>
                    <a:pt x="163" y="130"/>
                    <a:pt x="163" y="130"/>
                  </a:cubicBezTo>
                  <a:cubicBezTo>
                    <a:pt x="161" y="131"/>
                    <a:pt x="157" y="133"/>
                    <a:pt x="158" y="134"/>
                  </a:cubicBezTo>
                  <a:close/>
                  <a:moveTo>
                    <a:pt x="149" y="141"/>
                  </a:moveTo>
                  <a:cubicBezTo>
                    <a:pt x="151" y="141"/>
                    <a:pt x="153" y="139"/>
                    <a:pt x="153" y="138"/>
                  </a:cubicBezTo>
                  <a:cubicBezTo>
                    <a:pt x="154" y="138"/>
                    <a:pt x="157" y="136"/>
                    <a:pt x="158" y="135"/>
                  </a:cubicBezTo>
                  <a:cubicBezTo>
                    <a:pt x="155" y="136"/>
                    <a:pt x="151" y="139"/>
                    <a:pt x="149" y="141"/>
                  </a:cubicBezTo>
                  <a:close/>
                  <a:moveTo>
                    <a:pt x="132" y="110"/>
                  </a:moveTo>
                  <a:cubicBezTo>
                    <a:pt x="132" y="108"/>
                    <a:pt x="128" y="112"/>
                    <a:pt x="127" y="113"/>
                  </a:cubicBezTo>
                  <a:cubicBezTo>
                    <a:pt x="126" y="114"/>
                    <a:pt x="128" y="114"/>
                    <a:pt x="129" y="112"/>
                  </a:cubicBezTo>
                  <a:cubicBezTo>
                    <a:pt x="129" y="111"/>
                    <a:pt x="131" y="110"/>
                    <a:pt x="131" y="110"/>
                  </a:cubicBezTo>
                  <a:cubicBezTo>
                    <a:pt x="131" y="110"/>
                    <a:pt x="131" y="110"/>
                    <a:pt x="132" y="110"/>
                  </a:cubicBezTo>
                  <a:close/>
                  <a:moveTo>
                    <a:pt x="137" y="153"/>
                  </a:moveTo>
                  <a:cubicBezTo>
                    <a:pt x="139" y="150"/>
                    <a:pt x="143" y="148"/>
                    <a:pt x="143" y="147"/>
                  </a:cubicBezTo>
                  <a:cubicBezTo>
                    <a:pt x="140" y="149"/>
                    <a:pt x="138" y="151"/>
                    <a:pt x="137" y="153"/>
                  </a:cubicBezTo>
                  <a:close/>
                  <a:moveTo>
                    <a:pt x="105" y="131"/>
                  </a:moveTo>
                  <a:cubicBezTo>
                    <a:pt x="110" y="128"/>
                    <a:pt x="114" y="123"/>
                    <a:pt x="118" y="120"/>
                  </a:cubicBezTo>
                  <a:cubicBezTo>
                    <a:pt x="117" y="119"/>
                    <a:pt x="117" y="119"/>
                    <a:pt x="117" y="119"/>
                  </a:cubicBezTo>
                  <a:cubicBezTo>
                    <a:pt x="113" y="123"/>
                    <a:pt x="107" y="128"/>
                    <a:pt x="105" y="131"/>
                  </a:cubicBezTo>
                  <a:close/>
                  <a:moveTo>
                    <a:pt x="144" y="153"/>
                  </a:moveTo>
                  <a:cubicBezTo>
                    <a:pt x="144" y="154"/>
                    <a:pt x="143" y="155"/>
                    <a:pt x="143" y="155"/>
                  </a:cubicBezTo>
                  <a:cubicBezTo>
                    <a:pt x="146" y="153"/>
                    <a:pt x="146" y="153"/>
                    <a:pt x="146" y="153"/>
                  </a:cubicBezTo>
                  <a:cubicBezTo>
                    <a:pt x="145" y="153"/>
                    <a:pt x="146" y="152"/>
                    <a:pt x="144" y="153"/>
                  </a:cubicBezTo>
                  <a:close/>
                  <a:moveTo>
                    <a:pt x="124" y="137"/>
                  </a:moveTo>
                  <a:cubicBezTo>
                    <a:pt x="125" y="137"/>
                    <a:pt x="126" y="136"/>
                    <a:pt x="126" y="136"/>
                  </a:cubicBezTo>
                  <a:cubicBezTo>
                    <a:pt x="125" y="136"/>
                    <a:pt x="123" y="138"/>
                    <a:pt x="122" y="139"/>
                  </a:cubicBezTo>
                  <a:cubicBezTo>
                    <a:pt x="121" y="140"/>
                    <a:pt x="121" y="140"/>
                    <a:pt x="122" y="140"/>
                  </a:cubicBezTo>
                  <a:cubicBezTo>
                    <a:pt x="124" y="138"/>
                    <a:pt x="123" y="138"/>
                    <a:pt x="124" y="137"/>
                  </a:cubicBezTo>
                  <a:close/>
                  <a:moveTo>
                    <a:pt x="112" y="136"/>
                  </a:moveTo>
                  <a:cubicBezTo>
                    <a:pt x="109" y="139"/>
                    <a:pt x="114" y="135"/>
                    <a:pt x="111" y="138"/>
                  </a:cubicBezTo>
                  <a:cubicBezTo>
                    <a:pt x="113" y="136"/>
                    <a:pt x="113" y="136"/>
                    <a:pt x="115" y="135"/>
                  </a:cubicBezTo>
                  <a:cubicBezTo>
                    <a:pt x="115" y="135"/>
                    <a:pt x="116" y="134"/>
                    <a:pt x="115" y="134"/>
                  </a:cubicBezTo>
                  <a:cubicBezTo>
                    <a:pt x="113" y="136"/>
                    <a:pt x="114" y="134"/>
                    <a:pt x="112" y="136"/>
                  </a:cubicBezTo>
                  <a:close/>
                  <a:moveTo>
                    <a:pt x="125" y="156"/>
                  </a:moveTo>
                  <a:cubicBezTo>
                    <a:pt x="126" y="156"/>
                    <a:pt x="128" y="154"/>
                    <a:pt x="129" y="152"/>
                  </a:cubicBezTo>
                  <a:cubicBezTo>
                    <a:pt x="128" y="153"/>
                    <a:pt x="126" y="154"/>
                    <a:pt x="125" y="156"/>
                  </a:cubicBezTo>
                  <a:close/>
                  <a:moveTo>
                    <a:pt x="113" y="150"/>
                  </a:moveTo>
                  <a:cubicBezTo>
                    <a:pt x="117" y="147"/>
                    <a:pt x="116" y="148"/>
                    <a:pt x="120" y="145"/>
                  </a:cubicBezTo>
                  <a:cubicBezTo>
                    <a:pt x="118" y="145"/>
                    <a:pt x="121" y="143"/>
                    <a:pt x="120" y="143"/>
                  </a:cubicBezTo>
                  <a:cubicBezTo>
                    <a:pt x="119" y="145"/>
                    <a:pt x="113" y="149"/>
                    <a:pt x="113" y="150"/>
                  </a:cubicBezTo>
                  <a:close/>
                  <a:moveTo>
                    <a:pt x="112" y="138"/>
                  </a:moveTo>
                  <a:cubicBezTo>
                    <a:pt x="110" y="140"/>
                    <a:pt x="110" y="138"/>
                    <a:pt x="108" y="140"/>
                  </a:cubicBezTo>
                  <a:cubicBezTo>
                    <a:pt x="107" y="142"/>
                    <a:pt x="109" y="140"/>
                    <a:pt x="110" y="141"/>
                  </a:cubicBezTo>
                  <a:cubicBezTo>
                    <a:pt x="111" y="140"/>
                    <a:pt x="114" y="137"/>
                    <a:pt x="112" y="138"/>
                  </a:cubicBezTo>
                  <a:close/>
                  <a:moveTo>
                    <a:pt x="96" y="141"/>
                  </a:moveTo>
                  <a:cubicBezTo>
                    <a:pt x="99" y="138"/>
                    <a:pt x="99" y="138"/>
                    <a:pt x="99" y="138"/>
                  </a:cubicBezTo>
                  <a:cubicBezTo>
                    <a:pt x="98" y="137"/>
                    <a:pt x="98" y="137"/>
                    <a:pt x="98" y="137"/>
                  </a:cubicBezTo>
                  <a:cubicBezTo>
                    <a:pt x="96" y="139"/>
                    <a:pt x="97" y="139"/>
                    <a:pt x="96" y="141"/>
                  </a:cubicBezTo>
                  <a:close/>
                  <a:moveTo>
                    <a:pt x="119" y="170"/>
                  </a:moveTo>
                  <a:cubicBezTo>
                    <a:pt x="119" y="171"/>
                    <a:pt x="120" y="168"/>
                    <a:pt x="120" y="169"/>
                  </a:cubicBezTo>
                  <a:cubicBezTo>
                    <a:pt x="121" y="168"/>
                    <a:pt x="125" y="165"/>
                    <a:pt x="123" y="166"/>
                  </a:cubicBezTo>
                  <a:cubicBezTo>
                    <a:pt x="121" y="168"/>
                    <a:pt x="121" y="168"/>
                    <a:pt x="119" y="170"/>
                  </a:cubicBezTo>
                  <a:close/>
                  <a:moveTo>
                    <a:pt x="111" y="161"/>
                  </a:moveTo>
                  <a:cubicBezTo>
                    <a:pt x="113" y="159"/>
                    <a:pt x="114" y="159"/>
                    <a:pt x="115" y="158"/>
                  </a:cubicBezTo>
                  <a:cubicBezTo>
                    <a:pt x="114" y="158"/>
                    <a:pt x="115" y="157"/>
                    <a:pt x="114" y="157"/>
                  </a:cubicBezTo>
                  <a:cubicBezTo>
                    <a:pt x="113" y="159"/>
                    <a:pt x="111" y="160"/>
                    <a:pt x="111" y="161"/>
                  </a:cubicBezTo>
                  <a:close/>
                  <a:moveTo>
                    <a:pt x="85" y="151"/>
                  </a:moveTo>
                  <a:cubicBezTo>
                    <a:pt x="83" y="153"/>
                    <a:pt x="82" y="154"/>
                    <a:pt x="81" y="155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1" y="156"/>
                    <a:pt x="81" y="156"/>
                    <a:pt x="81" y="156"/>
                  </a:cubicBezTo>
                  <a:cubicBezTo>
                    <a:pt x="82" y="156"/>
                    <a:pt x="82" y="156"/>
                    <a:pt x="82" y="156"/>
                  </a:cubicBezTo>
                  <a:cubicBezTo>
                    <a:pt x="83" y="155"/>
                    <a:pt x="83" y="155"/>
                    <a:pt x="83" y="155"/>
                  </a:cubicBezTo>
                  <a:cubicBezTo>
                    <a:pt x="84" y="154"/>
                    <a:pt x="85" y="152"/>
                    <a:pt x="86" y="151"/>
                  </a:cubicBezTo>
                  <a:cubicBezTo>
                    <a:pt x="89" y="149"/>
                    <a:pt x="91" y="146"/>
                    <a:pt x="93" y="143"/>
                  </a:cubicBezTo>
                  <a:cubicBezTo>
                    <a:pt x="90" y="146"/>
                    <a:pt x="87" y="149"/>
                    <a:pt x="85" y="151"/>
                  </a:cubicBezTo>
                  <a:close/>
                  <a:moveTo>
                    <a:pt x="88" y="156"/>
                  </a:moveTo>
                  <a:cubicBezTo>
                    <a:pt x="90" y="154"/>
                    <a:pt x="91" y="154"/>
                    <a:pt x="93" y="152"/>
                  </a:cubicBezTo>
                  <a:cubicBezTo>
                    <a:pt x="93" y="151"/>
                    <a:pt x="93" y="150"/>
                    <a:pt x="94" y="149"/>
                  </a:cubicBezTo>
                  <a:cubicBezTo>
                    <a:pt x="91" y="152"/>
                    <a:pt x="87" y="156"/>
                    <a:pt x="88" y="156"/>
                  </a:cubicBezTo>
                  <a:close/>
                  <a:moveTo>
                    <a:pt x="86" y="154"/>
                  </a:moveTo>
                  <a:cubicBezTo>
                    <a:pt x="88" y="153"/>
                    <a:pt x="87" y="154"/>
                    <a:pt x="89" y="152"/>
                  </a:cubicBezTo>
                  <a:cubicBezTo>
                    <a:pt x="89" y="152"/>
                    <a:pt x="89" y="152"/>
                    <a:pt x="90" y="151"/>
                  </a:cubicBezTo>
                  <a:cubicBezTo>
                    <a:pt x="89" y="151"/>
                    <a:pt x="89" y="151"/>
                    <a:pt x="90" y="151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89" y="152"/>
                    <a:pt x="86" y="154"/>
                    <a:pt x="86" y="154"/>
                  </a:cubicBezTo>
                  <a:close/>
                  <a:moveTo>
                    <a:pt x="96" y="160"/>
                  </a:moveTo>
                  <a:cubicBezTo>
                    <a:pt x="96" y="161"/>
                    <a:pt x="94" y="163"/>
                    <a:pt x="94" y="164"/>
                  </a:cubicBezTo>
                  <a:cubicBezTo>
                    <a:pt x="96" y="162"/>
                    <a:pt x="96" y="161"/>
                    <a:pt x="98" y="160"/>
                  </a:cubicBezTo>
                  <a:cubicBezTo>
                    <a:pt x="97" y="159"/>
                    <a:pt x="97" y="160"/>
                    <a:pt x="96" y="160"/>
                  </a:cubicBezTo>
                  <a:close/>
                  <a:moveTo>
                    <a:pt x="95" y="158"/>
                  </a:moveTo>
                  <a:cubicBezTo>
                    <a:pt x="95" y="158"/>
                    <a:pt x="95" y="158"/>
                    <a:pt x="95" y="158"/>
                  </a:cubicBezTo>
                  <a:cubicBezTo>
                    <a:pt x="93" y="159"/>
                    <a:pt x="94" y="159"/>
                    <a:pt x="92" y="160"/>
                  </a:cubicBezTo>
                  <a:cubicBezTo>
                    <a:pt x="93" y="161"/>
                    <a:pt x="93" y="161"/>
                    <a:pt x="93" y="161"/>
                  </a:cubicBezTo>
                  <a:cubicBezTo>
                    <a:pt x="94" y="159"/>
                    <a:pt x="94" y="160"/>
                    <a:pt x="95" y="158"/>
                  </a:cubicBezTo>
                  <a:close/>
                  <a:moveTo>
                    <a:pt x="85" y="163"/>
                  </a:moveTo>
                  <a:cubicBezTo>
                    <a:pt x="86" y="162"/>
                    <a:pt x="86" y="162"/>
                    <a:pt x="86" y="162"/>
                  </a:cubicBezTo>
                  <a:cubicBezTo>
                    <a:pt x="86" y="162"/>
                    <a:pt x="85" y="162"/>
                    <a:pt x="85" y="163"/>
                  </a:cubicBezTo>
                  <a:close/>
                  <a:moveTo>
                    <a:pt x="91" y="167"/>
                  </a:moveTo>
                  <a:cubicBezTo>
                    <a:pt x="91" y="167"/>
                    <a:pt x="91" y="167"/>
                    <a:pt x="91" y="168"/>
                  </a:cubicBezTo>
                  <a:cubicBezTo>
                    <a:pt x="92" y="168"/>
                    <a:pt x="92" y="168"/>
                    <a:pt x="92" y="167"/>
                  </a:cubicBezTo>
                  <a:cubicBezTo>
                    <a:pt x="92" y="167"/>
                    <a:pt x="92" y="167"/>
                    <a:pt x="92" y="167"/>
                  </a:cubicBezTo>
                  <a:cubicBezTo>
                    <a:pt x="92" y="167"/>
                    <a:pt x="91" y="166"/>
                    <a:pt x="91" y="167"/>
                  </a:cubicBezTo>
                  <a:close/>
                  <a:moveTo>
                    <a:pt x="101" y="179"/>
                  </a:moveTo>
                  <a:cubicBezTo>
                    <a:pt x="101" y="179"/>
                    <a:pt x="101" y="179"/>
                    <a:pt x="102" y="180"/>
                  </a:cubicBezTo>
                  <a:cubicBezTo>
                    <a:pt x="102" y="179"/>
                    <a:pt x="102" y="178"/>
                    <a:pt x="103" y="178"/>
                  </a:cubicBezTo>
                  <a:cubicBezTo>
                    <a:pt x="103" y="178"/>
                    <a:pt x="103" y="178"/>
                    <a:pt x="103" y="177"/>
                  </a:cubicBezTo>
                  <a:cubicBezTo>
                    <a:pt x="102" y="178"/>
                    <a:pt x="102" y="178"/>
                    <a:pt x="101" y="179"/>
                  </a:cubicBezTo>
                  <a:close/>
                  <a:moveTo>
                    <a:pt x="111" y="187"/>
                  </a:moveTo>
                  <a:cubicBezTo>
                    <a:pt x="111" y="188"/>
                    <a:pt x="112" y="187"/>
                    <a:pt x="112" y="187"/>
                  </a:cubicBezTo>
                  <a:cubicBezTo>
                    <a:pt x="111" y="187"/>
                    <a:pt x="112" y="187"/>
                    <a:pt x="112" y="186"/>
                  </a:cubicBezTo>
                  <a:cubicBezTo>
                    <a:pt x="111" y="186"/>
                    <a:pt x="112" y="187"/>
                    <a:pt x="111" y="187"/>
                  </a:cubicBezTo>
                  <a:close/>
                  <a:moveTo>
                    <a:pt x="100" y="178"/>
                  </a:moveTo>
                  <a:cubicBezTo>
                    <a:pt x="100" y="179"/>
                    <a:pt x="101" y="179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1" y="178"/>
                    <a:pt x="101" y="178"/>
                    <a:pt x="101" y="178"/>
                  </a:cubicBezTo>
                  <a:cubicBezTo>
                    <a:pt x="101" y="178"/>
                    <a:pt x="100" y="178"/>
                    <a:pt x="100" y="178"/>
                  </a:cubicBezTo>
                  <a:close/>
                  <a:moveTo>
                    <a:pt x="101" y="180"/>
                  </a:moveTo>
                  <a:cubicBezTo>
                    <a:pt x="101" y="179"/>
                    <a:pt x="101" y="181"/>
                    <a:pt x="102" y="180"/>
                  </a:cubicBezTo>
                  <a:cubicBezTo>
                    <a:pt x="102" y="180"/>
                    <a:pt x="101" y="179"/>
                    <a:pt x="101" y="179"/>
                  </a:cubicBezTo>
                  <a:cubicBezTo>
                    <a:pt x="101" y="179"/>
                    <a:pt x="100" y="180"/>
                    <a:pt x="101" y="180"/>
                  </a:cubicBezTo>
                  <a:close/>
                  <a:moveTo>
                    <a:pt x="76" y="157"/>
                  </a:moveTo>
                  <a:cubicBezTo>
                    <a:pt x="76" y="157"/>
                    <a:pt x="77" y="156"/>
                    <a:pt x="76" y="156"/>
                  </a:cubicBezTo>
                  <a:cubicBezTo>
                    <a:pt x="76" y="156"/>
                    <a:pt x="76" y="157"/>
                    <a:pt x="76" y="157"/>
                  </a:cubicBezTo>
                  <a:close/>
                  <a:moveTo>
                    <a:pt x="99" y="179"/>
                  </a:moveTo>
                  <a:cubicBezTo>
                    <a:pt x="99" y="178"/>
                    <a:pt x="100" y="180"/>
                    <a:pt x="100" y="179"/>
                  </a:cubicBezTo>
                  <a:cubicBezTo>
                    <a:pt x="99" y="179"/>
                    <a:pt x="100" y="179"/>
                    <a:pt x="100" y="178"/>
                  </a:cubicBezTo>
                  <a:cubicBezTo>
                    <a:pt x="100" y="178"/>
                    <a:pt x="99" y="179"/>
                    <a:pt x="99" y="179"/>
                  </a:cubicBezTo>
                  <a:close/>
                  <a:moveTo>
                    <a:pt x="104" y="186"/>
                  </a:moveTo>
                  <a:cubicBezTo>
                    <a:pt x="105" y="185"/>
                    <a:pt x="105" y="185"/>
                    <a:pt x="105" y="185"/>
                  </a:cubicBezTo>
                  <a:cubicBezTo>
                    <a:pt x="105" y="184"/>
                    <a:pt x="104" y="185"/>
                    <a:pt x="104" y="186"/>
                  </a:cubicBezTo>
                  <a:close/>
                  <a:moveTo>
                    <a:pt x="100" y="181"/>
                  </a:moveTo>
                  <a:cubicBezTo>
                    <a:pt x="100" y="181"/>
                    <a:pt x="100" y="181"/>
                    <a:pt x="100" y="181"/>
                  </a:cubicBezTo>
                  <a:cubicBezTo>
                    <a:pt x="100" y="181"/>
                    <a:pt x="100" y="181"/>
                    <a:pt x="100" y="181"/>
                  </a:cubicBezTo>
                  <a:cubicBezTo>
                    <a:pt x="100" y="181"/>
                    <a:pt x="101" y="181"/>
                    <a:pt x="101" y="181"/>
                  </a:cubicBezTo>
                  <a:cubicBezTo>
                    <a:pt x="100" y="181"/>
                    <a:pt x="100" y="180"/>
                    <a:pt x="100" y="181"/>
                  </a:cubicBezTo>
                  <a:close/>
                  <a:moveTo>
                    <a:pt x="108" y="192"/>
                  </a:moveTo>
                  <a:cubicBezTo>
                    <a:pt x="108" y="191"/>
                    <a:pt x="109" y="190"/>
                    <a:pt x="109" y="190"/>
                  </a:cubicBezTo>
                  <a:cubicBezTo>
                    <a:pt x="108" y="191"/>
                    <a:pt x="107" y="191"/>
                    <a:pt x="108" y="192"/>
                  </a:cubicBezTo>
                  <a:close/>
                  <a:moveTo>
                    <a:pt x="76" y="161"/>
                  </a:moveTo>
                  <a:cubicBezTo>
                    <a:pt x="76" y="161"/>
                    <a:pt x="77" y="162"/>
                    <a:pt x="77" y="161"/>
                  </a:cubicBezTo>
                  <a:cubicBezTo>
                    <a:pt x="77" y="161"/>
                    <a:pt x="77" y="161"/>
                    <a:pt x="77" y="161"/>
                  </a:cubicBezTo>
                  <a:cubicBezTo>
                    <a:pt x="77" y="161"/>
                    <a:pt x="78" y="161"/>
                    <a:pt x="77" y="161"/>
                  </a:cubicBezTo>
                  <a:cubicBezTo>
                    <a:pt x="77" y="161"/>
                    <a:pt x="77" y="161"/>
                    <a:pt x="76" y="161"/>
                  </a:cubicBezTo>
                  <a:close/>
                  <a:moveTo>
                    <a:pt x="99" y="182"/>
                  </a:moveTo>
                  <a:cubicBezTo>
                    <a:pt x="99" y="182"/>
                    <a:pt x="99" y="182"/>
                    <a:pt x="99" y="182"/>
                  </a:cubicBezTo>
                  <a:cubicBezTo>
                    <a:pt x="100" y="182"/>
                    <a:pt x="100" y="182"/>
                    <a:pt x="100" y="181"/>
                  </a:cubicBezTo>
                  <a:cubicBezTo>
                    <a:pt x="99" y="181"/>
                    <a:pt x="99" y="182"/>
                    <a:pt x="99" y="182"/>
                  </a:cubicBezTo>
                  <a:close/>
                  <a:moveTo>
                    <a:pt x="102" y="184"/>
                  </a:moveTo>
                  <a:cubicBezTo>
                    <a:pt x="102" y="184"/>
                    <a:pt x="102" y="185"/>
                    <a:pt x="102" y="185"/>
                  </a:cubicBezTo>
                  <a:cubicBezTo>
                    <a:pt x="102" y="185"/>
                    <a:pt x="102" y="185"/>
                    <a:pt x="102" y="185"/>
                  </a:cubicBezTo>
                  <a:cubicBezTo>
                    <a:pt x="102" y="185"/>
                    <a:pt x="103" y="185"/>
                    <a:pt x="103" y="184"/>
                  </a:cubicBezTo>
                  <a:cubicBezTo>
                    <a:pt x="103" y="185"/>
                    <a:pt x="102" y="184"/>
                    <a:pt x="102" y="184"/>
                  </a:cubicBezTo>
                  <a:close/>
                  <a:moveTo>
                    <a:pt x="103" y="187"/>
                  </a:moveTo>
                  <a:cubicBezTo>
                    <a:pt x="104" y="186"/>
                    <a:pt x="104" y="186"/>
                    <a:pt x="104" y="185"/>
                  </a:cubicBezTo>
                  <a:cubicBezTo>
                    <a:pt x="104" y="186"/>
                    <a:pt x="103" y="186"/>
                    <a:pt x="103" y="187"/>
                  </a:cubicBezTo>
                  <a:close/>
                  <a:moveTo>
                    <a:pt x="99" y="185"/>
                  </a:moveTo>
                  <a:cubicBezTo>
                    <a:pt x="99" y="185"/>
                    <a:pt x="100" y="185"/>
                    <a:pt x="100" y="185"/>
                  </a:cubicBezTo>
                  <a:cubicBezTo>
                    <a:pt x="100" y="185"/>
                    <a:pt x="101" y="185"/>
                    <a:pt x="101" y="186"/>
                  </a:cubicBezTo>
                  <a:cubicBezTo>
                    <a:pt x="102" y="186"/>
                    <a:pt x="100" y="184"/>
                    <a:pt x="102" y="184"/>
                  </a:cubicBezTo>
                  <a:cubicBezTo>
                    <a:pt x="101" y="184"/>
                    <a:pt x="101" y="184"/>
                    <a:pt x="101" y="183"/>
                  </a:cubicBezTo>
                  <a:cubicBezTo>
                    <a:pt x="100" y="184"/>
                    <a:pt x="99" y="184"/>
                    <a:pt x="99" y="185"/>
                  </a:cubicBezTo>
                  <a:close/>
                  <a:moveTo>
                    <a:pt x="84" y="169"/>
                  </a:moveTo>
                  <a:cubicBezTo>
                    <a:pt x="84" y="169"/>
                    <a:pt x="85" y="169"/>
                    <a:pt x="85" y="168"/>
                  </a:cubicBezTo>
                  <a:cubicBezTo>
                    <a:pt x="85" y="169"/>
                    <a:pt x="84" y="169"/>
                    <a:pt x="84" y="169"/>
                  </a:cubicBezTo>
                  <a:close/>
                  <a:moveTo>
                    <a:pt x="97" y="181"/>
                  </a:moveTo>
                  <a:cubicBezTo>
                    <a:pt x="98" y="181"/>
                    <a:pt x="97" y="182"/>
                    <a:pt x="98" y="182"/>
                  </a:cubicBezTo>
                  <a:cubicBezTo>
                    <a:pt x="98" y="181"/>
                    <a:pt x="98" y="181"/>
                    <a:pt x="98" y="181"/>
                  </a:cubicBezTo>
                  <a:cubicBezTo>
                    <a:pt x="98" y="181"/>
                    <a:pt x="98" y="181"/>
                    <a:pt x="97" y="181"/>
                  </a:cubicBezTo>
                  <a:close/>
                  <a:moveTo>
                    <a:pt x="105" y="194"/>
                  </a:moveTo>
                  <a:cubicBezTo>
                    <a:pt x="106" y="194"/>
                    <a:pt x="106" y="192"/>
                    <a:pt x="107" y="192"/>
                  </a:cubicBezTo>
                  <a:cubicBezTo>
                    <a:pt x="107" y="192"/>
                    <a:pt x="107" y="192"/>
                    <a:pt x="107" y="192"/>
                  </a:cubicBezTo>
                  <a:cubicBezTo>
                    <a:pt x="106" y="192"/>
                    <a:pt x="105" y="193"/>
                    <a:pt x="105" y="194"/>
                  </a:cubicBezTo>
                  <a:close/>
                  <a:moveTo>
                    <a:pt x="91" y="184"/>
                  </a:moveTo>
                  <a:cubicBezTo>
                    <a:pt x="92" y="184"/>
                    <a:pt x="91" y="185"/>
                    <a:pt x="91" y="185"/>
                  </a:cubicBezTo>
                  <a:cubicBezTo>
                    <a:pt x="92" y="185"/>
                    <a:pt x="92" y="184"/>
                    <a:pt x="93" y="184"/>
                  </a:cubicBezTo>
                  <a:cubicBezTo>
                    <a:pt x="92" y="184"/>
                    <a:pt x="92" y="184"/>
                    <a:pt x="92" y="183"/>
                  </a:cubicBezTo>
                  <a:cubicBezTo>
                    <a:pt x="92" y="184"/>
                    <a:pt x="92" y="184"/>
                    <a:pt x="91" y="184"/>
                  </a:cubicBezTo>
                  <a:close/>
                  <a:moveTo>
                    <a:pt x="72" y="169"/>
                  </a:moveTo>
                  <a:cubicBezTo>
                    <a:pt x="73" y="170"/>
                    <a:pt x="73" y="170"/>
                    <a:pt x="73" y="170"/>
                  </a:cubicBezTo>
                  <a:cubicBezTo>
                    <a:pt x="73" y="169"/>
                    <a:pt x="75" y="168"/>
                    <a:pt x="74" y="167"/>
                  </a:cubicBezTo>
                  <a:cubicBezTo>
                    <a:pt x="73" y="168"/>
                    <a:pt x="73" y="169"/>
                    <a:pt x="72" y="169"/>
                  </a:cubicBezTo>
                  <a:close/>
                  <a:moveTo>
                    <a:pt x="74" y="170"/>
                  </a:moveTo>
                  <a:cubicBezTo>
                    <a:pt x="75" y="170"/>
                    <a:pt x="76" y="169"/>
                    <a:pt x="76" y="168"/>
                  </a:cubicBezTo>
                  <a:cubicBezTo>
                    <a:pt x="75" y="169"/>
                    <a:pt x="74" y="170"/>
                    <a:pt x="74" y="170"/>
                  </a:cubicBezTo>
                  <a:close/>
                  <a:moveTo>
                    <a:pt x="88" y="184"/>
                  </a:moveTo>
                  <a:cubicBezTo>
                    <a:pt x="89" y="185"/>
                    <a:pt x="89" y="185"/>
                    <a:pt x="89" y="185"/>
                  </a:cubicBezTo>
                  <a:cubicBezTo>
                    <a:pt x="90" y="184"/>
                    <a:pt x="90" y="184"/>
                    <a:pt x="90" y="183"/>
                  </a:cubicBezTo>
                  <a:cubicBezTo>
                    <a:pt x="90" y="183"/>
                    <a:pt x="89" y="184"/>
                    <a:pt x="88" y="184"/>
                  </a:cubicBezTo>
                  <a:close/>
                  <a:moveTo>
                    <a:pt x="71" y="168"/>
                  </a:moveTo>
                  <a:cubicBezTo>
                    <a:pt x="71" y="168"/>
                    <a:pt x="71" y="167"/>
                    <a:pt x="71" y="167"/>
                  </a:cubicBezTo>
                  <a:cubicBezTo>
                    <a:pt x="71" y="167"/>
                    <a:pt x="71" y="168"/>
                    <a:pt x="71" y="168"/>
                  </a:cubicBezTo>
                  <a:close/>
                  <a:moveTo>
                    <a:pt x="89" y="187"/>
                  </a:moveTo>
                  <a:cubicBezTo>
                    <a:pt x="90" y="188"/>
                    <a:pt x="90" y="187"/>
                    <a:pt x="90" y="187"/>
                  </a:cubicBezTo>
                  <a:cubicBezTo>
                    <a:pt x="91" y="187"/>
                    <a:pt x="91" y="186"/>
                    <a:pt x="91" y="186"/>
                  </a:cubicBezTo>
                  <a:cubicBezTo>
                    <a:pt x="90" y="186"/>
                    <a:pt x="90" y="187"/>
                    <a:pt x="89" y="186"/>
                  </a:cubicBezTo>
                  <a:cubicBezTo>
                    <a:pt x="89" y="186"/>
                    <a:pt x="90" y="187"/>
                    <a:pt x="89" y="187"/>
                  </a:cubicBezTo>
                  <a:close/>
                  <a:moveTo>
                    <a:pt x="84" y="182"/>
                  </a:moveTo>
                  <a:cubicBezTo>
                    <a:pt x="84" y="182"/>
                    <a:pt x="85" y="180"/>
                    <a:pt x="84" y="180"/>
                  </a:cubicBezTo>
                  <a:cubicBezTo>
                    <a:pt x="84" y="181"/>
                    <a:pt x="83" y="181"/>
                    <a:pt x="84" y="182"/>
                  </a:cubicBezTo>
                  <a:close/>
                  <a:moveTo>
                    <a:pt x="72" y="173"/>
                  </a:moveTo>
                  <a:cubicBezTo>
                    <a:pt x="72" y="173"/>
                    <a:pt x="73" y="173"/>
                    <a:pt x="73" y="173"/>
                  </a:cubicBezTo>
                  <a:cubicBezTo>
                    <a:pt x="73" y="173"/>
                    <a:pt x="73" y="173"/>
                    <a:pt x="73" y="172"/>
                  </a:cubicBezTo>
                  <a:cubicBezTo>
                    <a:pt x="72" y="172"/>
                    <a:pt x="75" y="172"/>
                    <a:pt x="74" y="171"/>
                  </a:cubicBezTo>
                  <a:cubicBezTo>
                    <a:pt x="73" y="171"/>
                    <a:pt x="73" y="172"/>
                    <a:pt x="72" y="173"/>
                  </a:cubicBezTo>
                  <a:close/>
                  <a:moveTo>
                    <a:pt x="97" y="197"/>
                  </a:moveTo>
                  <a:cubicBezTo>
                    <a:pt x="98" y="196"/>
                    <a:pt x="99" y="195"/>
                    <a:pt x="99" y="194"/>
                  </a:cubicBezTo>
                  <a:cubicBezTo>
                    <a:pt x="99" y="195"/>
                    <a:pt x="97" y="195"/>
                    <a:pt x="97" y="197"/>
                  </a:cubicBezTo>
                  <a:close/>
                  <a:moveTo>
                    <a:pt x="69" y="174"/>
                  </a:moveTo>
                  <a:cubicBezTo>
                    <a:pt x="70" y="173"/>
                    <a:pt x="71" y="172"/>
                    <a:pt x="72" y="171"/>
                  </a:cubicBezTo>
                  <a:cubicBezTo>
                    <a:pt x="72" y="170"/>
                    <a:pt x="72" y="170"/>
                    <a:pt x="72" y="170"/>
                  </a:cubicBezTo>
                  <a:cubicBezTo>
                    <a:pt x="71" y="172"/>
                    <a:pt x="69" y="172"/>
                    <a:pt x="69" y="174"/>
                  </a:cubicBezTo>
                  <a:close/>
                  <a:moveTo>
                    <a:pt x="91" y="189"/>
                  </a:moveTo>
                  <a:cubicBezTo>
                    <a:pt x="91" y="189"/>
                    <a:pt x="92" y="189"/>
                    <a:pt x="91" y="188"/>
                  </a:cubicBezTo>
                  <a:cubicBezTo>
                    <a:pt x="91" y="189"/>
                    <a:pt x="90" y="189"/>
                    <a:pt x="91" y="189"/>
                  </a:cubicBezTo>
                  <a:close/>
                  <a:moveTo>
                    <a:pt x="69" y="171"/>
                  </a:moveTo>
                  <a:cubicBezTo>
                    <a:pt x="69" y="170"/>
                    <a:pt x="70" y="169"/>
                    <a:pt x="70" y="169"/>
                  </a:cubicBezTo>
                  <a:cubicBezTo>
                    <a:pt x="69" y="169"/>
                    <a:pt x="68" y="170"/>
                    <a:pt x="69" y="171"/>
                  </a:cubicBezTo>
                  <a:close/>
                  <a:moveTo>
                    <a:pt x="67" y="172"/>
                  </a:moveTo>
                  <a:cubicBezTo>
                    <a:pt x="68" y="173"/>
                    <a:pt x="68" y="172"/>
                    <a:pt x="68" y="171"/>
                  </a:cubicBezTo>
                  <a:lnTo>
                    <a:pt x="67" y="172"/>
                  </a:lnTo>
                  <a:close/>
                  <a:moveTo>
                    <a:pt x="96" y="198"/>
                  </a:moveTo>
                  <a:cubicBezTo>
                    <a:pt x="97" y="198"/>
                    <a:pt x="97" y="197"/>
                    <a:pt x="97" y="197"/>
                  </a:cubicBezTo>
                  <a:cubicBezTo>
                    <a:pt x="96" y="197"/>
                    <a:pt x="96" y="198"/>
                    <a:pt x="96" y="198"/>
                  </a:cubicBezTo>
                  <a:close/>
                  <a:moveTo>
                    <a:pt x="75" y="181"/>
                  </a:moveTo>
                  <a:cubicBezTo>
                    <a:pt x="76" y="181"/>
                    <a:pt x="77" y="180"/>
                    <a:pt x="76" y="180"/>
                  </a:cubicBezTo>
                  <a:cubicBezTo>
                    <a:pt x="76" y="180"/>
                    <a:pt x="75" y="181"/>
                    <a:pt x="75" y="181"/>
                  </a:cubicBezTo>
                  <a:close/>
                  <a:moveTo>
                    <a:pt x="90" y="195"/>
                  </a:moveTo>
                  <a:cubicBezTo>
                    <a:pt x="91" y="196"/>
                    <a:pt x="91" y="194"/>
                    <a:pt x="92" y="194"/>
                  </a:cubicBezTo>
                  <a:cubicBezTo>
                    <a:pt x="92" y="194"/>
                    <a:pt x="92" y="194"/>
                    <a:pt x="91" y="193"/>
                  </a:cubicBezTo>
                  <a:cubicBezTo>
                    <a:pt x="91" y="194"/>
                    <a:pt x="91" y="195"/>
                    <a:pt x="90" y="195"/>
                  </a:cubicBezTo>
                  <a:close/>
                  <a:moveTo>
                    <a:pt x="65" y="173"/>
                  </a:moveTo>
                  <a:cubicBezTo>
                    <a:pt x="66" y="173"/>
                    <a:pt x="66" y="172"/>
                    <a:pt x="66" y="172"/>
                  </a:cubicBezTo>
                  <a:cubicBezTo>
                    <a:pt x="66" y="172"/>
                    <a:pt x="65" y="173"/>
                    <a:pt x="65" y="173"/>
                  </a:cubicBezTo>
                  <a:close/>
                  <a:moveTo>
                    <a:pt x="67" y="176"/>
                  </a:moveTo>
                  <a:cubicBezTo>
                    <a:pt x="68" y="177"/>
                    <a:pt x="69" y="175"/>
                    <a:pt x="68" y="175"/>
                  </a:cubicBezTo>
                  <a:cubicBezTo>
                    <a:pt x="68" y="176"/>
                    <a:pt x="67" y="176"/>
                    <a:pt x="67" y="176"/>
                  </a:cubicBezTo>
                  <a:close/>
                  <a:moveTo>
                    <a:pt x="70" y="178"/>
                  </a:moveTo>
                  <a:cubicBezTo>
                    <a:pt x="70" y="179"/>
                    <a:pt x="70" y="178"/>
                    <a:pt x="70" y="177"/>
                  </a:cubicBezTo>
                  <a:cubicBezTo>
                    <a:pt x="70" y="177"/>
                    <a:pt x="70" y="178"/>
                    <a:pt x="70" y="178"/>
                  </a:cubicBezTo>
                  <a:close/>
                  <a:moveTo>
                    <a:pt x="88" y="196"/>
                  </a:moveTo>
                  <a:cubicBezTo>
                    <a:pt x="89" y="196"/>
                    <a:pt x="90" y="195"/>
                    <a:pt x="89" y="194"/>
                  </a:cubicBezTo>
                  <a:cubicBezTo>
                    <a:pt x="89" y="196"/>
                    <a:pt x="87" y="195"/>
                    <a:pt x="88" y="196"/>
                  </a:cubicBezTo>
                  <a:close/>
                  <a:moveTo>
                    <a:pt x="63" y="174"/>
                  </a:moveTo>
                  <a:cubicBezTo>
                    <a:pt x="63" y="174"/>
                    <a:pt x="63" y="174"/>
                    <a:pt x="63" y="174"/>
                  </a:cubicBezTo>
                  <a:cubicBezTo>
                    <a:pt x="64" y="174"/>
                    <a:pt x="64" y="173"/>
                    <a:pt x="64" y="172"/>
                  </a:cubicBezTo>
                  <a:cubicBezTo>
                    <a:pt x="64" y="172"/>
                    <a:pt x="64" y="173"/>
                    <a:pt x="63" y="174"/>
                  </a:cubicBezTo>
                  <a:close/>
                  <a:moveTo>
                    <a:pt x="87" y="195"/>
                  </a:moveTo>
                  <a:cubicBezTo>
                    <a:pt x="87" y="194"/>
                    <a:pt x="87" y="194"/>
                    <a:pt x="88" y="194"/>
                  </a:cubicBezTo>
                  <a:cubicBezTo>
                    <a:pt x="87" y="193"/>
                    <a:pt x="87" y="193"/>
                    <a:pt x="87" y="193"/>
                  </a:cubicBezTo>
                  <a:cubicBezTo>
                    <a:pt x="87" y="194"/>
                    <a:pt x="86" y="194"/>
                    <a:pt x="87" y="195"/>
                  </a:cubicBezTo>
                  <a:close/>
                  <a:moveTo>
                    <a:pt x="89" y="196"/>
                  </a:moveTo>
                  <a:cubicBezTo>
                    <a:pt x="89" y="196"/>
                    <a:pt x="90" y="197"/>
                    <a:pt x="90" y="197"/>
                  </a:cubicBezTo>
                  <a:cubicBezTo>
                    <a:pt x="90" y="196"/>
                    <a:pt x="90" y="196"/>
                    <a:pt x="89" y="196"/>
                  </a:cubicBezTo>
                  <a:close/>
                  <a:moveTo>
                    <a:pt x="70" y="180"/>
                  </a:moveTo>
                  <a:cubicBezTo>
                    <a:pt x="70" y="180"/>
                    <a:pt x="70" y="180"/>
                    <a:pt x="70" y="179"/>
                  </a:cubicBezTo>
                  <a:cubicBezTo>
                    <a:pt x="70" y="179"/>
                    <a:pt x="69" y="179"/>
                    <a:pt x="69" y="180"/>
                  </a:cubicBezTo>
                  <a:cubicBezTo>
                    <a:pt x="69" y="180"/>
                    <a:pt x="69" y="180"/>
                    <a:pt x="70" y="180"/>
                  </a:cubicBezTo>
                  <a:close/>
                  <a:moveTo>
                    <a:pt x="63" y="175"/>
                  </a:moveTo>
                  <a:cubicBezTo>
                    <a:pt x="62" y="175"/>
                    <a:pt x="61" y="176"/>
                    <a:pt x="61" y="177"/>
                  </a:cubicBezTo>
                  <a:cubicBezTo>
                    <a:pt x="62" y="177"/>
                    <a:pt x="63" y="175"/>
                    <a:pt x="63" y="174"/>
                  </a:cubicBezTo>
                  <a:cubicBezTo>
                    <a:pt x="63" y="174"/>
                    <a:pt x="63" y="175"/>
                    <a:pt x="63" y="175"/>
                  </a:cubicBezTo>
                  <a:close/>
                  <a:moveTo>
                    <a:pt x="88" y="201"/>
                  </a:moveTo>
                  <a:cubicBezTo>
                    <a:pt x="88" y="202"/>
                    <a:pt x="88" y="202"/>
                    <a:pt x="89" y="202"/>
                  </a:cubicBezTo>
                  <a:cubicBezTo>
                    <a:pt x="89" y="201"/>
                    <a:pt x="89" y="201"/>
                    <a:pt x="90" y="200"/>
                  </a:cubicBezTo>
                  <a:cubicBezTo>
                    <a:pt x="90" y="200"/>
                    <a:pt x="90" y="200"/>
                    <a:pt x="90" y="199"/>
                  </a:cubicBezTo>
                  <a:cubicBezTo>
                    <a:pt x="90" y="199"/>
                    <a:pt x="90" y="199"/>
                    <a:pt x="90" y="199"/>
                  </a:cubicBezTo>
                  <a:cubicBezTo>
                    <a:pt x="89" y="200"/>
                    <a:pt x="89" y="201"/>
                    <a:pt x="88" y="201"/>
                  </a:cubicBezTo>
                  <a:close/>
                  <a:moveTo>
                    <a:pt x="92" y="203"/>
                  </a:moveTo>
                  <a:cubicBezTo>
                    <a:pt x="92" y="203"/>
                    <a:pt x="93" y="202"/>
                    <a:pt x="93" y="202"/>
                  </a:cubicBezTo>
                  <a:cubicBezTo>
                    <a:pt x="92" y="202"/>
                    <a:pt x="92" y="202"/>
                    <a:pt x="92" y="203"/>
                  </a:cubicBezTo>
                  <a:close/>
                  <a:moveTo>
                    <a:pt x="62" y="177"/>
                  </a:moveTo>
                  <a:cubicBezTo>
                    <a:pt x="62" y="177"/>
                    <a:pt x="63" y="177"/>
                    <a:pt x="63" y="176"/>
                  </a:cubicBezTo>
                  <a:cubicBezTo>
                    <a:pt x="62" y="176"/>
                    <a:pt x="62" y="177"/>
                    <a:pt x="62" y="177"/>
                  </a:cubicBezTo>
                  <a:close/>
                  <a:moveTo>
                    <a:pt x="62" y="177"/>
                  </a:moveTo>
                  <a:cubicBezTo>
                    <a:pt x="62" y="178"/>
                    <a:pt x="63" y="178"/>
                    <a:pt x="63" y="178"/>
                  </a:cubicBezTo>
                  <a:cubicBezTo>
                    <a:pt x="63" y="177"/>
                    <a:pt x="63" y="177"/>
                    <a:pt x="62" y="177"/>
                  </a:cubicBezTo>
                  <a:close/>
                  <a:moveTo>
                    <a:pt x="90" y="205"/>
                  </a:moveTo>
                  <a:cubicBezTo>
                    <a:pt x="90" y="205"/>
                    <a:pt x="92" y="204"/>
                    <a:pt x="91" y="203"/>
                  </a:cubicBezTo>
                  <a:cubicBezTo>
                    <a:pt x="91" y="203"/>
                    <a:pt x="90" y="204"/>
                    <a:pt x="90" y="205"/>
                  </a:cubicBezTo>
                  <a:close/>
                  <a:moveTo>
                    <a:pt x="89" y="203"/>
                  </a:moveTo>
                  <a:cubicBezTo>
                    <a:pt x="90" y="204"/>
                    <a:pt x="91" y="202"/>
                    <a:pt x="90" y="202"/>
                  </a:cubicBezTo>
                  <a:cubicBezTo>
                    <a:pt x="90" y="203"/>
                    <a:pt x="90" y="203"/>
                    <a:pt x="89" y="203"/>
                  </a:cubicBezTo>
                  <a:close/>
                  <a:moveTo>
                    <a:pt x="78" y="193"/>
                  </a:moveTo>
                  <a:cubicBezTo>
                    <a:pt x="76" y="194"/>
                    <a:pt x="79" y="195"/>
                    <a:pt x="78" y="196"/>
                  </a:cubicBezTo>
                  <a:cubicBezTo>
                    <a:pt x="79" y="196"/>
                    <a:pt x="80" y="194"/>
                    <a:pt x="80" y="194"/>
                  </a:cubicBezTo>
                  <a:cubicBezTo>
                    <a:pt x="79" y="195"/>
                    <a:pt x="78" y="194"/>
                    <a:pt x="78" y="193"/>
                  </a:cubicBezTo>
                  <a:close/>
                  <a:moveTo>
                    <a:pt x="70" y="188"/>
                  </a:moveTo>
                  <a:cubicBezTo>
                    <a:pt x="69" y="188"/>
                    <a:pt x="70" y="188"/>
                    <a:pt x="69" y="188"/>
                  </a:cubicBezTo>
                  <a:cubicBezTo>
                    <a:pt x="69" y="189"/>
                    <a:pt x="67" y="189"/>
                    <a:pt x="68" y="190"/>
                  </a:cubicBezTo>
                  <a:cubicBezTo>
                    <a:pt x="68" y="189"/>
                    <a:pt x="70" y="190"/>
                    <a:pt x="70" y="188"/>
                  </a:cubicBezTo>
                  <a:cubicBezTo>
                    <a:pt x="70" y="188"/>
                    <a:pt x="70" y="188"/>
                    <a:pt x="70" y="188"/>
                  </a:cubicBezTo>
                  <a:close/>
                  <a:moveTo>
                    <a:pt x="66" y="185"/>
                  </a:moveTo>
                  <a:cubicBezTo>
                    <a:pt x="65" y="185"/>
                    <a:pt x="65" y="185"/>
                    <a:pt x="66" y="186"/>
                  </a:cubicBezTo>
                  <a:cubicBezTo>
                    <a:pt x="66" y="185"/>
                    <a:pt x="66" y="184"/>
                    <a:pt x="66" y="185"/>
                  </a:cubicBezTo>
                  <a:close/>
                  <a:moveTo>
                    <a:pt x="79" y="199"/>
                  </a:moveTo>
                  <a:cubicBezTo>
                    <a:pt x="80" y="199"/>
                    <a:pt x="81" y="198"/>
                    <a:pt x="81" y="198"/>
                  </a:cubicBezTo>
                  <a:cubicBezTo>
                    <a:pt x="80" y="198"/>
                    <a:pt x="79" y="199"/>
                    <a:pt x="79" y="199"/>
                  </a:cubicBezTo>
                  <a:close/>
                  <a:moveTo>
                    <a:pt x="84" y="202"/>
                  </a:moveTo>
                  <a:cubicBezTo>
                    <a:pt x="85" y="202"/>
                    <a:pt x="85" y="201"/>
                    <a:pt x="85" y="201"/>
                  </a:cubicBezTo>
                  <a:cubicBezTo>
                    <a:pt x="84" y="201"/>
                    <a:pt x="84" y="202"/>
                    <a:pt x="84" y="202"/>
                  </a:cubicBezTo>
                  <a:close/>
                  <a:moveTo>
                    <a:pt x="58" y="182"/>
                  </a:moveTo>
                  <a:cubicBezTo>
                    <a:pt x="58" y="183"/>
                    <a:pt x="60" y="181"/>
                    <a:pt x="59" y="181"/>
                  </a:cubicBezTo>
                  <a:cubicBezTo>
                    <a:pt x="59" y="181"/>
                    <a:pt x="57" y="182"/>
                    <a:pt x="58" y="182"/>
                  </a:cubicBezTo>
                  <a:close/>
                  <a:moveTo>
                    <a:pt x="76" y="197"/>
                  </a:moveTo>
                  <a:cubicBezTo>
                    <a:pt x="77" y="198"/>
                    <a:pt x="78" y="196"/>
                    <a:pt x="77" y="197"/>
                  </a:cubicBezTo>
                  <a:cubicBezTo>
                    <a:pt x="77" y="197"/>
                    <a:pt x="76" y="197"/>
                    <a:pt x="76" y="197"/>
                  </a:cubicBezTo>
                  <a:close/>
                  <a:moveTo>
                    <a:pt x="68" y="191"/>
                  </a:moveTo>
                  <a:cubicBezTo>
                    <a:pt x="68" y="191"/>
                    <a:pt x="68" y="191"/>
                    <a:pt x="69" y="191"/>
                  </a:cubicBezTo>
                  <a:cubicBezTo>
                    <a:pt x="68" y="191"/>
                    <a:pt x="69" y="190"/>
                    <a:pt x="69" y="190"/>
                  </a:cubicBezTo>
                  <a:cubicBezTo>
                    <a:pt x="68" y="190"/>
                    <a:pt x="68" y="191"/>
                    <a:pt x="68" y="191"/>
                  </a:cubicBezTo>
                  <a:close/>
                  <a:moveTo>
                    <a:pt x="69" y="194"/>
                  </a:moveTo>
                  <a:cubicBezTo>
                    <a:pt x="70" y="195"/>
                    <a:pt x="70" y="194"/>
                    <a:pt x="71" y="194"/>
                  </a:cubicBezTo>
                  <a:cubicBezTo>
                    <a:pt x="70" y="193"/>
                    <a:pt x="71" y="193"/>
                    <a:pt x="70" y="193"/>
                  </a:cubicBezTo>
                  <a:cubicBezTo>
                    <a:pt x="70" y="193"/>
                    <a:pt x="70" y="194"/>
                    <a:pt x="69" y="194"/>
                  </a:cubicBezTo>
                  <a:close/>
                  <a:moveTo>
                    <a:pt x="64" y="195"/>
                  </a:moveTo>
                  <a:cubicBezTo>
                    <a:pt x="64" y="194"/>
                    <a:pt x="64" y="195"/>
                    <a:pt x="64" y="194"/>
                  </a:cubicBezTo>
                  <a:cubicBezTo>
                    <a:pt x="65" y="193"/>
                    <a:pt x="65" y="191"/>
                    <a:pt x="67" y="190"/>
                  </a:cubicBezTo>
                  <a:cubicBezTo>
                    <a:pt x="67" y="191"/>
                    <a:pt x="67" y="192"/>
                    <a:pt x="68" y="191"/>
                  </a:cubicBezTo>
                  <a:cubicBezTo>
                    <a:pt x="67" y="193"/>
                    <a:pt x="66" y="194"/>
                    <a:pt x="65" y="195"/>
                  </a:cubicBezTo>
                  <a:cubicBezTo>
                    <a:pt x="65" y="194"/>
                    <a:pt x="66" y="194"/>
                    <a:pt x="66" y="193"/>
                  </a:cubicBezTo>
                  <a:cubicBezTo>
                    <a:pt x="65" y="192"/>
                    <a:pt x="65" y="195"/>
                    <a:pt x="64" y="195"/>
                  </a:cubicBezTo>
                  <a:cubicBezTo>
                    <a:pt x="64" y="195"/>
                    <a:pt x="64" y="195"/>
                    <a:pt x="64" y="195"/>
                  </a:cubicBezTo>
                  <a:close/>
                  <a:moveTo>
                    <a:pt x="66" y="192"/>
                  </a:moveTo>
                  <a:cubicBezTo>
                    <a:pt x="66" y="192"/>
                    <a:pt x="68" y="192"/>
                    <a:pt x="67" y="191"/>
                  </a:cubicBezTo>
                  <a:cubicBezTo>
                    <a:pt x="67" y="192"/>
                    <a:pt x="66" y="192"/>
                    <a:pt x="66" y="192"/>
                  </a:cubicBezTo>
                  <a:close/>
                  <a:moveTo>
                    <a:pt x="68" y="196"/>
                  </a:moveTo>
                  <a:cubicBezTo>
                    <a:pt x="69" y="196"/>
                    <a:pt x="69" y="195"/>
                    <a:pt x="69" y="195"/>
                  </a:cubicBezTo>
                  <a:cubicBezTo>
                    <a:pt x="69" y="195"/>
                    <a:pt x="68" y="196"/>
                    <a:pt x="68" y="196"/>
                  </a:cubicBezTo>
                  <a:close/>
                  <a:moveTo>
                    <a:pt x="81" y="205"/>
                  </a:moveTo>
                  <a:cubicBezTo>
                    <a:pt x="81" y="206"/>
                    <a:pt x="80" y="206"/>
                    <a:pt x="80" y="207"/>
                  </a:cubicBezTo>
                  <a:cubicBezTo>
                    <a:pt x="81" y="207"/>
                    <a:pt x="81" y="206"/>
                    <a:pt x="81" y="205"/>
                  </a:cubicBezTo>
                  <a:close/>
                  <a:moveTo>
                    <a:pt x="85" y="210"/>
                  </a:moveTo>
                  <a:cubicBezTo>
                    <a:pt x="85" y="211"/>
                    <a:pt x="84" y="211"/>
                    <a:pt x="84" y="213"/>
                  </a:cubicBezTo>
                  <a:cubicBezTo>
                    <a:pt x="84" y="212"/>
                    <a:pt x="87" y="210"/>
                    <a:pt x="86" y="210"/>
                  </a:cubicBezTo>
                  <a:cubicBezTo>
                    <a:pt x="86" y="210"/>
                    <a:pt x="85" y="210"/>
                    <a:pt x="85" y="210"/>
                  </a:cubicBezTo>
                  <a:close/>
                  <a:moveTo>
                    <a:pt x="81" y="210"/>
                  </a:moveTo>
                  <a:cubicBezTo>
                    <a:pt x="82" y="210"/>
                    <a:pt x="83" y="209"/>
                    <a:pt x="83" y="207"/>
                  </a:cubicBezTo>
                  <a:cubicBezTo>
                    <a:pt x="82" y="208"/>
                    <a:pt x="81" y="209"/>
                    <a:pt x="81" y="210"/>
                  </a:cubicBezTo>
                  <a:close/>
                  <a:moveTo>
                    <a:pt x="67" y="196"/>
                  </a:moveTo>
                  <a:cubicBezTo>
                    <a:pt x="67" y="195"/>
                    <a:pt x="67" y="195"/>
                    <a:pt x="67" y="195"/>
                  </a:cubicBezTo>
                  <a:cubicBezTo>
                    <a:pt x="66" y="194"/>
                    <a:pt x="67" y="195"/>
                    <a:pt x="67" y="196"/>
                  </a:cubicBezTo>
                  <a:close/>
                  <a:moveTo>
                    <a:pt x="54" y="186"/>
                  </a:moveTo>
                  <a:cubicBezTo>
                    <a:pt x="55" y="186"/>
                    <a:pt x="55" y="186"/>
                    <a:pt x="55" y="186"/>
                  </a:cubicBezTo>
                  <a:cubicBezTo>
                    <a:pt x="55" y="186"/>
                    <a:pt x="55" y="187"/>
                    <a:pt x="55" y="187"/>
                  </a:cubicBezTo>
                  <a:cubicBezTo>
                    <a:pt x="56" y="186"/>
                    <a:pt x="55" y="186"/>
                    <a:pt x="55" y="186"/>
                  </a:cubicBezTo>
                  <a:cubicBezTo>
                    <a:pt x="55" y="185"/>
                    <a:pt x="55" y="186"/>
                    <a:pt x="54" y="186"/>
                  </a:cubicBezTo>
                  <a:cubicBezTo>
                    <a:pt x="54" y="186"/>
                    <a:pt x="54" y="186"/>
                    <a:pt x="54" y="186"/>
                  </a:cubicBezTo>
                  <a:close/>
                  <a:moveTo>
                    <a:pt x="63" y="194"/>
                  </a:moveTo>
                  <a:cubicBezTo>
                    <a:pt x="63" y="194"/>
                    <a:pt x="64" y="194"/>
                    <a:pt x="64" y="193"/>
                  </a:cubicBezTo>
                  <a:cubicBezTo>
                    <a:pt x="63" y="193"/>
                    <a:pt x="62" y="194"/>
                    <a:pt x="63" y="194"/>
                  </a:cubicBezTo>
                  <a:close/>
                  <a:moveTo>
                    <a:pt x="68" y="198"/>
                  </a:moveTo>
                  <a:cubicBezTo>
                    <a:pt x="68" y="197"/>
                    <a:pt x="68" y="197"/>
                    <a:pt x="68" y="197"/>
                  </a:cubicBezTo>
                  <a:cubicBezTo>
                    <a:pt x="68" y="197"/>
                    <a:pt x="67" y="198"/>
                    <a:pt x="68" y="198"/>
                  </a:cubicBezTo>
                  <a:close/>
                  <a:moveTo>
                    <a:pt x="68" y="200"/>
                  </a:moveTo>
                  <a:cubicBezTo>
                    <a:pt x="69" y="201"/>
                    <a:pt x="69" y="200"/>
                    <a:pt x="70" y="200"/>
                  </a:cubicBezTo>
                  <a:cubicBezTo>
                    <a:pt x="70" y="200"/>
                    <a:pt x="70" y="199"/>
                    <a:pt x="70" y="199"/>
                  </a:cubicBezTo>
                  <a:cubicBezTo>
                    <a:pt x="70" y="199"/>
                    <a:pt x="70" y="199"/>
                    <a:pt x="70" y="198"/>
                  </a:cubicBezTo>
                  <a:cubicBezTo>
                    <a:pt x="69" y="199"/>
                    <a:pt x="69" y="200"/>
                    <a:pt x="68" y="200"/>
                  </a:cubicBezTo>
                  <a:close/>
                  <a:moveTo>
                    <a:pt x="53" y="186"/>
                  </a:moveTo>
                  <a:cubicBezTo>
                    <a:pt x="53" y="185"/>
                    <a:pt x="54" y="185"/>
                    <a:pt x="53" y="184"/>
                  </a:cubicBezTo>
                  <a:cubicBezTo>
                    <a:pt x="53" y="184"/>
                    <a:pt x="53" y="185"/>
                    <a:pt x="53" y="186"/>
                  </a:cubicBezTo>
                  <a:close/>
                  <a:moveTo>
                    <a:pt x="66" y="197"/>
                  </a:moveTo>
                  <a:cubicBezTo>
                    <a:pt x="67" y="196"/>
                    <a:pt x="66" y="197"/>
                    <a:pt x="66" y="196"/>
                  </a:cubicBezTo>
                  <a:cubicBezTo>
                    <a:pt x="66" y="196"/>
                    <a:pt x="66" y="197"/>
                    <a:pt x="66" y="197"/>
                  </a:cubicBezTo>
                  <a:close/>
                  <a:moveTo>
                    <a:pt x="71" y="202"/>
                  </a:moveTo>
                  <a:cubicBezTo>
                    <a:pt x="71" y="202"/>
                    <a:pt x="72" y="202"/>
                    <a:pt x="72" y="201"/>
                  </a:cubicBezTo>
                  <a:cubicBezTo>
                    <a:pt x="71" y="201"/>
                    <a:pt x="70" y="202"/>
                    <a:pt x="71" y="202"/>
                  </a:cubicBezTo>
                  <a:close/>
                  <a:moveTo>
                    <a:pt x="60" y="193"/>
                  </a:moveTo>
                  <a:cubicBezTo>
                    <a:pt x="61" y="193"/>
                    <a:pt x="61" y="193"/>
                    <a:pt x="61" y="194"/>
                  </a:cubicBezTo>
                  <a:cubicBezTo>
                    <a:pt x="61" y="193"/>
                    <a:pt x="61" y="194"/>
                    <a:pt x="61" y="194"/>
                  </a:cubicBezTo>
                  <a:cubicBezTo>
                    <a:pt x="61" y="194"/>
                    <a:pt x="62" y="193"/>
                    <a:pt x="61" y="193"/>
                  </a:cubicBezTo>
                  <a:cubicBezTo>
                    <a:pt x="61" y="193"/>
                    <a:pt x="61" y="193"/>
                    <a:pt x="60" y="193"/>
                  </a:cubicBezTo>
                  <a:close/>
                  <a:moveTo>
                    <a:pt x="54" y="191"/>
                  </a:moveTo>
                  <a:cubicBezTo>
                    <a:pt x="55" y="191"/>
                    <a:pt x="56" y="190"/>
                    <a:pt x="56" y="189"/>
                  </a:cubicBezTo>
                  <a:cubicBezTo>
                    <a:pt x="55" y="189"/>
                    <a:pt x="54" y="190"/>
                    <a:pt x="54" y="191"/>
                  </a:cubicBezTo>
                  <a:close/>
                  <a:moveTo>
                    <a:pt x="76" y="210"/>
                  </a:moveTo>
                  <a:cubicBezTo>
                    <a:pt x="77" y="209"/>
                    <a:pt x="78" y="209"/>
                    <a:pt x="78" y="208"/>
                  </a:cubicBezTo>
                  <a:cubicBezTo>
                    <a:pt x="78" y="208"/>
                    <a:pt x="76" y="210"/>
                    <a:pt x="76" y="210"/>
                  </a:cubicBezTo>
                  <a:close/>
                  <a:moveTo>
                    <a:pt x="75" y="208"/>
                  </a:moveTo>
                  <a:cubicBezTo>
                    <a:pt x="75" y="208"/>
                    <a:pt x="75" y="208"/>
                    <a:pt x="75" y="208"/>
                  </a:cubicBezTo>
                  <a:cubicBezTo>
                    <a:pt x="75" y="208"/>
                    <a:pt x="75" y="207"/>
                    <a:pt x="75" y="207"/>
                  </a:cubicBezTo>
                  <a:cubicBezTo>
                    <a:pt x="75" y="207"/>
                    <a:pt x="75" y="207"/>
                    <a:pt x="75" y="207"/>
                  </a:cubicBezTo>
                  <a:cubicBezTo>
                    <a:pt x="74" y="207"/>
                    <a:pt x="75" y="207"/>
                    <a:pt x="74" y="208"/>
                  </a:cubicBezTo>
                  <a:lnTo>
                    <a:pt x="75" y="208"/>
                  </a:lnTo>
                  <a:close/>
                  <a:moveTo>
                    <a:pt x="74" y="206"/>
                  </a:moveTo>
                  <a:cubicBezTo>
                    <a:pt x="73" y="207"/>
                    <a:pt x="73" y="205"/>
                    <a:pt x="73" y="206"/>
                  </a:cubicBezTo>
                  <a:cubicBezTo>
                    <a:pt x="73" y="206"/>
                    <a:pt x="72" y="207"/>
                    <a:pt x="73" y="207"/>
                  </a:cubicBezTo>
                  <a:cubicBezTo>
                    <a:pt x="73" y="207"/>
                    <a:pt x="73" y="207"/>
                    <a:pt x="73" y="207"/>
                  </a:cubicBezTo>
                  <a:cubicBezTo>
                    <a:pt x="73" y="207"/>
                    <a:pt x="73" y="207"/>
                    <a:pt x="73" y="207"/>
                  </a:cubicBezTo>
                  <a:cubicBezTo>
                    <a:pt x="74" y="207"/>
                    <a:pt x="74" y="206"/>
                    <a:pt x="74" y="206"/>
                  </a:cubicBezTo>
                  <a:close/>
                  <a:moveTo>
                    <a:pt x="50" y="189"/>
                  </a:moveTo>
                  <a:cubicBezTo>
                    <a:pt x="51" y="190"/>
                    <a:pt x="52" y="189"/>
                    <a:pt x="51" y="188"/>
                  </a:cubicBezTo>
                  <a:cubicBezTo>
                    <a:pt x="51" y="189"/>
                    <a:pt x="51" y="189"/>
                    <a:pt x="50" y="189"/>
                  </a:cubicBezTo>
                  <a:close/>
                  <a:moveTo>
                    <a:pt x="53" y="192"/>
                  </a:moveTo>
                  <a:cubicBezTo>
                    <a:pt x="54" y="193"/>
                    <a:pt x="54" y="192"/>
                    <a:pt x="54" y="192"/>
                  </a:cubicBezTo>
                  <a:cubicBezTo>
                    <a:pt x="54" y="192"/>
                    <a:pt x="54" y="191"/>
                    <a:pt x="54" y="191"/>
                  </a:cubicBezTo>
                  <a:lnTo>
                    <a:pt x="53" y="192"/>
                  </a:lnTo>
                  <a:close/>
                  <a:moveTo>
                    <a:pt x="73" y="209"/>
                  </a:moveTo>
                  <a:cubicBezTo>
                    <a:pt x="73" y="209"/>
                    <a:pt x="73" y="210"/>
                    <a:pt x="73" y="209"/>
                  </a:cubicBezTo>
                  <a:cubicBezTo>
                    <a:pt x="73" y="209"/>
                    <a:pt x="74" y="210"/>
                    <a:pt x="74" y="209"/>
                  </a:cubicBezTo>
                  <a:cubicBezTo>
                    <a:pt x="74" y="209"/>
                    <a:pt x="74" y="208"/>
                    <a:pt x="74" y="208"/>
                  </a:cubicBezTo>
                  <a:cubicBezTo>
                    <a:pt x="73" y="209"/>
                    <a:pt x="73" y="208"/>
                    <a:pt x="73" y="208"/>
                  </a:cubicBezTo>
                  <a:cubicBezTo>
                    <a:pt x="73" y="208"/>
                    <a:pt x="73" y="209"/>
                    <a:pt x="73" y="209"/>
                  </a:cubicBezTo>
                  <a:cubicBezTo>
                    <a:pt x="73" y="209"/>
                    <a:pt x="73" y="209"/>
                    <a:pt x="73" y="209"/>
                  </a:cubicBezTo>
                  <a:close/>
                  <a:moveTo>
                    <a:pt x="49" y="190"/>
                  </a:moveTo>
                  <a:cubicBezTo>
                    <a:pt x="49" y="190"/>
                    <a:pt x="50" y="189"/>
                    <a:pt x="50" y="189"/>
                  </a:cubicBezTo>
                  <a:cubicBezTo>
                    <a:pt x="50" y="189"/>
                    <a:pt x="49" y="190"/>
                    <a:pt x="49" y="190"/>
                  </a:cubicBezTo>
                  <a:close/>
                  <a:moveTo>
                    <a:pt x="52" y="194"/>
                  </a:moveTo>
                  <a:cubicBezTo>
                    <a:pt x="53" y="194"/>
                    <a:pt x="54" y="193"/>
                    <a:pt x="53" y="192"/>
                  </a:cubicBezTo>
                  <a:cubicBezTo>
                    <a:pt x="53" y="193"/>
                    <a:pt x="52" y="193"/>
                    <a:pt x="52" y="194"/>
                  </a:cubicBezTo>
                  <a:close/>
                  <a:moveTo>
                    <a:pt x="66" y="205"/>
                  </a:moveTo>
                  <a:cubicBezTo>
                    <a:pt x="66" y="205"/>
                    <a:pt x="67" y="204"/>
                    <a:pt x="67" y="204"/>
                  </a:cubicBezTo>
                  <a:cubicBezTo>
                    <a:pt x="67" y="204"/>
                    <a:pt x="67" y="204"/>
                    <a:pt x="67" y="204"/>
                  </a:cubicBezTo>
                  <a:cubicBezTo>
                    <a:pt x="67" y="204"/>
                    <a:pt x="66" y="205"/>
                    <a:pt x="66" y="205"/>
                  </a:cubicBezTo>
                  <a:close/>
                  <a:moveTo>
                    <a:pt x="58" y="198"/>
                  </a:moveTo>
                  <a:cubicBezTo>
                    <a:pt x="57" y="198"/>
                    <a:pt x="57" y="197"/>
                    <a:pt x="57" y="197"/>
                  </a:cubicBezTo>
                  <a:cubicBezTo>
                    <a:pt x="56" y="197"/>
                    <a:pt x="57" y="198"/>
                    <a:pt x="58" y="198"/>
                  </a:cubicBezTo>
                  <a:close/>
                  <a:moveTo>
                    <a:pt x="50" y="197"/>
                  </a:moveTo>
                  <a:cubicBezTo>
                    <a:pt x="51" y="196"/>
                    <a:pt x="51" y="195"/>
                    <a:pt x="52" y="195"/>
                  </a:cubicBezTo>
                  <a:cubicBezTo>
                    <a:pt x="52" y="194"/>
                    <a:pt x="52" y="194"/>
                    <a:pt x="52" y="194"/>
                  </a:cubicBezTo>
                  <a:cubicBezTo>
                    <a:pt x="51" y="195"/>
                    <a:pt x="50" y="196"/>
                    <a:pt x="50" y="197"/>
                  </a:cubicBezTo>
                  <a:close/>
                  <a:moveTo>
                    <a:pt x="79" y="218"/>
                  </a:moveTo>
                  <a:cubicBezTo>
                    <a:pt x="80" y="219"/>
                    <a:pt x="80" y="218"/>
                    <a:pt x="80" y="218"/>
                  </a:cubicBezTo>
                  <a:cubicBezTo>
                    <a:pt x="80" y="218"/>
                    <a:pt x="80" y="218"/>
                    <a:pt x="79" y="218"/>
                  </a:cubicBezTo>
                  <a:close/>
                  <a:moveTo>
                    <a:pt x="45" y="192"/>
                  </a:moveTo>
                  <a:cubicBezTo>
                    <a:pt x="45" y="192"/>
                    <a:pt x="47" y="192"/>
                    <a:pt x="46" y="191"/>
                  </a:cubicBezTo>
                  <a:cubicBezTo>
                    <a:pt x="46" y="192"/>
                    <a:pt x="45" y="191"/>
                    <a:pt x="45" y="192"/>
                  </a:cubicBezTo>
                  <a:close/>
                  <a:moveTo>
                    <a:pt x="42" y="196"/>
                  </a:moveTo>
                  <a:cubicBezTo>
                    <a:pt x="44" y="196"/>
                    <a:pt x="43" y="194"/>
                    <a:pt x="45" y="193"/>
                  </a:cubicBezTo>
                  <a:cubicBezTo>
                    <a:pt x="44" y="193"/>
                    <a:pt x="44" y="193"/>
                    <a:pt x="44" y="193"/>
                  </a:cubicBezTo>
                  <a:cubicBezTo>
                    <a:pt x="44" y="194"/>
                    <a:pt x="42" y="194"/>
                    <a:pt x="42" y="196"/>
                  </a:cubicBezTo>
                  <a:close/>
                  <a:moveTo>
                    <a:pt x="49" y="199"/>
                  </a:moveTo>
                  <a:cubicBezTo>
                    <a:pt x="49" y="198"/>
                    <a:pt x="50" y="198"/>
                    <a:pt x="49" y="197"/>
                  </a:cubicBezTo>
                  <a:cubicBezTo>
                    <a:pt x="49" y="198"/>
                    <a:pt x="48" y="198"/>
                    <a:pt x="49" y="199"/>
                  </a:cubicBezTo>
                  <a:close/>
                  <a:moveTo>
                    <a:pt x="67" y="214"/>
                  </a:moveTo>
                  <a:cubicBezTo>
                    <a:pt x="67" y="214"/>
                    <a:pt x="66" y="215"/>
                    <a:pt x="67" y="215"/>
                  </a:cubicBezTo>
                  <a:cubicBezTo>
                    <a:pt x="66" y="214"/>
                    <a:pt x="68" y="214"/>
                    <a:pt x="68" y="214"/>
                  </a:cubicBezTo>
                  <a:cubicBezTo>
                    <a:pt x="67" y="214"/>
                    <a:pt x="67" y="214"/>
                    <a:pt x="67" y="214"/>
                  </a:cubicBezTo>
                  <a:close/>
                  <a:moveTo>
                    <a:pt x="72" y="224"/>
                  </a:moveTo>
                  <a:cubicBezTo>
                    <a:pt x="72" y="224"/>
                    <a:pt x="74" y="222"/>
                    <a:pt x="74" y="221"/>
                  </a:cubicBezTo>
                  <a:cubicBezTo>
                    <a:pt x="74" y="222"/>
                    <a:pt x="72" y="224"/>
                    <a:pt x="72" y="224"/>
                  </a:cubicBezTo>
                  <a:close/>
                  <a:moveTo>
                    <a:pt x="59" y="212"/>
                  </a:moveTo>
                  <a:cubicBezTo>
                    <a:pt x="59" y="211"/>
                    <a:pt x="61" y="211"/>
                    <a:pt x="61" y="211"/>
                  </a:cubicBezTo>
                  <a:cubicBezTo>
                    <a:pt x="60" y="211"/>
                    <a:pt x="59" y="211"/>
                    <a:pt x="59" y="212"/>
                  </a:cubicBezTo>
                  <a:close/>
                  <a:moveTo>
                    <a:pt x="71" y="219"/>
                  </a:moveTo>
                  <a:cubicBezTo>
                    <a:pt x="71" y="219"/>
                    <a:pt x="70" y="219"/>
                    <a:pt x="70" y="218"/>
                  </a:cubicBezTo>
                  <a:cubicBezTo>
                    <a:pt x="70" y="219"/>
                    <a:pt x="70" y="219"/>
                    <a:pt x="71" y="219"/>
                  </a:cubicBezTo>
                  <a:close/>
                  <a:moveTo>
                    <a:pt x="41" y="197"/>
                  </a:moveTo>
                  <a:cubicBezTo>
                    <a:pt x="42" y="198"/>
                    <a:pt x="42" y="197"/>
                    <a:pt x="42" y="196"/>
                  </a:cubicBezTo>
                  <a:cubicBezTo>
                    <a:pt x="42" y="196"/>
                    <a:pt x="42" y="196"/>
                    <a:pt x="41" y="197"/>
                  </a:cubicBezTo>
                  <a:close/>
                  <a:moveTo>
                    <a:pt x="57" y="214"/>
                  </a:moveTo>
                  <a:cubicBezTo>
                    <a:pt x="57" y="214"/>
                    <a:pt x="57" y="214"/>
                    <a:pt x="57" y="215"/>
                  </a:cubicBezTo>
                  <a:cubicBezTo>
                    <a:pt x="58" y="214"/>
                    <a:pt x="58" y="214"/>
                    <a:pt x="58" y="213"/>
                  </a:cubicBezTo>
                  <a:cubicBezTo>
                    <a:pt x="58" y="214"/>
                    <a:pt x="58" y="214"/>
                    <a:pt x="57" y="214"/>
                  </a:cubicBezTo>
                  <a:close/>
                  <a:moveTo>
                    <a:pt x="62" y="219"/>
                  </a:moveTo>
                  <a:cubicBezTo>
                    <a:pt x="62" y="218"/>
                    <a:pt x="62" y="218"/>
                    <a:pt x="62" y="218"/>
                  </a:cubicBezTo>
                  <a:cubicBezTo>
                    <a:pt x="61" y="218"/>
                    <a:pt x="61" y="218"/>
                    <a:pt x="62" y="219"/>
                  </a:cubicBezTo>
                  <a:close/>
                  <a:moveTo>
                    <a:pt x="62" y="219"/>
                  </a:moveTo>
                  <a:cubicBezTo>
                    <a:pt x="62" y="220"/>
                    <a:pt x="63" y="220"/>
                    <a:pt x="63" y="220"/>
                  </a:cubicBezTo>
                  <a:cubicBezTo>
                    <a:pt x="63" y="220"/>
                    <a:pt x="62" y="219"/>
                    <a:pt x="62" y="219"/>
                  </a:cubicBezTo>
                  <a:close/>
                  <a:moveTo>
                    <a:pt x="43" y="206"/>
                  </a:moveTo>
                  <a:cubicBezTo>
                    <a:pt x="43" y="205"/>
                    <a:pt x="44" y="204"/>
                    <a:pt x="43" y="204"/>
                  </a:cubicBezTo>
                  <a:cubicBezTo>
                    <a:pt x="42" y="205"/>
                    <a:pt x="42" y="205"/>
                    <a:pt x="43" y="206"/>
                  </a:cubicBezTo>
                  <a:close/>
                  <a:moveTo>
                    <a:pt x="59" y="218"/>
                  </a:moveTo>
                  <a:cubicBezTo>
                    <a:pt x="60" y="219"/>
                    <a:pt x="60" y="218"/>
                    <a:pt x="60" y="217"/>
                  </a:cubicBezTo>
                  <a:cubicBezTo>
                    <a:pt x="60" y="217"/>
                    <a:pt x="59" y="218"/>
                    <a:pt x="59" y="218"/>
                  </a:cubicBezTo>
                  <a:close/>
                  <a:moveTo>
                    <a:pt x="57" y="218"/>
                  </a:moveTo>
                  <a:cubicBezTo>
                    <a:pt x="57" y="217"/>
                    <a:pt x="58" y="217"/>
                    <a:pt x="58" y="216"/>
                  </a:cubicBezTo>
                  <a:cubicBezTo>
                    <a:pt x="58" y="216"/>
                    <a:pt x="57" y="217"/>
                    <a:pt x="57" y="218"/>
                  </a:cubicBezTo>
                  <a:close/>
                  <a:moveTo>
                    <a:pt x="64" y="226"/>
                  </a:moveTo>
                  <a:cubicBezTo>
                    <a:pt x="65" y="225"/>
                    <a:pt x="66" y="225"/>
                    <a:pt x="66" y="224"/>
                  </a:cubicBezTo>
                  <a:cubicBezTo>
                    <a:pt x="66" y="224"/>
                    <a:pt x="66" y="224"/>
                    <a:pt x="66" y="223"/>
                  </a:cubicBezTo>
                  <a:cubicBezTo>
                    <a:pt x="65" y="224"/>
                    <a:pt x="64" y="225"/>
                    <a:pt x="64" y="226"/>
                  </a:cubicBezTo>
                  <a:close/>
                  <a:moveTo>
                    <a:pt x="49" y="214"/>
                  </a:moveTo>
                  <a:cubicBezTo>
                    <a:pt x="50" y="214"/>
                    <a:pt x="51" y="213"/>
                    <a:pt x="51" y="212"/>
                  </a:cubicBezTo>
                  <a:cubicBezTo>
                    <a:pt x="50" y="213"/>
                    <a:pt x="49" y="213"/>
                    <a:pt x="49" y="214"/>
                  </a:cubicBezTo>
                  <a:close/>
                  <a:moveTo>
                    <a:pt x="57" y="221"/>
                  </a:moveTo>
                  <a:cubicBezTo>
                    <a:pt x="58" y="220"/>
                    <a:pt x="59" y="220"/>
                    <a:pt x="59" y="219"/>
                  </a:cubicBezTo>
                  <a:cubicBezTo>
                    <a:pt x="58" y="219"/>
                    <a:pt x="56" y="220"/>
                    <a:pt x="57" y="221"/>
                  </a:cubicBezTo>
                  <a:close/>
                  <a:moveTo>
                    <a:pt x="41" y="208"/>
                  </a:moveTo>
                  <a:cubicBezTo>
                    <a:pt x="41" y="208"/>
                    <a:pt x="41" y="207"/>
                    <a:pt x="41" y="207"/>
                  </a:cubicBezTo>
                  <a:cubicBezTo>
                    <a:pt x="41" y="207"/>
                    <a:pt x="40" y="208"/>
                    <a:pt x="41" y="208"/>
                  </a:cubicBezTo>
                  <a:close/>
                  <a:moveTo>
                    <a:pt x="62" y="226"/>
                  </a:moveTo>
                  <a:cubicBezTo>
                    <a:pt x="62" y="225"/>
                    <a:pt x="63" y="225"/>
                    <a:pt x="62" y="224"/>
                  </a:cubicBezTo>
                  <a:cubicBezTo>
                    <a:pt x="62" y="225"/>
                    <a:pt x="61" y="225"/>
                    <a:pt x="62" y="226"/>
                  </a:cubicBezTo>
                  <a:close/>
                  <a:moveTo>
                    <a:pt x="53" y="219"/>
                  </a:moveTo>
                  <a:cubicBezTo>
                    <a:pt x="54" y="219"/>
                    <a:pt x="54" y="220"/>
                    <a:pt x="55" y="219"/>
                  </a:cubicBezTo>
                  <a:cubicBezTo>
                    <a:pt x="54" y="219"/>
                    <a:pt x="54" y="218"/>
                    <a:pt x="53" y="219"/>
                  </a:cubicBezTo>
                  <a:close/>
                  <a:moveTo>
                    <a:pt x="68" y="232"/>
                  </a:moveTo>
                  <a:cubicBezTo>
                    <a:pt x="69" y="233"/>
                    <a:pt x="70" y="231"/>
                    <a:pt x="69" y="231"/>
                  </a:cubicBezTo>
                  <a:cubicBezTo>
                    <a:pt x="69" y="231"/>
                    <a:pt x="69" y="232"/>
                    <a:pt x="68" y="232"/>
                  </a:cubicBezTo>
                  <a:close/>
                  <a:moveTo>
                    <a:pt x="55" y="224"/>
                  </a:moveTo>
                  <a:cubicBezTo>
                    <a:pt x="56" y="223"/>
                    <a:pt x="57" y="222"/>
                    <a:pt x="57" y="221"/>
                  </a:cubicBezTo>
                  <a:cubicBezTo>
                    <a:pt x="56" y="222"/>
                    <a:pt x="56" y="223"/>
                    <a:pt x="55" y="224"/>
                  </a:cubicBezTo>
                  <a:close/>
                  <a:moveTo>
                    <a:pt x="62" y="228"/>
                  </a:moveTo>
                  <a:cubicBezTo>
                    <a:pt x="63" y="228"/>
                    <a:pt x="63" y="228"/>
                    <a:pt x="64" y="228"/>
                  </a:cubicBezTo>
                  <a:cubicBezTo>
                    <a:pt x="63" y="227"/>
                    <a:pt x="64" y="227"/>
                    <a:pt x="63" y="226"/>
                  </a:cubicBezTo>
                  <a:cubicBezTo>
                    <a:pt x="63" y="227"/>
                    <a:pt x="62" y="228"/>
                    <a:pt x="62" y="228"/>
                  </a:cubicBezTo>
                  <a:close/>
                  <a:moveTo>
                    <a:pt x="53" y="220"/>
                  </a:moveTo>
                  <a:cubicBezTo>
                    <a:pt x="53" y="220"/>
                    <a:pt x="54" y="219"/>
                    <a:pt x="53" y="219"/>
                  </a:cubicBezTo>
                  <a:cubicBezTo>
                    <a:pt x="52" y="221"/>
                    <a:pt x="51" y="222"/>
                    <a:pt x="53" y="220"/>
                  </a:cubicBezTo>
                  <a:close/>
                  <a:moveTo>
                    <a:pt x="47" y="216"/>
                  </a:moveTo>
                  <a:cubicBezTo>
                    <a:pt x="47" y="217"/>
                    <a:pt x="46" y="217"/>
                    <a:pt x="47" y="218"/>
                  </a:cubicBezTo>
                  <a:cubicBezTo>
                    <a:pt x="47" y="217"/>
                    <a:pt x="47" y="217"/>
                    <a:pt x="48" y="217"/>
                  </a:cubicBezTo>
                  <a:cubicBezTo>
                    <a:pt x="48" y="216"/>
                    <a:pt x="48" y="216"/>
                    <a:pt x="47" y="216"/>
                  </a:cubicBezTo>
                  <a:close/>
                  <a:moveTo>
                    <a:pt x="59" y="227"/>
                  </a:moveTo>
                  <a:cubicBezTo>
                    <a:pt x="59" y="227"/>
                    <a:pt x="59" y="227"/>
                    <a:pt x="59" y="228"/>
                  </a:cubicBezTo>
                  <a:cubicBezTo>
                    <a:pt x="59" y="227"/>
                    <a:pt x="60" y="227"/>
                    <a:pt x="60" y="226"/>
                  </a:cubicBezTo>
                  <a:cubicBezTo>
                    <a:pt x="60" y="227"/>
                    <a:pt x="59" y="226"/>
                    <a:pt x="59" y="227"/>
                  </a:cubicBezTo>
                  <a:close/>
                  <a:moveTo>
                    <a:pt x="57" y="227"/>
                  </a:moveTo>
                  <a:cubicBezTo>
                    <a:pt x="57" y="227"/>
                    <a:pt x="59" y="226"/>
                    <a:pt x="58" y="226"/>
                  </a:cubicBezTo>
                  <a:cubicBezTo>
                    <a:pt x="58" y="226"/>
                    <a:pt x="57" y="226"/>
                    <a:pt x="57" y="227"/>
                  </a:cubicBezTo>
                  <a:close/>
                  <a:moveTo>
                    <a:pt x="51" y="223"/>
                  </a:moveTo>
                  <a:cubicBezTo>
                    <a:pt x="51" y="222"/>
                    <a:pt x="52" y="222"/>
                    <a:pt x="52" y="221"/>
                  </a:cubicBezTo>
                  <a:cubicBezTo>
                    <a:pt x="51" y="222"/>
                    <a:pt x="51" y="222"/>
                    <a:pt x="51" y="223"/>
                  </a:cubicBezTo>
                  <a:close/>
                  <a:moveTo>
                    <a:pt x="33" y="211"/>
                  </a:moveTo>
                  <a:cubicBezTo>
                    <a:pt x="34" y="212"/>
                    <a:pt x="35" y="210"/>
                    <a:pt x="35" y="209"/>
                  </a:cubicBezTo>
                  <a:cubicBezTo>
                    <a:pt x="34" y="210"/>
                    <a:pt x="34" y="211"/>
                    <a:pt x="33" y="211"/>
                  </a:cubicBezTo>
                  <a:close/>
                  <a:moveTo>
                    <a:pt x="40" y="214"/>
                  </a:moveTo>
                  <a:cubicBezTo>
                    <a:pt x="40" y="214"/>
                    <a:pt x="41" y="214"/>
                    <a:pt x="40" y="213"/>
                  </a:cubicBezTo>
                  <a:cubicBezTo>
                    <a:pt x="40" y="213"/>
                    <a:pt x="39" y="214"/>
                    <a:pt x="40" y="214"/>
                  </a:cubicBezTo>
                  <a:close/>
                  <a:moveTo>
                    <a:pt x="35" y="215"/>
                  </a:moveTo>
                  <a:cubicBezTo>
                    <a:pt x="36" y="215"/>
                    <a:pt x="37" y="214"/>
                    <a:pt x="37" y="213"/>
                  </a:cubicBezTo>
                  <a:cubicBezTo>
                    <a:pt x="36" y="214"/>
                    <a:pt x="35" y="215"/>
                    <a:pt x="35" y="215"/>
                  </a:cubicBezTo>
                  <a:close/>
                  <a:moveTo>
                    <a:pt x="48" y="223"/>
                  </a:moveTo>
                  <a:cubicBezTo>
                    <a:pt x="49" y="223"/>
                    <a:pt x="49" y="222"/>
                    <a:pt x="48" y="222"/>
                  </a:cubicBezTo>
                  <a:cubicBezTo>
                    <a:pt x="48" y="222"/>
                    <a:pt x="48" y="223"/>
                    <a:pt x="48" y="223"/>
                  </a:cubicBezTo>
                  <a:close/>
                  <a:moveTo>
                    <a:pt x="38" y="217"/>
                  </a:moveTo>
                  <a:cubicBezTo>
                    <a:pt x="38" y="217"/>
                    <a:pt x="39" y="216"/>
                    <a:pt x="39" y="215"/>
                  </a:cubicBezTo>
                  <a:lnTo>
                    <a:pt x="38" y="217"/>
                  </a:lnTo>
                  <a:close/>
                  <a:moveTo>
                    <a:pt x="43" y="223"/>
                  </a:moveTo>
                  <a:cubicBezTo>
                    <a:pt x="43" y="223"/>
                    <a:pt x="45" y="222"/>
                    <a:pt x="44" y="221"/>
                  </a:cubicBezTo>
                  <a:cubicBezTo>
                    <a:pt x="44" y="222"/>
                    <a:pt x="42" y="223"/>
                    <a:pt x="43" y="223"/>
                  </a:cubicBezTo>
                  <a:close/>
                  <a:moveTo>
                    <a:pt x="62" y="237"/>
                  </a:moveTo>
                  <a:cubicBezTo>
                    <a:pt x="62" y="237"/>
                    <a:pt x="63" y="236"/>
                    <a:pt x="62" y="235"/>
                  </a:cubicBezTo>
                  <a:cubicBezTo>
                    <a:pt x="62" y="236"/>
                    <a:pt x="61" y="237"/>
                    <a:pt x="62" y="237"/>
                  </a:cubicBezTo>
                  <a:close/>
                  <a:moveTo>
                    <a:pt x="30" y="213"/>
                  </a:moveTo>
                  <a:cubicBezTo>
                    <a:pt x="30" y="212"/>
                    <a:pt x="31" y="212"/>
                    <a:pt x="30" y="211"/>
                  </a:cubicBezTo>
                  <a:cubicBezTo>
                    <a:pt x="30" y="212"/>
                    <a:pt x="29" y="212"/>
                    <a:pt x="30" y="213"/>
                  </a:cubicBezTo>
                  <a:close/>
                  <a:moveTo>
                    <a:pt x="49" y="228"/>
                  </a:moveTo>
                  <a:cubicBezTo>
                    <a:pt x="50" y="229"/>
                    <a:pt x="50" y="227"/>
                    <a:pt x="50" y="228"/>
                  </a:cubicBezTo>
                  <a:cubicBezTo>
                    <a:pt x="51" y="227"/>
                    <a:pt x="51" y="227"/>
                    <a:pt x="51" y="227"/>
                  </a:cubicBezTo>
                  <a:cubicBezTo>
                    <a:pt x="51" y="227"/>
                    <a:pt x="51" y="227"/>
                    <a:pt x="51" y="227"/>
                  </a:cubicBezTo>
                  <a:cubicBezTo>
                    <a:pt x="50" y="228"/>
                    <a:pt x="49" y="227"/>
                    <a:pt x="49" y="228"/>
                  </a:cubicBezTo>
                  <a:close/>
                  <a:moveTo>
                    <a:pt x="44" y="225"/>
                  </a:moveTo>
                  <a:cubicBezTo>
                    <a:pt x="44" y="224"/>
                    <a:pt x="45" y="224"/>
                    <a:pt x="44" y="223"/>
                  </a:cubicBezTo>
                  <a:cubicBezTo>
                    <a:pt x="44" y="224"/>
                    <a:pt x="44" y="224"/>
                    <a:pt x="44" y="225"/>
                  </a:cubicBezTo>
                  <a:close/>
                  <a:moveTo>
                    <a:pt x="64" y="238"/>
                  </a:moveTo>
                  <a:cubicBezTo>
                    <a:pt x="63" y="238"/>
                    <a:pt x="63" y="239"/>
                    <a:pt x="63" y="239"/>
                  </a:cubicBezTo>
                  <a:cubicBezTo>
                    <a:pt x="64" y="239"/>
                    <a:pt x="64" y="239"/>
                    <a:pt x="64" y="238"/>
                  </a:cubicBezTo>
                  <a:close/>
                  <a:moveTo>
                    <a:pt x="29" y="217"/>
                  </a:moveTo>
                  <a:cubicBezTo>
                    <a:pt x="30" y="217"/>
                    <a:pt x="30" y="216"/>
                    <a:pt x="30" y="215"/>
                  </a:cubicBezTo>
                  <a:cubicBezTo>
                    <a:pt x="30" y="216"/>
                    <a:pt x="29" y="216"/>
                    <a:pt x="29" y="217"/>
                  </a:cubicBezTo>
                  <a:close/>
                  <a:moveTo>
                    <a:pt x="55" y="237"/>
                  </a:moveTo>
                  <a:cubicBezTo>
                    <a:pt x="55" y="236"/>
                    <a:pt x="56" y="236"/>
                    <a:pt x="56" y="235"/>
                  </a:cubicBezTo>
                  <a:cubicBezTo>
                    <a:pt x="55" y="235"/>
                    <a:pt x="55" y="236"/>
                    <a:pt x="55" y="237"/>
                  </a:cubicBezTo>
                  <a:close/>
                  <a:moveTo>
                    <a:pt x="47" y="231"/>
                  </a:moveTo>
                  <a:cubicBezTo>
                    <a:pt x="47" y="232"/>
                    <a:pt x="48" y="230"/>
                    <a:pt x="48" y="230"/>
                  </a:cubicBezTo>
                  <a:cubicBezTo>
                    <a:pt x="47" y="230"/>
                    <a:pt x="47" y="230"/>
                    <a:pt x="47" y="231"/>
                  </a:cubicBezTo>
                  <a:close/>
                  <a:moveTo>
                    <a:pt x="61" y="240"/>
                  </a:moveTo>
                  <a:cubicBezTo>
                    <a:pt x="62" y="240"/>
                    <a:pt x="61" y="240"/>
                    <a:pt x="61" y="239"/>
                  </a:cubicBezTo>
                  <a:cubicBezTo>
                    <a:pt x="61" y="240"/>
                    <a:pt x="61" y="240"/>
                    <a:pt x="61" y="240"/>
                  </a:cubicBezTo>
                  <a:close/>
                  <a:moveTo>
                    <a:pt x="34" y="223"/>
                  </a:moveTo>
                  <a:cubicBezTo>
                    <a:pt x="34" y="222"/>
                    <a:pt x="35" y="222"/>
                    <a:pt x="35" y="221"/>
                  </a:cubicBezTo>
                  <a:cubicBezTo>
                    <a:pt x="34" y="221"/>
                    <a:pt x="33" y="222"/>
                    <a:pt x="34" y="223"/>
                  </a:cubicBezTo>
                  <a:close/>
                  <a:moveTo>
                    <a:pt x="26" y="217"/>
                  </a:moveTo>
                  <a:cubicBezTo>
                    <a:pt x="26" y="217"/>
                    <a:pt x="27" y="217"/>
                    <a:pt x="26" y="216"/>
                  </a:cubicBezTo>
                  <a:cubicBezTo>
                    <a:pt x="26" y="217"/>
                    <a:pt x="26" y="217"/>
                    <a:pt x="26" y="217"/>
                  </a:cubicBezTo>
                  <a:close/>
                  <a:moveTo>
                    <a:pt x="32" y="222"/>
                  </a:moveTo>
                  <a:cubicBezTo>
                    <a:pt x="33" y="222"/>
                    <a:pt x="33" y="222"/>
                    <a:pt x="33" y="221"/>
                  </a:cubicBezTo>
                  <a:cubicBezTo>
                    <a:pt x="32" y="221"/>
                    <a:pt x="32" y="222"/>
                    <a:pt x="32" y="222"/>
                  </a:cubicBezTo>
                  <a:close/>
                  <a:moveTo>
                    <a:pt x="27" y="218"/>
                  </a:moveTo>
                  <a:cubicBezTo>
                    <a:pt x="27" y="219"/>
                    <a:pt x="26" y="220"/>
                    <a:pt x="27" y="221"/>
                  </a:cubicBezTo>
                  <a:cubicBezTo>
                    <a:pt x="27" y="220"/>
                    <a:pt x="27" y="220"/>
                    <a:pt x="28" y="219"/>
                  </a:cubicBezTo>
                  <a:cubicBezTo>
                    <a:pt x="28" y="219"/>
                    <a:pt x="28" y="218"/>
                    <a:pt x="27" y="218"/>
                  </a:cubicBezTo>
                  <a:close/>
                  <a:moveTo>
                    <a:pt x="32" y="225"/>
                  </a:moveTo>
                  <a:cubicBezTo>
                    <a:pt x="33" y="224"/>
                    <a:pt x="33" y="224"/>
                    <a:pt x="34" y="223"/>
                  </a:cubicBezTo>
                  <a:cubicBezTo>
                    <a:pt x="33" y="223"/>
                    <a:pt x="33" y="223"/>
                    <a:pt x="33" y="223"/>
                  </a:cubicBezTo>
                  <a:cubicBezTo>
                    <a:pt x="32" y="223"/>
                    <a:pt x="32" y="224"/>
                    <a:pt x="32" y="225"/>
                  </a:cubicBezTo>
                  <a:close/>
                  <a:moveTo>
                    <a:pt x="23" y="221"/>
                  </a:moveTo>
                  <a:cubicBezTo>
                    <a:pt x="24" y="220"/>
                    <a:pt x="25" y="219"/>
                    <a:pt x="26" y="217"/>
                  </a:cubicBezTo>
                  <a:cubicBezTo>
                    <a:pt x="25" y="219"/>
                    <a:pt x="24" y="220"/>
                    <a:pt x="23" y="221"/>
                  </a:cubicBezTo>
                  <a:close/>
                  <a:moveTo>
                    <a:pt x="57" y="242"/>
                  </a:moveTo>
                  <a:cubicBezTo>
                    <a:pt x="58" y="243"/>
                    <a:pt x="58" y="243"/>
                    <a:pt x="58" y="243"/>
                  </a:cubicBezTo>
                  <a:cubicBezTo>
                    <a:pt x="59" y="243"/>
                    <a:pt x="58" y="242"/>
                    <a:pt x="58" y="241"/>
                  </a:cubicBezTo>
                  <a:lnTo>
                    <a:pt x="57" y="242"/>
                  </a:lnTo>
                  <a:close/>
                  <a:moveTo>
                    <a:pt x="25" y="220"/>
                  </a:moveTo>
                  <a:cubicBezTo>
                    <a:pt x="26" y="220"/>
                    <a:pt x="26" y="219"/>
                    <a:pt x="26" y="218"/>
                  </a:cubicBezTo>
                  <a:cubicBezTo>
                    <a:pt x="26" y="218"/>
                    <a:pt x="25" y="219"/>
                    <a:pt x="25" y="220"/>
                  </a:cubicBezTo>
                  <a:close/>
                  <a:moveTo>
                    <a:pt x="44" y="234"/>
                  </a:moveTo>
                  <a:cubicBezTo>
                    <a:pt x="44" y="234"/>
                    <a:pt x="45" y="233"/>
                    <a:pt x="45" y="233"/>
                  </a:cubicBezTo>
                  <a:cubicBezTo>
                    <a:pt x="44" y="233"/>
                    <a:pt x="43" y="233"/>
                    <a:pt x="44" y="234"/>
                  </a:cubicBezTo>
                  <a:close/>
                  <a:moveTo>
                    <a:pt x="49" y="243"/>
                  </a:moveTo>
                  <a:cubicBezTo>
                    <a:pt x="50" y="242"/>
                    <a:pt x="52" y="240"/>
                    <a:pt x="52" y="239"/>
                  </a:cubicBezTo>
                  <a:cubicBezTo>
                    <a:pt x="51" y="241"/>
                    <a:pt x="49" y="241"/>
                    <a:pt x="49" y="243"/>
                  </a:cubicBezTo>
                  <a:close/>
                  <a:moveTo>
                    <a:pt x="31" y="225"/>
                  </a:moveTo>
                  <a:cubicBezTo>
                    <a:pt x="32" y="225"/>
                    <a:pt x="31" y="226"/>
                    <a:pt x="31" y="226"/>
                  </a:cubicBezTo>
                  <a:cubicBezTo>
                    <a:pt x="32" y="226"/>
                    <a:pt x="32" y="226"/>
                    <a:pt x="32" y="225"/>
                  </a:cubicBezTo>
                  <a:cubicBezTo>
                    <a:pt x="32" y="225"/>
                    <a:pt x="32" y="225"/>
                    <a:pt x="31" y="225"/>
                  </a:cubicBezTo>
                  <a:close/>
                  <a:moveTo>
                    <a:pt x="42" y="242"/>
                  </a:moveTo>
                  <a:cubicBezTo>
                    <a:pt x="43" y="241"/>
                    <a:pt x="45" y="239"/>
                    <a:pt x="46" y="236"/>
                  </a:cubicBezTo>
                  <a:cubicBezTo>
                    <a:pt x="46" y="237"/>
                    <a:pt x="46" y="238"/>
                    <a:pt x="47" y="237"/>
                  </a:cubicBezTo>
                  <a:cubicBezTo>
                    <a:pt x="47" y="236"/>
                    <a:pt x="46" y="236"/>
                    <a:pt x="46" y="235"/>
                  </a:cubicBezTo>
                  <a:cubicBezTo>
                    <a:pt x="45" y="238"/>
                    <a:pt x="42" y="240"/>
                    <a:pt x="42" y="242"/>
                  </a:cubicBezTo>
                  <a:close/>
                  <a:moveTo>
                    <a:pt x="23" y="220"/>
                  </a:moveTo>
                  <a:cubicBezTo>
                    <a:pt x="23" y="220"/>
                    <a:pt x="22" y="220"/>
                    <a:pt x="23" y="219"/>
                  </a:cubicBezTo>
                  <a:cubicBezTo>
                    <a:pt x="22" y="219"/>
                    <a:pt x="22" y="219"/>
                    <a:pt x="22" y="219"/>
                  </a:cubicBezTo>
                  <a:cubicBezTo>
                    <a:pt x="22" y="219"/>
                    <a:pt x="22" y="221"/>
                    <a:pt x="23" y="220"/>
                  </a:cubicBezTo>
                  <a:close/>
                  <a:moveTo>
                    <a:pt x="30" y="227"/>
                  </a:moveTo>
                  <a:cubicBezTo>
                    <a:pt x="30" y="227"/>
                    <a:pt x="30" y="227"/>
                    <a:pt x="31" y="228"/>
                  </a:cubicBezTo>
                  <a:cubicBezTo>
                    <a:pt x="31" y="227"/>
                    <a:pt x="31" y="227"/>
                    <a:pt x="31" y="227"/>
                  </a:cubicBezTo>
                  <a:cubicBezTo>
                    <a:pt x="31" y="226"/>
                    <a:pt x="32" y="227"/>
                    <a:pt x="31" y="226"/>
                  </a:cubicBezTo>
                  <a:cubicBezTo>
                    <a:pt x="31" y="226"/>
                    <a:pt x="31" y="226"/>
                    <a:pt x="30" y="227"/>
                  </a:cubicBezTo>
                  <a:close/>
                  <a:moveTo>
                    <a:pt x="31" y="230"/>
                  </a:moveTo>
                  <a:cubicBezTo>
                    <a:pt x="32" y="229"/>
                    <a:pt x="33" y="228"/>
                    <a:pt x="33" y="228"/>
                  </a:cubicBezTo>
                  <a:cubicBezTo>
                    <a:pt x="32" y="228"/>
                    <a:pt x="31" y="229"/>
                    <a:pt x="31" y="230"/>
                  </a:cubicBezTo>
                  <a:close/>
                  <a:moveTo>
                    <a:pt x="57" y="246"/>
                  </a:moveTo>
                  <a:cubicBezTo>
                    <a:pt x="57" y="246"/>
                    <a:pt x="57" y="246"/>
                    <a:pt x="58" y="246"/>
                  </a:cubicBezTo>
                  <a:cubicBezTo>
                    <a:pt x="57" y="246"/>
                    <a:pt x="57" y="246"/>
                    <a:pt x="57" y="246"/>
                  </a:cubicBezTo>
                  <a:close/>
                  <a:moveTo>
                    <a:pt x="21" y="224"/>
                  </a:moveTo>
                  <a:cubicBezTo>
                    <a:pt x="22" y="224"/>
                    <a:pt x="22" y="223"/>
                    <a:pt x="22" y="223"/>
                  </a:cubicBezTo>
                  <a:cubicBezTo>
                    <a:pt x="22" y="223"/>
                    <a:pt x="21" y="224"/>
                    <a:pt x="21" y="224"/>
                  </a:cubicBezTo>
                  <a:close/>
                  <a:moveTo>
                    <a:pt x="52" y="249"/>
                  </a:moveTo>
                  <a:cubicBezTo>
                    <a:pt x="52" y="249"/>
                    <a:pt x="52" y="249"/>
                    <a:pt x="51" y="249"/>
                  </a:cubicBezTo>
                  <a:cubicBezTo>
                    <a:pt x="52" y="250"/>
                    <a:pt x="52" y="249"/>
                    <a:pt x="52" y="250"/>
                  </a:cubicBezTo>
                  <a:cubicBezTo>
                    <a:pt x="53" y="248"/>
                    <a:pt x="53" y="248"/>
                    <a:pt x="54" y="247"/>
                  </a:cubicBezTo>
                  <a:cubicBezTo>
                    <a:pt x="53" y="247"/>
                    <a:pt x="52" y="248"/>
                    <a:pt x="52" y="249"/>
                  </a:cubicBezTo>
                  <a:close/>
                  <a:moveTo>
                    <a:pt x="29" y="230"/>
                  </a:moveTo>
                  <a:cubicBezTo>
                    <a:pt x="29" y="230"/>
                    <a:pt x="29" y="230"/>
                    <a:pt x="29" y="230"/>
                  </a:cubicBezTo>
                  <a:cubicBezTo>
                    <a:pt x="29" y="229"/>
                    <a:pt x="28" y="230"/>
                    <a:pt x="29" y="230"/>
                  </a:cubicBezTo>
                  <a:close/>
                  <a:moveTo>
                    <a:pt x="54" y="249"/>
                  </a:moveTo>
                  <a:cubicBezTo>
                    <a:pt x="55" y="250"/>
                    <a:pt x="54" y="251"/>
                    <a:pt x="55" y="250"/>
                  </a:cubicBezTo>
                  <a:cubicBezTo>
                    <a:pt x="56" y="251"/>
                    <a:pt x="55" y="250"/>
                    <a:pt x="55" y="251"/>
                  </a:cubicBezTo>
                  <a:cubicBezTo>
                    <a:pt x="56" y="251"/>
                    <a:pt x="56" y="250"/>
                    <a:pt x="56" y="250"/>
                  </a:cubicBezTo>
                  <a:cubicBezTo>
                    <a:pt x="55" y="249"/>
                    <a:pt x="55" y="249"/>
                    <a:pt x="54" y="249"/>
                  </a:cubicBezTo>
                  <a:close/>
                  <a:moveTo>
                    <a:pt x="47" y="245"/>
                  </a:moveTo>
                  <a:cubicBezTo>
                    <a:pt x="47" y="246"/>
                    <a:pt x="46" y="246"/>
                    <a:pt x="47" y="246"/>
                  </a:cubicBezTo>
                  <a:cubicBezTo>
                    <a:pt x="48" y="245"/>
                    <a:pt x="48" y="245"/>
                    <a:pt x="48" y="245"/>
                  </a:cubicBezTo>
                  <a:cubicBezTo>
                    <a:pt x="48" y="245"/>
                    <a:pt x="47" y="245"/>
                    <a:pt x="47" y="245"/>
                  </a:cubicBezTo>
                  <a:close/>
                  <a:moveTo>
                    <a:pt x="28" y="231"/>
                  </a:moveTo>
                  <a:cubicBezTo>
                    <a:pt x="28" y="232"/>
                    <a:pt x="27" y="232"/>
                    <a:pt x="27" y="233"/>
                  </a:cubicBezTo>
                  <a:cubicBezTo>
                    <a:pt x="28" y="232"/>
                    <a:pt x="28" y="231"/>
                    <a:pt x="28" y="231"/>
                  </a:cubicBezTo>
                  <a:cubicBezTo>
                    <a:pt x="28" y="231"/>
                    <a:pt x="28" y="230"/>
                    <a:pt x="28" y="231"/>
                  </a:cubicBezTo>
                  <a:close/>
                  <a:moveTo>
                    <a:pt x="28" y="235"/>
                  </a:moveTo>
                  <a:cubicBezTo>
                    <a:pt x="29" y="234"/>
                    <a:pt x="30" y="233"/>
                    <a:pt x="29" y="232"/>
                  </a:cubicBezTo>
                  <a:cubicBezTo>
                    <a:pt x="29" y="233"/>
                    <a:pt x="29" y="234"/>
                    <a:pt x="28" y="235"/>
                  </a:cubicBezTo>
                  <a:close/>
                  <a:moveTo>
                    <a:pt x="48" y="247"/>
                  </a:moveTo>
                  <a:cubicBezTo>
                    <a:pt x="48" y="248"/>
                    <a:pt x="49" y="248"/>
                    <a:pt x="49" y="248"/>
                  </a:cubicBezTo>
                  <a:cubicBezTo>
                    <a:pt x="49" y="248"/>
                    <a:pt x="49" y="248"/>
                    <a:pt x="49" y="248"/>
                  </a:cubicBezTo>
                  <a:cubicBezTo>
                    <a:pt x="49" y="248"/>
                    <a:pt x="49" y="247"/>
                    <a:pt x="48" y="247"/>
                  </a:cubicBezTo>
                  <a:close/>
                  <a:moveTo>
                    <a:pt x="17" y="226"/>
                  </a:moveTo>
                  <a:cubicBezTo>
                    <a:pt x="17" y="226"/>
                    <a:pt x="17" y="227"/>
                    <a:pt x="17" y="227"/>
                  </a:cubicBezTo>
                  <a:cubicBezTo>
                    <a:pt x="17" y="226"/>
                    <a:pt x="18" y="227"/>
                    <a:pt x="18" y="227"/>
                  </a:cubicBezTo>
                  <a:cubicBezTo>
                    <a:pt x="18" y="226"/>
                    <a:pt x="17" y="226"/>
                    <a:pt x="17" y="225"/>
                  </a:cubicBezTo>
                  <a:lnTo>
                    <a:pt x="17" y="226"/>
                  </a:lnTo>
                  <a:close/>
                  <a:moveTo>
                    <a:pt x="41" y="244"/>
                  </a:moveTo>
                  <a:cubicBezTo>
                    <a:pt x="41" y="244"/>
                    <a:pt x="42" y="243"/>
                    <a:pt x="41" y="243"/>
                  </a:cubicBezTo>
                  <a:cubicBezTo>
                    <a:pt x="40" y="245"/>
                    <a:pt x="39" y="245"/>
                    <a:pt x="41" y="244"/>
                  </a:cubicBezTo>
                  <a:close/>
                  <a:moveTo>
                    <a:pt x="50" y="252"/>
                  </a:moveTo>
                  <a:cubicBezTo>
                    <a:pt x="50" y="251"/>
                    <a:pt x="51" y="252"/>
                    <a:pt x="51" y="252"/>
                  </a:cubicBezTo>
                  <a:cubicBezTo>
                    <a:pt x="50" y="252"/>
                    <a:pt x="51" y="251"/>
                    <a:pt x="51" y="250"/>
                  </a:cubicBezTo>
                  <a:cubicBezTo>
                    <a:pt x="51" y="252"/>
                    <a:pt x="49" y="251"/>
                    <a:pt x="50" y="252"/>
                  </a:cubicBezTo>
                  <a:close/>
                  <a:moveTo>
                    <a:pt x="42" y="245"/>
                  </a:moveTo>
                  <a:cubicBezTo>
                    <a:pt x="42" y="246"/>
                    <a:pt x="42" y="246"/>
                    <a:pt x="43" y="246"/>
                  </a:cubicBezTo>
                  <a:cubicBezTo>
                    <a:pt x="43" y="245"/>
                    <a:pt x="42" y="245"/>
                    <a:pt x="42" y="245"/>
                  </a:cubicBezTo>
                  <a:close/>
                  <a:moveTo>
                    <a:pt x="53" y="255"/>
                  </a:moveTo>
                  <a:cubicBezTo>
                    <a:pt x="53" y="254"/>
                    <a:pt x="54" y="254"/>
                    <a:pt x="53" y="253"/>
                  </a:cubicBezTo>
                  <a:cubicBezTo>
                    <a:pt x="53" y="254"/>
                    <a:pt x="52" y="254"/>
                    <a:pt x="53" y="255"/>
                  </a:cubicBezTo>
                  <a:close/>
                  <a:moveTo>
                    <a:pt x="40" y="247"/>
                  </a:moveTo>
                  <a:cubicBezTo>
                    <a:pt x="41" y="247"/>
                    <a:pt x="42" y="246"/>
                    <a:pt x="41" y="246"/>
                  </a:cubicBezTo>
                  <a:lnTo>
                    <a:pt x="40" y="247"/>
                  </a:lnTo>
                  <a:close/>
                  <a:moveTo>
                    <a:pt x="43" y="248"/>
                  </a:moveTo>
                  <a:cubicBezTo>
                    <a:pt x="44" y="249"/>
                    <a:pt x="44" y="249"/>
                    <a:pt x="44" y="249"/>
                  </a:cubicBezTo>
                  <a:cubicBezTo>
                    <a:pt x="44" y="248"/>
                    <a:pt x="43" y="248"/>
                    <a:pt x="43" y="248"/>
                  </a:cubicBezTo>
                  <a:close/>
                  <a:moveTo>
                    <a:pt x="15" y="234"/>
                  </a:moveTo>
                  <a:cubicBezTo>
                    <a:pt x="15" y="233"/>
                    <a:pt x="15" y="233"/>
                    <a:pt x="15" y="232"/>
                  </a:cubicBezTo>
                  <a:cubicBezTo>
                    <a:pt x="15" y="233"/>
                    <a:pt x="15" y="233"/>
                    <a:pt x="15" y="233"/>
                  </a:cubicBezTo>
                  <a:cubicBezTo>
                    <a:pt x="16" y="234"/>
                    <a:pt x="16" y="234"/>
                    <a:pt x="16" y="234"/>
                  </a:cubicBezTo>
                  <a:cubicBezTo>
                    <a:pt x="17" y="232"/>
                    <a:pt x="17" y="233"/>
                    <a:pt x="18" y="231"/>
                  </a:cubicBezTo>
                  <a:cubicBezTo>
                    <a:pt x="18" y="231"/>
                    <a:pt x="17" y="231"/>
                    <a:pt x="17" y="230"/>
                  </a:cubicBezTo>
                  <a:cubicBezTo>
                    <a:pt x="17" y="230"/>
                    <a:pt x="17" y="231"/>
                    <a:pt x="17" y="230"/>
                  </a:cubicBezTo>
                  <a:cubicBezTo>
                    <a:pt x="17" y="232"/>
                    <a:pt x="16" y="232"/>
                    <a:pt x="15" y="234"/>
                  </a:cubicBezTo>
                  <a:close/>
                  <a:moveTo>
                    <a:pt x="51" y="255"/>
                  </a:moveTo>
                  <a:cubicBezTo>
                    <a:pt x="51" y="256"/>
                    <a:pt x="50" y="257"/>
                    <a:pt x="51" y="257"/>
                  </a:cubicBezTo>
                  <a:cubicBezTo>
                    <a:pt x="51" y="256"/>
                    <a:pt x="52" y="256"/>
                    <a:pt x="52" y="255"/>
                  </a:cubicBezTo>
                  <a:cubicBezTo>
                    <a:pt x="51" y="255"/>
                    <a:pt x="51" y="255"/>
                    <a:pt x="51" y="255"/>
                  </a:cubicBezTo>
                  <a:close/>
                  <a:moveTo>
                    <a:pt x="20" y="235"/>
                  </a:moveTo>
                  <a:cubicBezTo>
                    <a:pt x="19" y="235"/>
                    <a:pt x="19" y="236"/>
                    <a:pt x="19" y="236"/>
                  </a:cubicBezTo>
                  <a:cubicBezTo>
                    <a:pt x="20" y="236"/>
                    <a:pt x="20" y="236"/>
                    <a:pt x="20" y="236"/>
                  </a:cubicBezTo>
                  <a:cubicBezTo>
                    <a:pt x="20" y="236"/>
                    <a:pt x="21" y="235"/>
                    <a:pt x="21" y="235"/>
                  </a:cubicBezTo>
                  <a:cubicBezTo>
                    <a:pt x="20" y="235"/>
                    <a:pt x="20" y="236"/>
                    <a:pt x="20" y="235"/>
                  </a:cubicBezTo>
                  <a:close/>
                  <a:moveTo>
                    <a:pt x="21" y="238"/>
                  </a:moveTo>
                  <a:cubicBezTo>
                    <a:pt x="21" y="237"/>
                    <a:pt x="22" y="237"/>
                    <a:pt x="22" y="236"/>
                  </a:cubicBezTo>
                  <a:cubicBezTo>
                    <a:pt x="21" y="236"/>
                    <a:pt x="21" y="237"/>
                    <a:pt x="21" y="238"/>
                  </a:cubicBezTo>
                  <a:close/>
                  <a:moveTo>
                    <a:pt x="17" y="236"/>
                  </a:moveTo>
                  <a:cubicBezTo>
                    <a:pt x="18" y="236"/>
                    <a:pt x="18" y="235"/>
                    <a:pt x="18" y="235"/>
                  </a:cubicBezTo>
                  <a:cubicBezTo>
                    <a:pt x="18" y="235"/>
                    <a:pt x="17" y="236"/>
                    <a:pt x="17" y="236"/>
                  </a:cubicBezTo>
                  <a:close/>
                  <a:moveTo>
                    <a:pt x="23" y="243"/>
                  </a:moveTo>
                  <a:cubicBezTo>
                    <a:pt x="24" y="243"/>
                    <a:pt x="25" y="241"/>
                    <a:pt x="26" y="240"/>
                  </a:cubicBezTo>
                  <a:cubicBezTo>
                    <a:pt x="25" y="240"/>
                    <a:pt x="25" y="240"/>
                    <a:pt x="25" y="240"/>
                  </a:cubicBezTo>
                  <a:cubicBezTo>
                    <a:pt x="24" y="241"/>
                    <a:pt x="24" y="242"/>
                    <a:pt x="23" y="243"/>
                  </a:cubicBezTo>
                  <a:close/>
                  <a:moveTo>
                    <a:pt x="17" y="238"/>
                  </a:moveTo>
                  <a:cubicBezTo>
                    <a:pt x="17" y="237"/>
                    <a:pt x="18" y="237"/>
                    <a:pt x="18" y="236"/>
                  </a:cubicBezTo>
                  <a:cubicBezTo>
                    <a:pt x="17" y="236"/>
                    <a:pt x="16" y="237"/>
                    <a:pt x="17" y="238"/>
                  </a:cubicBezTo>
                  <a:close/>
                  <a:moveTo>
                    <a:pt x="35" y="251"/>
                  </a:moveTo>
                  <a:cubicBezTo>
                    <a:pt x="35" y="252"/>
                    <a:pt x="36" y="250"/>
                    <a:pt x="36" y="250"/>
                  </a:cubicBezTo>
                  <a:lnTo>
                    <a:pt x="35" y="251"/>
                  </a:lnTo>
                  <a:close/>
                  <a:moveTo>
                    <a:pt x="38" y="255"/>
                  </a:moveTo>
                  <a:cubicBezTo>
                    <a:pt x="39" y="254"/>
                    <a:pt x="39" y="254"/>
                    <a:pt x="39" y="254"/>
                  </a:cubicBezTo>
                  <a:cubicBezTo>
                    <a:pt x="39" y="254"/>
                    <a:pt x="38" y="254"/>
                    <a:pt x="38" y="255"/>
                  </a:cubicBezTo>
                  <a:close/>
                  <a:moveTo>
                    <a:pt x="12" y="236"/>
                  </a:moveTo>
                  <a:cubicBezTo>
                    <a:pt x="12" y="236"/>
                    <a:pt x="12" y="237"/>
                    <a:pt x="12" y="237"/>
                  </a:cubicBezTo>
                  <a:cubicBezTo>
                    <a:pt x="13" y="236"/>
                    <a:pt x="13" y="236"/>
                    <a:pt x="13" y="236"/>
                  </a:cubicBezTo>
                  <a:cubicBezTo>
                    <a:pt x="13" y="236"/>
                    <a:pt x="12" y="236"/>
                    <a:pt x="12" y="236"/>
                  </a:cubicBezTo>
                  <a:close/>
                  <a:moveTo>
                    <a:pt x="38" y="253"/>
                  </a:moveTo>
                  <a:cubicBezTo>
                    <a:pt x="36" y="252"/>
                    <a:pt x="36" y="252"/>
                    <a:pt x="36" y="252"/>
                  </a:cubicBezTo>
                  <a:cubicBezTo>
                    <a:pt x="36" y="253"/>
                    <a:pt x="37" y="254"/>
                    <a:pt x="38" y="253"/>
                  </a:cubicBezTo>
                  <a:close/>
                  <a:moveTo>
                    <a:pt x="12" y="239"/>
                  </a:moveTo>
                  <a:cubicBezTo>
                    <a:pt x="13" y="238"/>
                    <a:pt x="13" y="238"/>
                    <a:pt x="13" y="238"/>
                  </a:cubicBezTo>
                  <a:cubicBezTo>
                    <a:pt x="13" y="238"/>
                    <a:pt x="13" y="239"/>
                    <a:pt x="13" y="238"/>
                  </a:cubicBezTo>
                  <a:cubicBezTo>
                    <a:pt x="12" y="238"/>
                    <a:pt x="14" y="237"/>
                    <a:pt x="13" y="237"/>
                  </a:cubicBezTo>
                  <a:cubicBezTo>
                    <a:pt x="12" y="237"/>
                    <a:pt x="12" y="238"/>
                    <a:pt x="12" y="239"/>
                  </a:cubicBezTo>
                  <a:close/>
                  <a:moveTo>
                    <a:pt x="35" y="256"/>
                  </a:moveTo>
                  <a:cubicBezTo>
                    <a:pt x="35" y="256"/>
                    <a:pt x="36" y="257"/>
                    <a:pt x="36" y="257"/>
                  </a:cubicBezTo>
                  <a:cubicBezTo>
                    <a:pt x="36" y="256"/>
                    <a:pt x="35" y="256"/>
                    <a:pt x="35" y="256"/>
                  </a:cubicBezTo>
                  <a:close/>
                  <a:moveTo>
                    <a:pt x="27" y="255"/>
                  </a:moveTo>
                  <a:cubicBezTo>
                    <a:pt x="27" y="255"/>
                    <a:pt x="28" y="254"/>
                    <a:pt x="28" y="254"/>
                  </a:cubicBezTo>
                  <a:cubicBezTo>
                    <a:pt x="27" y="254"/>
                    <a:pt x="27" y="254"/>
                    <a:pt x="27" y="255"/>
                  </a:cubicBezTo>
                  <a:close/>
                  <a:moveTo>
                    <a:pt x="8" y="244"/>
                  </a:moveTo>
                  <a:cubicBezTo>
                    <a:pt x="7" y="244"/>
                    <a:pt x="7" y="244"/>
                    <a:pt x="7" y="244"/>
                  </a:cubicBezTo>
                  <a:cubicBezTo>
                    <a:pt x="8" y="245"/>
                    <a:pt x="8" y="243"/>
                    <a:pt x="7" y="243"/>
                  </a:cubicBezTo>
                  <a:cubicBezTo>
                    <a:pt x="7" y="243"/>
                    <a:pt x="7" y="243"/>
                    <a:pt x="8" y="244"/>
                  </a:cubicBezTo>
                  <a:close/>
                  <a:moveTo>
                    <a:pt x="6" y="247"/>
                  </a:moveTo>
                  <a:cubicBezTo>
                    <a:pt x="7" y="248"/>
                    <a:pt x="9" y="244"/>
                    <a:pt x="8" y="244"/>
                  </a:cubicBezTo>
                  <a:cubicBezTo>
                    <a:pt x="7" y="245"/>
                    <a:pt x="7" y="246"/>
                    <a:pt x="6" y="247"/>
                  </a:cubicBezTo>
                  <a:close/>
                  <a:moveTo>
                    <a:pt x="11" y="248"/>
                  </a:moveTo>
                  <a:cubicBezTo>
                    <a:pt x="12" y="248"/>
                    <a:pt x="12" y="247"/>
                    <a:pt x="11" y="247"/>
                  </a:cubicBezTo>
                  <a:cubicBezTo>
                    <a:pt x="11" y="247"/>
                    <a:pt x="11" y="248"/>
                    <a:pt x="11" y="248"/>
                  </a:cubicBezTo>
                  <a:close/>
                  <a:moveTo>
                    <a:pt x="32" y="264"/>
                  </a:moveTo>
                  <a:cubicBezTo>
                    <a:pt x="33" y="264"/>
                    <a:pt x="33" y="264"/>
                    <a:pt x="33" y="263"/>
                  </a:cubicBezTo>
                  <a:cubicBezTo>
                    <a:pt x="32" y="263"/>
                    <a:pt x="32" y="263"/>
                    <a:pt x="32" y="264"/>
                  </a:cubicBezTo>
                  <a:close/>
                  <a:moveTo>
                    <a:pt x="10" y="250"/>
                  </a:moveTo>
                  <a:cubicBezTo>
                    <a:pt x="10" y="250"/>
                    <a:pt x="11" y="249"/>
                    <a:pt x="11" y="249"/>
                  </a:cubicBezTo>
                  <a:cubicBezTo>
                    <a:pt x="10" y="248"/>
                    <a:pt x="10" y="248"/>
                    <a:pt x="10" y="248"/>
                  </a:cubicBezTo>
                  <a:cubicBezTo>
                    <a:pt x="10" y="249"/>
                    <a:pt x="9" y="249"/>
                    <a:pt x="10" y="250"/>
                  </a:cubicBezTo>
                  <a:close/>
                  <a:moveTo>
                    <a:pt x="7" y="252"/>
                  </a:moveTo>
                  <a:cubicBezTo>
                    <a:pt x="7" y="251"/>
                    <a:pt x="9" y="249"/>
                    <a:pt x="8" y="248"/>
                  </a:cubicBezTo>
                  <a:cubicBezTo>
                    <a:pt x="8" y="249"/>
                    <a:pt x="6" y="251"/>
                    <a:pt x="7" y="252"/>
                  </a:cubicBezTo>
                  <a:close/>
                  <a:moveTo>
                    <a:pt x="3" y="247"/>
                  </a:moveTo>
                  <a:cubicBezTo>
                    <a:pt x="3" y="246"/>
                    <a:pt x="4" y="246"/>
                    <a:pt x="4" y="246"/>
                  </a:cubicBezTo>
                  <a:cubicBezTo>
                    <a:pt x="3" y="246"/>
                    <a:pt x="2" y="246"/>
                    <a:pt x="3" y="247"/>
                  </a:cubicBezTo>
                  <a:close/>
                  <a:moveTo>
                    <a:pt x="0" y="255"/>
                  </a:moveTo>
                  <a:cubicBezTo>
                    <a:pt x="1" y="253"/>
                    <a:pt x="3" y="253"/>
                    <a:pt x="2" y="251"/>
                  </a:cubicBezTo>
                  <a:cubicBezTo>
                    <a:pt x="2" y="253"/>
                    <a:pt x="0" y="254"/>
                    <a:pt x="0" y="255"/>
                  </a:cubicBezTo>
                  <a:close/>
                  <a:moveTo>
                    <a:pt x="30" y="271"/>
                  </a:moveTo>
                  <a:cubicBezTo>
                    <a:pt x="30" y="271"/>
                    <a:pt x="31" y="271"/>
                    <a:pt x="31" y="271"/>
                  </a:cubicBezTo>
                  <a:cubicBezTo>
                    <a:pt x="31" y="271"/>
                    <a:pt x="30" y="270"/>
                    <a:pt x="30" y="271"/>
                  </a:cubicBezTo>
                  <a:close/>
                  <a:moveTo>
                    <a:pt x="34" y="274"/>
                  </a:moveTo>
                  <a:cubicBezTo>
                    <a:pt x="35" y="275"/>
                    <a:pt x="34" y="275"/>
                    <a:pt x="35" y="275"/>
                  </a:cubicBezTo>
                  <a:cubicBezTo>
                    <a:pt x="36" y="275"/>
                    <a:pt x="35" y="275"/>
                    <a:pt x="35" y="274"/>
                  </a:cubicBezTo>
                  <a:cubicBezTo>
                    <a:pt x="35" y="274"/>
                    <a:pt x="35" y="274"/>
                    <a:pt x="34" y="274"/>
                  </a:cubicBezTo>
                  <a:close/>
                  <a:moveTo>
                    <a:pt x="3" y="254"/>
                  </a:moveTo>
                  <a:cubicBezTo>
                    <a:pt x="2" y="254"/>
                    <a:pt x="2" y="254"/>
                    <a:pt x="2" y="253"/>
                  </a:cubicBezTo>
                  <a:cubicBezTo>
                    <a:pt x="2" y="254"/>
                    <a:pt x="2" y="254"/>
                    <a:pt x="2" y="254"/>
                  </a:cubicBezTo>
                  <a:cubicBezTo>
                    <a:pt x="2" y="254"/>
                    <a:pt x="4" y="254"/>
                    <a:pt x="3" y="253"/>
                  </a:cubicBezTo>
                  <a:lnTo>
                    <a:pt x="3" y="254"/>
                  </a:lnTo>
                  <a:close/>
                  <a:moveTo>
                    <a:pt x="27" y="271"/>
                  </a:moveTo>
                  <a:cubicBezTo>
                    <a:pt x="27" y="271"/>
                    <a:pt x="27" y="272"/>
                    <a:pt x="28" y="271"/>
                  </a:cubicBezTo>
                  <a:cubicBezTo>
                    <a:pt x="28" y="271"/>
                    <a:pt x="27" y="270"/>
                    <a:pt x="27" y="271"/>
                  </a:cubicBezTo>
                  <a:close/>
                  <a:moveTo>
                    <a:pt x="31" y="278"/>
                  </a:moveTo>
                  <a:cubicBezTo>
                    <a:pt x="31" y="277"/>
                    <a:pt x="30" y="277"/>
                    <a:pt x="30" y="276"/>
                  </a:cubicBezTo>
                  <a:cubicBezTo>
                    <a:pt x="30" y="277"/>
                    <a:pt x="31" y="277"/>
                    <a:pt x="31" y="278"/>
                  </a:cubicBezTo>
                  <a:close/>
                  <a:moveTo>
                    <a:pt x="31" y="281"/>
                  </a:moveTo>
                  <a:cubicBezTo>
                    <a:pt x="32" y="281"/>
                    <a:pt x="32" y="281"/>
                    <a:pt x="32" y="281"/>
                  </a:cubicBezTo>
                  <a:cubicBezTo>
                    <a:pt x="32" y="280"/>
                    <a:pt x="32" y="280"/>
                    <a:pt x="33" y="280"/>
                  </a:cubicBezTo>
                  <a:cubicBezTo>
                    <a:pt x="33" y="280"/>
                    <a:pt x="33" y="279"/>
                    <a:pt x="33" y="279"/>
                  </a:cubicBezTo>
                  <a:cubicBezTo>
                    <a:pt x="32" y="280"/>
                    <a:pt x="32" y="281"/>
                    <a:pt x="31" y="281"/>
                  </a:cubicBezTo>
                  <a:close/>
                  <a:moveTo>
                    <a:pt x="782" y="255"/>
                  </a:moveTo>
                  <a:cubicBezTo>
                    <a:pt x="781" y="255"/>
                    <a:pt x="779" y="253"/>
                    <a:pt x="779" y="256"/>
                  </a:cubicBezTo>
                  <a:cubicBezTo>
                    <a:pt x="781" y="259"/>
                    <a:pt x="782" y="261"/>
                    <a:pt x="783" y="263"/>
                  </a:cubicBezTo>
                  <a:cubicBezTo>
                    <a:pt x="781" y="263"/>
                    <a:pt x="777" y="259"/>
                    <a:pt x="774" y="258"/>
                  </a:cubicBezTo>
                  <a:cubicBezTo>
                    <a:pt x="775" y="259"/>
                    <a:pt x="777" y="263"/>
                    <a:pt x="778" y="264"/>
                  </a:cubicBezTo>
                  <a:cubicBezTo>
                    <a:pt x="779" y="267"/>
                    <a:pt x="779" y="268"/>
                    <a:pt x="780" y="271"/>
                  </a:cubicBezTo>
                  <a:cubicBezTo>
                    <a:pt x="779" y="271"/>
                    <a:pt x="779" y="271"/>
                    <a:pt x="779" y="272"/>
                  </a:cubicBezTo>
                  <a:cubicBezTo>
                    <a:pt x="776" y="269"/>
                    <a:pt x="775" y="267"/>
                    <a:pt x="772" y="264"/>
                  </a:cubicBezTo>
                  <a:cubicBezTo>
                    <a:pt x="771" y="262"/>
                    <a:pt x="772" y="262"/>
                    <a:pt x="771" y="260"/>
                  </a:cubicBezTo>
                  <a:cubicBezTo>
                    <a:pt x="770" y="259"/>
                    <a:pt x="767" y="254"/>
                    <a:pt x="766" y="252"/>
                  </a:cubicBezTo>
                  <a:cubicBezTo>
                    <a:pt x="766" y="254"/>
                    <a:pt x="763" y="249"/>
                    <a:pt x="762" y="246"/>
                  </a:cubicBezTo>
                  <a:cubicBezTo>
                    <a:pt x="763" y="250"/>
                    <a:pt x="761" y="249"/>
                    <a:pt x="764" y="255"/>
                  </a:cubicBezTo>
                  <a:cubicBezTo>
                    <a:pt x="763" y="252"/>
                    <a:pt x="764" y="254"/>
                    <a:pt x="765" y="256"/>
                  </a:cubicBezTo>
                  <a:cubicBezTo>
                    <a:pt x="765" y="257"/>
                    <a:pt x="765" y="255"/>
                    <a:pt x="765" y="255"/>
                  </a:cubicBezTo>
                  <a:cubicBezTo>
                    <a:pt x="766" y="256"/>
                    <a:pt x="766" y="257"/>
                    <a:pt x="766" y="258"/>
                  </a:cubicBezTo>
                  <a:cubicBezTo>
                    <a:pt x="767" y="259"/>
                    <a:pt x="768" y="260"/>
                    <a:pt x="770" y="260"/>
                  </a:cubicBezTo>
                  <a:cubicBezTo>
                    <a:pt x="770" y="262"/>
                    <a:pt x="771" y="264"/>
                    <a:pt x="772" y="267"/>
                  </a:cubicBezTo>
                  <a:cubicBezTo>
                    <a:pt x="771" y="267"/>
                    <a:pt x="768" y="261"/>
                    <a:pt x="769" y="264"/>
                  </a:cubicBezTo>
                  <a:cubicBezTo>
                    <a:pt x="768" y="262"/>
                    <a:pt x="766" y="259"/>
                    <a:pt x="766" y="260"/>
                  </a:cubicBezTo>
                  <a:cubicBezTo>
                    <a:pt x="766" y="259"/>
                    <a:pt x="764" y="256"/>
                    <a:pt x="764" y="255"/>
                  </a:cubicBezTo>
                  <a:cubicBezTo>
                    <a:pt x="763" y="254"/>
                    <a:pt x="762" y="254"/>
                    <a:pt x="761" y="253"/>
                  </a:cubicBezTo>
                  <a:cubicBezTo>
                    <a:pt x="761" y="252"/>
                    <a:pt x="762" y="253"/>
                    <a:pt x="762" y="252"/>
                  </a:cubicBezTo>
                  <a:cubicBezTo>
                    <a:pt x="762" y="251"/>
                    <a:pt x="761" y="249"/>
                    <a:pt x="761" y="249"/>
                  </a:cubicBezTo>
                  <a:cubicBezTo>
                    <a:pt x="757" y="243"/>
                    <a:pt x="757" y="246"/>
                    <a:pt x="752" y="241"/>
                  </a:cubicBezTo>
                  <a:cubicBezTo>
                    <a:pt x="752" y="241"/>
                    <a:pt x="755" y="244"/>
                    <a:pt x="755" y="245"/>
                  </a:cubicBezTo>
                  <a:cubicBezTo>
                    <a:pt x="755" y="246"/>
                    <a:pt x="755" y="245"/>
                    <a:pt x="755" y="244"/>
                  </a:cubicBezTo>
                  <a:cubicBezTo>
                    <a:pt x="755" y="244"/>
                    <a:pt x="755" y="246"/>
                    <a:pt x="756" y="246"/>
                  </a:cubicBezTo>
                  <a:cubicBezTo>
                    <a:pt x="757" y="248"/>
                    <a:pt x="756" y="247"/>
                    <a:pt x="757" y="249"/>
                  </a:cubicBezTo>
                  <a:cubicBezTo>
                    <a:pt x="755" y="246"/>
                    <a:pt x="755" y="248"/>
                    <a:pt x="753" y="248"/>
                  </a:cubicBezTo>
                  <a:cubicBezTo>
                    <a:pt x="752" y="245"/>
                    <a:pt x="751" y="244"/>
                    <a:pt x="750" y="245"/>
                  </a:cubicBezTo>
                  <a:cubicBezTo>
                    <a:pt x="748" y="242"/>
                    <a:pt x="747" y="243"/>
                    <a:pt x="745" y="239"/>
                  </a:cubicBezTo>
                  <a:cubicBezTo>
                    <a:pt x="744" y="239"/>
                    <a:pt x="744" y="239"/>
                    <a:pt x="744" y="239"/>
                  </a:cubicBezTo>
                  <a:cubicBezTo>
                    <a:pt x="743" y="237"/>
                    <a:pt x="741" y="236"/>
                    <a:pt x="739" y="233"/>
                  </a:cubicBezTo>
                  <a:cubicBezTo>
                    <a:pt x="739" y="232"/>
                    <a:pt x="739" y="231"/>
                    <a:pt x="740" y="231"/>
                  </a:cubicBezTo>
                  <a:cubicBezTo>
                    <a:pt x="741" y="233"/>
                    <a:pt x="741" y="234"/>
                    <a:pt x="742" y="234"/>
                  </a:cubicBezTo>
                  <a:cubicBezTo>
                    <a:pt x="742" y="234"/>
                    <a:pt x="741" y="231"/>
                    <a:pt x="743" y="234"/>
                  </a:cubicBezTo>
                  <a:cubicBezTo>
                    <a:pt x="743" y="233"/>
                    <a:pt x="742" y="232"/>
                    <a:pt x="741" y="231"/>
                  </a:cubicBezTo>
                  <a:cubicBezTo>
                    <a:pt x="740" y="230"/>
                    <a:pt x="741" y="231"/>
                    <a:pt x="740" y="231"/>
                  </a:cubicBezTo>
                  <a:cubicBezTo>
                    <a:pt x="739" y="227"/>
                    <a:pt x="737" y="229"/>
                    <a:pt x="736" y="226"/>
                  </a:cubicBezTo>
                  <a:cubicBezTo>
                    <a:pt x="736" y="227"/>
                    <a:pt x="735" y="226"/>
                    <a:pt x="733" y="224"/>
                  </a:cubicBezTo>
                  <a:cubicBezTo>
                    <a:pt x="734" y="226"/>
                    <a:pt x="737" y="229"/>
                    <a:pt x="738" y="231"/>
                  </a:cubicBezTo>
                  <a:cubicBezTo>
                    <a:pt x="735" y="229"/>
                    <a:pt x="728" y="217"/>
                    <a:pt x="726" y="218"/>
                  </a:cubicBezTo>
                  <a:cubicBezTo>
                    <a:pt x="724" y="215"/>
                    <a:pt x="723" y="213"/>
                    <a:pt x="721" y="210"/>
                  </a:cubicBezTo>
                  <a:cubicBezTo>
                    <a:pt x="715" y="205"/>
                    <a:pt x="707" y="195"/>
                    <a:pt x="698" y="186"/>
                  </a:cubicBezTo>
                  <a:cubicBezTo>
                    <a:pt x="698" y="186"/>
                    <a:pt x="701" y="188"/>
                    <a:pt x="700" y="188"/>
                  </a:cubicBezTo>
                  <a:cubicBezTo>
                    <a:pt x="696" y="184"/>
                    <a:pt x="693" y="182"/>
                    <a:pt x="688" y="177"/>
                  </a:cubicBezTo>
                  <a:cubicBezTo>
                    <a:pt x="689" y="178"/>
                    <a:pt x="690" y="178"/>
                    <a:pt x="690" y="177"/>
                  </a:cubicBezTo>
                  <a:cubicBezTo>
                    <a:pt x="689" y="176"/>
                    <a:pt x="689" y="176"/>
                    <a:pt x="689" y="176"/>
                  </a:cubicBezTo>
                  <a:cubicBezTo>
                    <a:pt x="687" y="174"/>
                    <a:pt x="689" y="177"/>
                    <a:pt x="688" y="177"/>
                  </a:cubicBezTo>
                  <a:cubicBezTo>
                    <a:pt x="686" y="175"/>
                    <a:pt x="687" y="175"/>
                    <a:pt x="686" y="174"/>
                  </a:cubicBezTo>
                  <a:cubicBezTo>
                    <a:pt x="684" y="172"/>
                    <a:pt x="686" y="174"/>
                    <a:pt x="684" y="173"/>
                  </a:cubicBezTo>
                  <a:cubicBezTo>
                    <a:pt x="683" y="172"/>
                    <a:pt x="682" y="169"/>
                    <a:pt x="681" y="170"/>
                  </a:cubicBezTo>
                  <a:cubicBezTo>
                    <a:pt x="680" y="169"/>
                    <a:pt x="681" y="169"/>
                    <a:pt x="681" y="169"/>
                  </a:cubicBezTo>
                  <a:cubicBezTo>
                    <a:pt x="680" y="168"/>
                    <a:pt x="679" y="168"/>
                    <a:pt x="678" y="168"/>
                  </a:cubicBezTo>
                  <a:cubicBezTo>
                    <a:pt x="676" y="165"/>
                    <a:pt x="672" y="163"/>
                    <a:pt x="672" y="161"/>
                  </a:cubicBezTo>
                  <a:cubicBezTo>
                    <a:pt x="670" y="160"/>
                    <a:pt x="662" y="154"/>
                    <a:pt x="657" y="149"/>
                  </a:cubicBezTo>
                  <a:cubicBezTo>
                    <a:pt x="660" y="152"/>
                    <a:pt x="654" y="146"/>
                    <a:pt x="654" y="146"/>
                  </a:cubicBezTo>
                  <a:cubicBezTo>
                    <a:pt x="653" y="145"/>
                    <a:pt x="653" y="145"/>
                    <a:pt x="652" y="145"/>
                  </a:cubicBezTo>
                  <a:cubicBezTo>
                    <a:pt x="648" y="142"/>
                    <a:pt x="644" y="139"/>
                    <a:pt x="645" y="138"/>
                  </a:cubicBezTo>
                  <a:cubicBezTo>
                    <a:pt x="641" y="135"/>
                    <a:pt x="641" y="135"/>
                    <a:pt x="641" y="135"/>
                  </a:cubicBezTo>
                  <a:cubicBezTo>
                    <a:pt x="642" y="137"/>
                    <a:pt x="641" y="136"/>
                    <a:pt x="640" y="136"/>
                  </a:cubicBezTo>
                  <a:cubicBezTo>
                    <a:pt x="637" y="133"/>
                    <a:pt x="636" y="133"/>
                    <a:pt x="633" y="130"/>
                  </a:cubicBezTo>
                  <a:cubicBezTo>
                    <a:pt x="633" y="130"/>
                    <a:pt x="632" y="129"/>
                    <a:pt x="633" y="129"/>
                  </a:cubicBezTo>
                  <a:cubicBezTo>
                    <a:pt x="629" y="126"/>
                    <a:pt x="631" y="129"/>
                    <a:pt x="629" y="128"/>
                  </a:cubicBezTo>
                  <a:cubicBezTo>
                    <a:pt x="628" y="126"/>
                    <a:pt x="625" y="124"/>
                    <a:pt x="622" y="123"/>
                  </a:cubicBezTo>
                  <a:cubicBezTo>
                    <a:pt x="626" y="124"/>
                    <a:pt x="620" y="120"/>
                    <a:pt x="618" y="120"/>
                  </a:cubicBezTo>
                  <a:cubicBezTo>
                    <a:pt x="618" y="120"/>
                    <a:pt x="620" y="122"/>
                    <a:pt x="621" y="122"/>
                  </a:cubicBezTo>
                  <a:cubicBezTo>
                    <a:pt x="623" y="124"/>
                    <a:pt x="615" y="119"/>
                    <a:pt x="617" y="119"/>
                  </a:cubicBezTo>
                  <a:cubicBezTo>
                    <a:pt x="614" y="117"/>
                    <a:pt x="614" y="117"/>
                    <a:pt x="614" y="117"/>
                  </a:cubicBezTo>
                  <a:cubicBezTo>
                    <a:pt x="613" y="116"/>
                    <a:pt x="614" y="118"/>
                    <a:pt x="611" y="116"/>
                  </a:cubicBezTo>
                  <a:cubicBezTo>
                    <a:pt x="611" y="116"/>
                    <a:pt x="613" y="116"/>
                    <a:pt x="612" y="115"/>
                  </a:cubicBezTo>
                  <a:cubicBezTo>
                    <a:pt x="610" y="114"/>
                    <a:pt x="612" y="116"/>
                    <a:pt x="610" y="115"/>
                  </a:cubicBezTo>
                  <a:cubicBezTo>
                    <a:pt x="607" y="112"/>
                    <a:pt x="602" y="111"/>
                    <a:pt x="596" y="106"/>
                  </a:cubicBezTo>
                  <a:cubicBezTo>
                    <a:pt x="596" y="106"/>
                    <a:pt x="595" y="106"/>
                    <a:pt x="595" y="105"/>
                  </a:cubicBezTo>
                  <a:cubicBezTo>
                    <a:pt x="594" y="105"/>
                    <a:pt x="594" y="105"/>
                    <a:pt x="594" y="106"/>
                  </a:cubicBezTo>
                  <a:cubicBezTo>
                    <a:pt x="587" y="101"/>
                    <a:pt x="583" y="99"/>
                    <a:pt x="576" y="95"/>
                  </a:cubicBezTo>
                  <a:cubicBezTo>
                    <a:pt x="573" y="94"/>
                    <a:pt x="576" y="96"/>
                    <a:pt x="575" y="96"/>
                  </a:cubicBezTo>
                  <a:cubicBezTo>
                    <a:pt x="575" y="95"/>
                    <a:pt x="571" y="94"/>
                    <a:pt x="571" y="94"/>
                  </a:cubicBezTo>
                  <a:cubicBezTo>
                    <a:pt x="568" y="92"/>
                    <a:pt x="566" y="90"/>
                    <a:pt x="562" y="88"/>
                  </a:cubicBezTo>
                  <a:cubicBezTo>
                    <a:pt x="555" y="85"/>
                    <a:pt x="548" y="82"/>
                    <a:pt x="540" y="79"/>
                  </a:cubicBezTo>
                  <a:cubicBezTo>
                    <a:pt x="540" y="78"/>
                    <a:pt x="540" y="78"/>
                    <a:pt x="540" y="78"/>
                  </a:cubicBezTo>
                  <a:cubicBezTo>
                    <a:pt x="537" y="77"/>
                    <a:pt x="535" y="76"/>
                    <a:pt x="533" y="75"/>
                  </a:cubicBezTo>
                  <a:cubicBezTo>
                    <a:pt x="530" y="74"/>
                    <a:pt x="529" y="74"/>
                    <a:pt x="526" y="73"/>
                  </a:cubicBezTo>
                  <a:cubicBezTo>
                    <a:pt x="526" y="72"/>
                    <a:pt x="526" y="72"/>
                    <a:pt x="526" y="72"/>
                  </a:cubicBezTo>
                  <a:cubicBezTo>
                    <a:pt x="521" y="71"/>
                    <a:pt x="517" y="70"/>
                    <a:pt x="514" y="68"/>
                  </a:cubicBezTo>
                  <a:cubicBezTo>
                    <a:pt x="510" y="68"/>
                    <a:pt x="504" y="65"/>
                    <a:pt x="502" y="64"/>
                  </a:cubicBezTo>
                  <a:cubicBezTo>
                    <a:pt x="500" y="63"/>
                    <a:pt x="502" y="65"/>
                    <a:pt x="502" y="65"/>
                  </a:cubicBezTo>
                  <a:cubicBezTo>
                    <a:pt x="497" y="64"/>
                    <a:pt x="493" y="62"/>
                    <a:pt x="488" y="60"/>
                  </a:cubicBezTo>
                  <a:cubicBezTo>
                    <a:pt x="485" y="60"/>
                    <a:pt x="481" y="60"/>
                    <a:pt x="480" y="59"/>
                  </a:cubicBezTo>
                  <a:cubicBezTo>
                    <a:pt x="483" y="59"/>
                    <a:pt x="485" y="60"/>
                    <a:pt x="484" y="59"/>
                  </a:cubicBezTo>
                  <a:cubicBezTo>
                    <a:pt x="482" y="58"/>
                    <a:pt x="480" y="59"/>
                    <a:pt x="480" y="58"/>
                  </a:cubicBezTo>
                  <a:cubicBezTo>
                    <a:pt x="479" y="58"/>
                    <a:pt x="479" y="58"/>
                    <a:pt x="479" y="59"/>
                  </a:cubicBezTo>
                  <a:cubicBezTo>
                    <a:pt x="474" y="58"/>
                    <a:pt x="470" y="57"/>
                    <a:pt x="468" y="56"/>
                  </a:cubicBezTo>
                  <a:cubicBezTo>
                    <a:pt x="466" y="56"/>
                    <a:pt x="469" y="57"/>
                    <a:pt x="464" y="56"/>
                  </a:cubicBezTo>
                  <a:cubicBezTo>
                    <a:pt x="465" y="55"/>
                    <a:pt x="461" y="54"/>
                    <a:pt x="459" y="54"/>
                  </a:cubicBezTo>
                  <a:cubicBezTo>
                    <a:pt x="459" y="54"/>
                    <a:pt x="459" y="54"/>
                    <a:pt x="458" y="54"/>
                  </a:cubicBezTo>
                  <a:cubicBezTo>
                    <a:pt x="458" y="54"/>
                    <a:pt x="459" y="54"/>
                    <a:pt x="461" y="54"/>
                  </a:cubicBezTo>
                  <a:cubicBezTo>
                    <a:pt x="461" y="53"/>
                    <a:pt x="460" y="53"/>
                    <a:pt x="458" y="53"/>
                  </a:cubicBezTo>
                  <a:cubicBezTo>
                    <a:pt x="457" y="53"/>
                    <a:pt x="456" y="53"/>
                    <a:pt x="456" y="54"/>
                  </a:cubicBezTo>
                  <a:cubicBezTo>
                    <a:pt x="453" y="53"/>
                    <a:pt x="452" y="52"/>
                    <a:pt x="450" y="52"/>
                  </a:cubicBezTo>
                  <a:cubicBezTo>
                    <a:pt x="448" y="51"/>
                    <a:pt x="451" y="52"/>
                    <a:pt x="450" y="52"/>
                  </a:cubicBezTo>
                  <a:cubicBezTo>
                    <a:pt x="442" y="51"/>
                    <a:pt x="434" y="51"/>
                    <a:pt x="428" y="49"/>
                  </a:cubicBezTo>
                  <a:cubicBezTo>
                    <a:pt x="426" y="49"/>
                    <a:pt x="429" y="50"/>
                    <a:pt x="427" y="50"/>
                  </a:cubicBezTo>
                  <a:cubicBezTo>
                    <a:pt x="424" y="50"/>
                    <a:pt x="424" y="49"/>
                    <a:pt x="426" y="49"/>
                  </a:cubicBezTo>
                  <a:cubicBezTo>
                    <a:pt x="426" y="48"/>
                    <a:pt x="425" y="49"/>
                    <a:pt x="423" y="48"/>
                  </a:cubicBezTo>
                  <a:cubicBezTo>
                    <a:pt x="423" y="49"/>
                    <a:pt x="423" y="49"/>
                    <a:pt x="423" y="49"/>
                  </a:cubicBezTo>
                  <a:cubicBezTo>
                    <a:pt x="416" y="48"/>
                    <a:pt x="410" y="48"/>
                    <a:pt x="402" y="48"/>
                  </a:cubicBezTo>
                  <a:cubicBezTo>
                    <a:pt x="404" y="47"/>
                    <a:pt x="401" y="47"/>
                    <a:pt x="397" y="47"/>
                  </a:cubicBezTo>
                  <a:cubicBezTo>
                    <a:pt x="397" y="46"/>
                    <a:pt x="397" y="46"/>
                    <a:pt x="397" y="46"/>
                  </a:cubicBezTo>
                  <a:cubicBezTo>
                    <a:pt x="394" y="47"/>
                    <a:pt x="393" y="46"/>
                    <a:pt x="391" y="46"/>
                  </a:cubicBezTo>
                  <a:cubicBezTo>
                    <a:pt x="389" y="46"/>
                    <a:pt x="395" y="47"/>
                    <a:pt x="393" y="48"/>
                  </a:cubicBezTo>
                  <a:cubicBezTo>
                    <a:pt x="390" y="47"/>
                    <a:pt x="390" y="47"/>
                    <a:pt x="388" y="47"/>
                  </a:cubicBezTo>
                  <a:cubicBezTo>
                    <a:pt x="386" y="47"/>
                    <a:pt x="388" y="47"/>
                    <a:pt x="388" y="48"/>
                  </a:cubicBezTo>
                  <a:cubicBezTo>
                    <a:pt x="385" y="48"/>
                    <a:pt x="385" y="47"/>
                    <a:pt x="382" y="48"/>
                  </a:cubicBezTo>
                  <a:cubicBezTo>
                    <a:pt x="382" y="47"/>
                    <a:pt x="383" y="47"/>
                    <a:pt x="384" y="47"/>
                  </a:cubicBezTo>
                  <a:cubicBezTo>
                    <a:pt x="383" y="47"/>
                    <a:pt x="380" y="48"/>
                    <a:pt x="380" y="47"/>
                  </a:cubicBezTo>
                  <a:cubicBezTo>
                    <a:pt x="379" y="47"/>
                    <a:pt x="380" y="48"/>
                    <a:pt x="377" y="48"/>
                  </a:cubicBezTo>
                  <a:cubicBezTo>
                    <a:pt x="376" y="47"/>
                    <a:pt x="377" y="47"/>
                    <a:pt x="376" y="47"/>
                  </a:cubicBezTo>
                  <a:cubicBezTo>
                    <a:pt x="375" y="47"/>
                    <a:pt x="371" y="48"/>
                    <a:pt x="375" y="48"/>
                  </a:cubicBezTo>
                  <a:cubicBezTo>
                    <a:pt x="374" y="48"/>
                    <a:pt x="373" y="49"/>
                    <a:pt x="371" y="49"/>
                  </a:cubicBezTo>
                  <a:cubicBezTo>
                    <a:pt x="372" y="48"/>
                    <a:pt x="370" y="48"/>
                    <a:pt x="371" y="47"/>
                  </a:cubicBezTo>
                  <a:cubicBezTo>
                    <a:pt x="370" y="47"/>
                    <a:pt x="367" y="48"/>
                    <a:pt x="368" y="47"/>
                  </a:cubicBezTo>
                  <a:cubicBezTo>
                    <a:pt x="365" y="48"/>
                    <a:pt x="363" y="48"/>
                    <a:pt x="361" y="48"/>
                  </a:cubicBezTo>
                  <a:cubicBezTo>
                    <a:pt x="361" y="47"/>
                    <a:pt x="362" y="47"/>
                    <a:pt x="363" y="47"/>
                  </a:cubicBezTo>
                  <a:cubicBezTo>
                    <a:pt x="363" y="47"/>
                    <a:pt x="361" y="47"/>
                    <a:pt x="359" y="47"/>
                  </a:cubicBezTo>
                  <a:cubicBezTo>
                    <a:pt x="358" y="48"/>
                    <a:pt x="355" y="48"/>
                    <a:pt x="351" y="48"/>
                  </a:cubicBezTo>
                  <a:cubicBezTo>
                    <a:pt x="351" y="49"/>
                    <a:pt x="354" y="48"/>
                    <a:pt x="354" y="49"/>
                  </a:cubicBezTo>
                  <a:cubicBezTo>
                    <a:pt x="350" y="50"/>
                    <a:pt x="351" y="49"/>
                    <a:pt x="348" y="49"/>
                  </a:cubicBezTo>
                  <a:cubicBezTo>
                    <a:pt x="350" y="50"/>
                    <a:pt x="344" y="50"/>
                    <a:pt x="342" y="50"/>
                  </a:cubicBezTo>
                  <a:cubicBezTo>
                    <a:pt x="340" y="50"/>
                    <a:pt x="343" y="50"/>
                    <a:pt x="341" y="51"/>
                  </a:cubicBezTo>
                  <a:cubicBezTo>
                    <a:pt x="336" y="52"/>
                    <a:pt x="334" y="52"/>
                    <a:pt x="332" y="51"/>
                  </a:cubicBezTo>
                  <a:cubicBezTo>
                    <a:pt x="334" y="50"/>
                    <a:pt x="335" y="51"/>
                    <a:pt x="335" y="51"/>
                  </a:cubicBezTo>
                  <a:cubicBezTo>
                    <a:pt x="336" y="51"/>
                    <a:pt x="336" y="51"/>
                    <a:pt x="336" y="51"/>
                  </a:cubicBezTo>
                  <a:cubicBezTo>
                    <a:pt x="336" y="50"/>
                    <a:pt x="334" y="51"/>
                    <a:pt x="335" y="50"/>
                  </a:cubicBezTo>
                  <a:cubicBezTo>
                    <a:pt x="331" y="51"/>
                    <a:pt x="331" y="51"/>
                    <a:pt x="331" y="52"/>
                  </a:cubicBezTo>
                  <a:cubicBezTo>
                    <a:pt x="330" y="51"/>
                    <a:pt x="326" y="51"/>
                    <a:pt x="326" y="52"/>
                  </a:cubicBezTo>
                  <a:cubicBezTo>
                    <a:pt x="323" y="53"/>
                    <a:pt x="325" y="52"/>
                    <a:pt x="326" y="51"/>
                  </a:cubicBezTo>
                  <a:cubicBezTo>
                    <a:pt x="326" y="51"/>
                    <a:pt x="322" y="52"/>
                    <a:pt x="321" y="53"/>
                  </a:cubicBezTo>
                  <a:cubicBezTo>
                    <a:pt x="321" y="53"/>
                    <a:pt x="322" y="53"/>
                    <a:pt x="323" y="53"/>
                  </a:cubicBezTo>
                  <a:cubicBezTo>
                    <a:pt x="321" y="53"/>
                    <a:pt x="315" y="54"/>
                    <a:pt x="316" y="55"/>
                  </a:cubicBezTo>
                  <a:cubicBezTo>
                    <a:pt x="314" y="56"/>
                    <a:pt x="314" y="55"/>
                    <a:pt x="312" y="55"/>
                  </a:cubicBezTo>
                  <a:cubicBezTo>
                    <a:pt x="313" y="55"/>
                    <a:pt x="314" y="54"/>
                    <a:pt x="315" y="54"/>
                  </a:cubicBezTo>
                  <a:cubicBezTo>
                    <a:pt x="317" y="53"/>
                    <a:pt x="317" y="53"/>
                    <a:pt x="320" y="52"/>
                  </a:cubicBezTo>
                  <a:cubicBezTo>
                    <a:pt x="319" y="52"/>
                    <a:pt x="314" y="54"/>
                    <a:pt x="313" y="54"/>
                  </a:cubicBezTo>
                  <a:cubicBezTo>
                    <a:pt x="310" y="54"/>
                    <a:pt x="314" y="54"/>
                    <a:pt x="312" y="55"/>
                  </a:cubicBezTo>
                  <a:cubicBezTo>
                    <a:pt x="308" y="56"/>
                    <a:pt x="308" y="56"/>
                    <a:pt x="304" y="57"/>
                  </a:cubicBezTo>
                  <a:cubicBezTo>
                    <a:pt x="305" y="57"/>
                    <a:pt x="307" y="57"/>
                    <a:pt x="307" y="56"/>
                  </a:cubicBezTo>
                  <a:cubicBezTo>
                    <a:pt x="305" y="56"/>
                    <a:pt x="302" y="58"/>
                    <a:pt x="302" y="58"/>
                  </a:cubicBezTo>
                  <a:cubicBezTo>
                    <a:pt x="299" y="59"/>
                    <a:pt x="304" y="57"/>
                    <a:pt x="301" y="58"/>
                  </a:cubicBezTo>
                  <a:cubicBezTo>
                    <a:pt x="301" y="57"/>
                    <a:pt x="304" y="57"/>
                    <a:pt x="303" y="57"/>
                  </a:cubicBezTo>
                  <a:cubicBezTo>
                    <a:pt x="303" y="57"/>
                    <a:pt x="298" y="58"/>
                    <a:pt x="297" y="58"/>
                  </a:cubicBezTo>
                  <a:cubicBezTo>
                    <a:pt x="298" y="59"/>
                    <a:pt x="301" y="57"/>
                    <a:pt x="301" y="58"/>
                  </a:cubicBezTo>
                  <a:cubicBezTo>
                    <a:pt x="296" y="59"/>
                    <a:pt x="295" y="60"/>
                    <a:pt x="292" y="60"/>
                  </a:cubicBezTo>
                  <a:cubicBezTo>
                    <a:pt x="290" y="61"/>
                    <a:pt x="289" y="61"/>
                    <a:pt x="289" y="62"/>
                  </a:cubicBezTo>
                  <a:cubicBezTo>
                    <a:pt x="288" y="62"/>
                    <a:pt x="283" y="62"/>
                    <a:pt x="283" y="63"/>
                  </a:cubicBezTo>
                  <a:cubicBezTo>
                    <a:pt x="279" y="65"/>
                    <a:pt x="279" y="64"/>
                    <a:pt x="276" y="65"/>
                  </a:cubicBezTo>
                  <a:cubicBezTo>
                    <a:pt x="274" y="66"/>
                    <a:pt x="277" y="66"/>
                    <a:pt x="276" y="66"/>
                  </a:cubicBezTo>
                  <a:cubicBezTo>
                    <a:pt x="273" y="67"/>
                    <a:pt x="273" y="67"/>
                    <a:pt x="273" y="67"/>
                  </a:cubicBezTo>
                  <a:cubicBezTo>
                    <a:pt x="275" y="65"/>
                    <a:pt x="264" y="71"/>
                    <a:pt x="260" y="71"/>
                  </a:cubicBezTo>
                  <a:cubicBezTo>
                    <a:pt x="259" y="72"/>
                    <a:pt x="259" y="72"/>
                    <a:pt x="259" y="73"/>
                  </a:cubicBezTo>
                  <a:cubicBezTo>
                    <a:pt x="257" y="73"/>
                    <a:pt x="254" y="74"/>
                    <a:pt x="253" y="75"/>
                  </a:cubicBezTo>
                  <a:cubicBezTo>
                    <a:pt x="253" y="75"/>
                    <a:pt x="253" y="75"/>
                    <a:pt x="253" y="74"/>
                  </a:cubicBezTo>
                  <a:cubicBezTo>
                    <a:pt x="248" y="77"/>
                    <a:pt x="246" y="78"/>
                    <a:pt x="239" y="81"/>
                  </a:cubicBezTo>
                  <a:cubicBezTo>
                    <a:pt x="240" y="80"/>
                    <a:pt x="244" y="78"/>
                    <a:pt x="245" y="78"/>
                  </a:cubicBezTo>
                  <a:cubicBezTo>
                    <a:pt x="244" y="78"/>
                    <a:pt x="244" y="76"/>
                    <a:pt x="243" y="77"/>
                  </a:cubicBezTo>
                  <a:cubicBezTo>
                    <a:pt x="243" y="77"/>
                    <a:pt x="242" y="76"/>
                    <a:pt x="243" y="75"/>
                  </a:cubicBezTo>
                  <a:cubicBezTo>
                    <a:pt x="244" y="75"/>
                    <a:pt x="244" y="75"/>
                    <a:pt x="245" y="75"/>
                  </a:cubicBezTo>
                  <a:cubicBezTo>
                    <a:pt x="247" y="74"/>
                    <a:pt x="243" y="74"/>
                    <a:pt x="246" y="73"/>
                  </a:cubicBezTo>
                  <a:cubicBezTo>
                    <a:pt x="245" y="73"/>
                    <a:pt x="244" y="74"/>
                    <a:pt x="243" y="75"/>
                  </a:cubicBezTo>
                  <a:cubicBezTo>
                    <a:pt x="243" y="73"/>
                    <a:pt x="250" y="71"/>
                    <a:pt x="252" y="71"/>
                  </a:cubicBezTo>
                  <a:cubicBezTo>
                    <a:pt x="254" y="70"/>
                    <a:pt x="251" y="70"/>
                    <a:pt x="254" y="69"/>
                  </a:cubicBezTo>
                  <a:cubicBezTo>
                    <a:pt x="247" y="70"/>
                    <a:pt x="242" y="74"/>
                    <a:pt x="237" y="76"/>
                  </a:cubicBezTo>
                  <a:cubicBezTo>
                    <a:pt x="236" y="76"/>
                    <a:pt x="237" y="76"/>
                    <a:pt x="237" y="76"/>
                  </a:cubicBezTo>
                  <a:cubicBezTo>
                    <a:pt x="235" y="77"/>
                    <a:pt x="233" y="78"/>
                    <a:pt x="233" y="78"/>
                  </a:cubicBezTo>
                  <a:cubicBezTo>
                    <a:pt x="234" y="77"/>
                    <a:pt x="235" y="77"/>
                    <a:pt x="235" y="76"/>
                  </a:cubicBezTo>
                  <a:cubicBezTo>
                    <a:pt x="232" y="77"/>
                    <a:pt x="234" y="77"/>
                    <a:pt x="231" y="78"/>
                  </a:cubicBezTo>
                  <a:cubicBezTo>
                    <a:pt x="229" y="78"/>
                    <a:pt x="231" y="77"/>
                    <a:pt x="227" y="79"/>
                  </a:cubicBezTo>
                  <a:cubicBezTo>
                    <a:pt x="227" y="78"/>
                    <a:pt x="230" y="77"/>
                    <a:pt x="231" y="76"/>
                  </a:cubicBezTo>
                  <a:cubicBezTo>
                    <a:pt x="229" y="77"/>
                    <a:pt x="228" y="77"/>
                    <a:pt x="224" y="79"/>
                  </a:cubicBezTo>
                  <a:cubicBezTo>
                    <a:pt x="227" y="76"/>
                    <a:pt x="236" y="73"/>
                    <a:pt x="233" y="72"/>
                  </a:cubicBezTo>
                  <a:cubicBezTo>
                    <a:pt x="233" y="72"/>
                    <a:pt x="231" y="72"/>
                    <a:pt x="231" y="72"/>
                  </a:cubicBezTo>
                  <a:cubicBezTo>
                    <a:pt x="229" y="73"/>
                    <a:pt x="233" y="72"/>
                    <a:pt x="230" y="73"/>
                  </a:cubicBezTo>
                  <a:cubicBezTo>
                    <a:pt x="230" y="73"/>
                    <a:pt x="232" y="73"/>
                    <a:pt x="232" y="73"/>
                  </a:cubicBezTo>
                  <a:cubicBezTo>
                    <a:pt x="227" y="76"/>
                    <a:pt x="222" y="80"/>
                    <a:pt x="219" y="80"/>
                  </a:cubicBezTo>
                  <a:cubicBezTo>
                    <a:pt x="223" y="79"/>
                    <a:pt x="216" y="80"/>
                    <a:pt x="222" y="77"/>
                  </a:cubicBezTo>
                  <a:cubicBezTo>
                    <a:pt x="221" y="76"/>
                    <a:pt x="216" y="78"/>
                    <a:pt x="218" y="76"/>
                  </a:cubicBezTo>
                  <a:cubicBezTo>
                    <a:pt x="217" y="77"/>
                    <a:pt x="210" y="80"/>
                    <a:pt x="210" y="82"/>
                  </a:cubicBezTo>
                  <a:cubicBezTo>
                    <a:pt x="205" y="84"/>
                    <a:pt x="210" y="81"/>
                    <a:pt x="203" y="85"/>
                  </a:cubicBezTo>
                  <a:cubicBezTo>
                    <a:pt x="207" y="83"/>
                    <a:pt x="205" y="85"/>
                    <a:pt x="206" y="85"/>
                  </a:cubicBezTo>
                  <a:cubicBezTo>
                    <a:pt x="203" y="87"/>
                    <a:pt x="205" y="85"/>
                    <a:pt x="204" y="85"/>
                  </a:cubicBezTo>
                  <a:cubicBezTo>
                    <a:pt x="202" y="86"/>
                    <a:pt x="201" y="88"/>
                    <a:pt x="199" y="88"/>
                  </a:cubicBezTo>
                  <a:cubicBezTo>
                    <a:pt x="199" y="89"/>
                    <a:pt x="199" y="89"/>
                    <a:pt x="198" y="89"/>
                  </a:cubicBezTo>
                  <a:cubicBezTo>
                    <a:pt x="200" y="89"/>
                    <a:pt x="202" y="86"/>
                    <a:pt x="203" y="86"/>
                  </a:cubicBezTo>
                  <a:cubicBezTo>
                    <a:pt x="204" y="87"/>
                    <a:pt x="202" y="88"/>
                    <a:pt x="201" y="88"/>
                  </a:cubicBezTo>
                  <a:cubicBezTo>
                    <a:pt x="201" y="89"/>
                    <a:pt x="205" y="87"/>
                    <a:pt x="202" y="89"/>
                  </a:cubicBezTo>
                  <a:cubicBezTo>
                    <a:pt x="202" y="89"/>
                    <a:pt x="204" y="88"/>
                    <a:pt x="205" y="87"/>
                  </a:cubicBezTo>
                  <a:cubicBezTo>
                    <a:pt x="203" y="89"/>
                    <a:pt x="198" y="91"/>
                    <a:pt x="198" y="92"/>
                  </a:cubicBezTo>
                  <a:cubicBezTo>
                    <a:pt x="198" y="92"/>
                    <a:pt x="198" y="91"/>
                    <a:pt x="195" y="93"/>
                  </a:cubicBezTo>
                  <a:cubicBezTo>
                    <a:pt x="195" y="92"/>
                    <a:pt x="196" y="92"/>
                    <a:pt x="197" y="91"/>
                  </a:cubicBezTo>
                  <a:cubicBezTo>
                    <a:pt x="196" y="91"/>
                    <a:pt x="194" y="92"/>
                    <a:pt x="192" y="94"/>
                  </a:cubicBezTo>
                  <a:cubicBezTo>
                    <a:pt x="191" y="94"/>
                    <a:pt x="190" y="94"/>
                    <a:pt x="190" y="93"/>
                  </a:cubicBezTo>
                  <a:cubicBezTo>
                    <a:pt x="187" y="95"/>
                    <a:pt x="190" y="94"/>
                    <a:pt x="187" y="96"/>
                  </a:cubicBezTo>
                  <a:cubicBezTo>
                    <a:pt x="189" y="94"/>
                    <a:pt x="184" y="97"/>
                    <a:pt x="184" y="96"/>
                  </a:cubicBezTo>
                  <a:cubicBezTo>
                    <a:pt x="182" y="98"/>
                    <a:pt x="180" y="99"/>
                    <a:pt x="179" y="100"/>
                  </a:cubicBezTo>
                  <a:cubicBezTo>
                    <a:pt x="179" y="99"/>
                    <a:pt x="179" y="98"/>
                    <a:pt x="181" y="98"/>
                  </a:cubicBezTo>
                  <a:cubicBezTo>
                    <a:pt x="184" y="96"/>
                    <a:pt x="180" y="98"/>
                    <a:pt x="180" y="97"/>
                  </a:cubicBezTo>
                  <a:cubicBezTo>
                    <a:pt x="184" y="95"/>
                    <a:pt x="186" y="93"/>
                    <a:pt x="191" y="90"/>
                  </a:cubicBezTo>
                  <a:cubicBezTo>
                    <a:pt x="188" y="92"/>
                    <a:pt x="189" y="92"/>
                    <a:pt x="192" y="90"/>
                  </a:cubicBezTo>
                  <a:cubicBezTo>
                    <a:pt x="194" y="88"/>
                    <a:pt x="194" y="88"/>
                    <a:pt x="198" y="86"/>
                  </a:cubicBezTo>
                  <a:cubicBezTo>
                    <a:pt x="200" y="85"/>
                    <a:pt x="196" y="86"/>
                    <a:pt x="200" y="84"/>
                  </a:cubicBezTo>
                  <a:cubicBezTo>
                    <a:pt x="199" y="85"/>
                    <a:pt x="204" y="82"/>
                    <a:pt x="204" y="84"/>
                  </a:cubicBezTo>
                  <a:cubicBezTo>
                    <a:pt x="204" y="84"/>
                    <a:pt x="206" y="83"/>
                    <a:pt x="208" y="82"/>
                  </a:cubicBezTo>
                  <a:cubicBezTo>
                    <a:pt x="208" y="81"/>
                    <a:pt x="209" y="81"/>
                    <a:pt x="209" y="81"/>
                  </a:cubicBezTo>
                  <a:cubicBezTo>
                    <a:pt x="209" y="80"/>
                    <a:pt x="205" y="82"/>
                    <a:pt x="207" y="82"/>
                  </a:cubicBezTo>
                  <a:cubicBezTo>
                    <a:pt x="205" y="83"/>
                    <a:pt x="203" y="84"/>
                    <a:pt x="203" y="83"/>
                  </a:cubicBezTo>
                  <a:cubicBezTo>
                    <a:pt x="206" y="81"/>
                    <a:pt x="206" y="81"/>
                    <a:pt x="206" y="81"/>
                  </a:cubicBezTo>
                  <a:cubicBezTo>
                    <a:pt x="206" y="81"/>
                    <a:pt x="205" y="82"/>
                    <a:pt x="206" y="82"/>
                  </a:cubicBezTo>
                  <a:cubicBezTo>
                    <a:pt x="208" y="81"/>
                    <a:pt x="207" y="81"/>
                    <a:pt x="207" y="80"/>
                  </a:cubicBezTo>
                  <a:cubicBezTo>
                    <a:pt x="208" y="79"/>
                    <a:pt x="209" y="80"/>
                    <a:pt x="210" y="79"/>
                  </a:cubicBezTo>
                  <a:cubicBezTo>
                    <a:pt x="212" y="78"/>
                    <a:pt x="209" y="81"/>
                    <a:pt x="213" y="79"/>
                  </a:cubicBezTo>
                  <a:cubicBezTo>
                    <a:pt x="215" y="78"/>
                    <a:pt x="214" y="77"/>
                    <a:pt x="216" y="77"/>
                  </a:cubicBezTo>
                  <a:cubicBezTo>
                    <a:pt x="218" y="75"/>
                    <a:pt x="218" y="73"/>
                    <a:pt x="217" y="73"/>
                  </a:cubicBezTo>
                  <a:cubicBezTo>
                    <a:pt x="216" y="74"/>
                    <a:pt x="216" y="74"/>
                    <a:pt x="213" y="75"/>
                  </a:cubicBezTo>
                  <a:cubicBezTo>
                    <a:pt x="213" y="74"/>
                    <a:pt x="213" y="74"/>
                    <a:pt x="213" y="74"/>
                  </a:cubicBezTo>
                  <a:cubicBezTo>
                    <a:pt x="219" y="70"/>
                    <a:pt x="218" y="72"/>
                    <a:pt x="221" y="70"/>
                  </a:cubicBezTo>
                  <a:cubicBezTo>
                    <a:pt x="222" y="70"/>
                    <a:pt x="220" y="71"/>
                    <a:pt x="219" y="72"/>
                  </a:cubicBezTo>
                  <a:cubicBezTo>
                    <a:pt x="218" y="73"/>
                    <a:pt x="221" y="71"/>
                    <a:pt x="219" y="73"/>
                  </a:cubicBezTo>
                  <a:cubicBezTo>
                    <a:pt x="219" y="73"/>
                    <a:pt x="223" y="71"/>
                    <a:pt x="222" y="72"/>
                  </a:cubicBezTo>
                  <a:cubicBezTo>
                    <a:pt x="224" y="71"/>
                    <a:pt x="221" y="72"/>
                    <a:pt x="221" y="71"/>
                  </a:cubicBezTo>
                  <a:cubicBezTo>
                    <a:pt x="224" y="70"/>
                    <a:pt x="221" y="70"/>
                    <a:pt x="224" y="68"/>
                  </a:cubicBezTo>
                  <a:cubicBezTo>
                    <a:pt x="224" y="68"/>
                    <a:pt x="224" y="68"/>
                    <a:pt x="224" y="68"/>
                  </a:cubicBezTo>
                  <a:cubicBezTo>
                    <a:pt x="223" y="68"/>
                    <a:pt x="223" y="69"/>
                    <a:pt x="221" y="70"/>
                  </a:cubicBezTo>
                  <a:cubicBezTo>
                    <a:pt x="224" y="66"/>
                    <a:pt x="231" y="66"/>
                    <a:pt x="235" y="63"/>
                  </a:cubicBezTo>
                  <a:cubicBezTo>
                    <a:pt x="234" y="63"/>
                    <a:pt x="233" y="64"/>
                    <a:pt x="234" y="62"/>
                  </a:cubicBezTo>
                  <a:cubicBezTo>
                    <a:pt x="231" y="63"/>
                    <a:pt x="234" y="63"/>
                    <a:pt x="231" y="64"/>
                  </a:cubicBezTo>
                  <a:cubicBezTo>
                    <a:pt x="233" y="63"/>
                    <a:pt x="232" y="63"/>
                    <a:pt x="234" y="61"/>
                  </a:cubicBezTo>
                  <a:cubicBezTo>
                    <a:pt x="236" y="60"/>
                    <a:pt x="235" y="61"/>
                    <a:pt x="234" y="61"/>
                  </a:cubicBezTo>
                  <a:cubicBezTo>
                    <a:pt x="235" y="61"/>
                    <a:pt x="236" y="61"/>
                    <a:pt x="236" y="62"/>
                  </a:cubicBezTo>
                  <a:cubicBezTo>
                    <a:pt x="239" y="60"/>
                    <a:pt x="239" y="60"/>
                    <a:pt x="241" y="59"/>
                  </a:cubicBezTo>
                  <a:cubicBezTo>
                    <a:pt x="240" y="60"/>
                    <a:pt x="244" y="58"/>
                    <a:pt x="245" y="58"/>
                  </a:cubicBezTo>
                  <a:cubicBezTo>
                    <a:pt x="248" y="57"/>
                    <a:pt x="244" y="57"/>
                    <a:pt x="247" y="57"/>
                  </a:cubicBezTo>
                  <a:cubicBezTo>
                    <a:pt x="249" y="55"/>
                    <a:pt x="249" y="56"/>
                    <a:pt x="249" y="56"/>
                  </a:cubicBezTo>
                  <a:cubicBezTo>
                    <a:pt x="248" y="58"/>
                    <a:pt x="246" y="58"/>
                    <a:pt x="244" y="59"/>
                  </a:cubicBezTo>
                  <a:cubicBezTo>
                    <a:pt x="245" y="59"/>
                    <a:pt x="246" y="59"/>
                    <a:pt x="244" y="61"/>
                  </a:cubicBezTo>
                  <a:cubicBezTo>
                    <a:pt x="244" y="61"/>
                    <a:pt x="245" y="60"/>
                    <a:pt x="245" y="61"/>
                  </a:cubicBezTo>
                  <a:cubicBezTo>
                    <a:pt x="245" y="60"/>
                    <a:pt x="245" y="60"/>
                    <a:pt x="246" y="59"/>
                  </a:cubicBezTo>
                  <a:cubicBezTo>
                    <a:pt x="247" y="59"/>
                    <a:pt x="248" y="59"/>
                    <a:pt x="248" y="59"/>
                  </a:cubicBezTo>
                  <a:cubicBezTo>
                    <a:pt x="250" y="58"/>
                    <a:pt x="245" y="59"/>
                    <a:pt x="246" y="59"/>
                  </a:cubicBezTo>
                  <a:cubicBezTo>
                    <a:pt x="248" y="57"/>
                    <a:pt x="253" y="56"/>
                    <a:pt x="253" y="55"/>
                  </a:cubicBezTo>
                  <a:cubicBezTo>
                    <a:pt x="255" y="54"/>
                    <a:pt x="255" y="55"/>
                    <a:pt x="257" y="55"/>
                  </a:cubicBezTo>
                  <a:cubicBezTo>
                    <a:pt x="257" y="54"/>
                    <a:pt x="264" y="50"/>
                    <a:pt x="267" y="50"/>
                  </a:cubicBezTo>
                  <a:cubicBezTo>
                    <a:pt x="271" y="49"/>
                    <a:pt x="268" y="48"/>
                    <a:pt x="268" y="48"/>
                  </a:cubicBezTo>
                  <a:cubicBezTo>
                    <a:pt x="266" y="49"/>
                    <a:pt x="263" y="49"/>
                    <a:pt x="263" y="50"/>
                  </a:cubicBezTo>
                  <a:cubicBezTo>
                    <a:pt x="263" y="50"/>
                    <a:pt x="265" y="50"/>
                    <a:pt x="266" y="49"/>
                  </a:cubicBezTo>
                  <a:cubicBezTo>
                    <a:pt x="263" y="51"/>
                    <a:pt x="256" y="53"/>
                    <a:pt x="253" y="55"/>
                  </a:cubicBezTo>
                  <a:cubicBezTo>
                    <a:pt x="253" y="54"/>
                    <a:pt x="252" y="54"/>
                    <a:pt x="254" y="53"/>
                  </a:cubicBezTo>
                  <a:cubicBezTo>
                    <a:pt x="256" y="52"/>
                    <a:pt x="258" y="52"/>
                    <a:pt x="258" y="51"/>
                  </a:cubicBezTo>
                  <a:cubicBezTo>
                    <a:pt x="261" y="50"/>
                    <a:pt x="259" y="52"/>
                    <a:pt x="257" y="52"/>
                  </a:cubicBezTo>
                  <a:cubicBezTo>
                    <a:pt x="261" y="51"/>
                    <a:pt x="263" y="49"/>
                    <a:pt x="267" y="48"/>
                  </a:cubicBezTo>
                  <a:cubicBezTo>
                    <a:pt x="262" y="49"/>
                    <a:pt x="253" y="52"/>
                    <a:pt x="247" y="55"/>
                  </a:cubicBezTo>
                  <a:cubicBezTo>
                    <a:pt x="244" y="56"/>
                    <a:pt x="242" y="56"/>
                    <a:pt x="242" y="55"/>
                  </a:cubicBezTo>
                  <a:cubicBezTo>
                    <a:pt x="240" y="56"/>
                    <a:pt x="242" y="56"/>
                    <a:pt x="242" y="57"/>
                  </a:cubicBezTo>
                  <a:cubicBezTo>
                    <a:pt x="240" y="57"/>
                    <a:pt x="241" y="58"/>
                    <a:pt x="239" y="58"/>
                  </a:cubicBezTo>
                  <a:cubicBezTo>
                    <a:pt x="238" y="58"/>
                    <a:pt x="240" y="57"/>
                    <a:pt x="239" y="57"/>
                  </a:cubicBezTo>
                  <a:cubicBezTo>
                    <a:pt x="238" y="57"/>
                    <a:pt x="236" y="58"/>
                    <a:pt x="234" y="59"/>
                  </a:cubicBezTo>
                  <a:cubicBezTo>
                    <a:pt x="233" y="60"/>
                    <a:pt x="235" y="59"/>
                    <a:pt x="234" y="60"/>
                  </a:cubicBezTo>
                  <a:cubicBezTo>
                    <a:pt x="236" y="59"/>
                    <a:pt x="235" y="59"/>
                    <a:pt x="235" y="59"/>
                  </a:cubicBezTo>
                  <a:cubicBezTo>
                    <a:pt x="237" y="57"/>
                    <a:pt x="237" y="58"/>
                    <a:pt x="239" y="58"/>
                  </a:cubicBezTo>
                  <a:cubicBezTo>
                    <a:pt x="238" y="59"/>
                    <a:pt x="227" y="63"/>
                    <a:pt x="229" y="64"/>
                  </a:cubicBezTo>
                  <a:cubicBezTo>
                    <a:pt x="228" y="64"/>
                    <a:pt x="227" y="64"/>
                    <a:pt x="226" y="64"/>
                  </a:cubicBezTo>
                  <a:cubicBezTo>
                    <a:pt x="229" y="61"/>
                    <a:pt x="225" y="63"/>
                    <a:pt x="223" y="62"/>
                  </a:cubicBezTo>
                  <a:cubicBezTo>
                    <a:pt x="222" y="63"/>
                    <a:pt x="222" y="63"/>
                    <a:pt x="220" y="64"/>
                  </a:cubicBezTo>
                  <a:cubicBezTo>
                    <a:pt x="220" y="64"/>
                    <a:pt x="221" y="63"/>
                    <a:pt x="221" y="63"/>
                  </a:cubicBezTo>
                  <a:cubicBezTo>
                    <a:pt x="216" y="65"/>
                    <a:pt x="222" y="64"/>
                    <a:pt x="217" y="66"/>
                  </a:cubicBezTo>
                  <a:cubicBezTo>
                    <a:pt x="217" y="65"/>
                    <a:pt x="218" y="65"/>
                    <a:pt x="218" y="64"/>
                  </a:cubicBezTo>
                  <a:cubicBezTo>
                    <a:pt x="213" y="68"/>
                    <a:pt x="214" y="68"/>
                    <a:pt x="210" y="70"/>
                  </a:cubicBezTo>
                  <a:cubicBezTo>
                    <a:pt x="209" y="69"/>
                    <a:pt x="209" y="69"/>
                    <a:pt x="209" y="69"/>
                  </a:cubicBezTo>
                  <a:cubicBezTo>
                    <a:pt x="209" y="69"/>
                    <a:pt x="207" y="71"/>
                    <a:pt x="205" y="72"/>
                  </a:cubicBezTo>
                  <a:cubicBezTo>
                    <a:pt x="205" y="72"/>
                    <a:pt x="207" y="72"/>
                    <a:pt x="204" y="74"/>
                  </a:cubicBezTo>
                  <a:cubicBezTo>
                    <a:pt x="204" y="73"/>
                    <a:pt x="205" y="72"/>
                    <a:pt x="203" y="73"/>
                  </a:cubicBezTo>
                  <a:cubicBezTo>
                    <a:pt x="201" y="75"/>
                    <a:pt x="199" y="76"/>
                    <a:pt x="198" y="77"/>
                  </a:cubicBezTo>
                  <a:cubicBezTo>
                    <a:pt x="199" y="76"/>
                    <a:pt x="202" y="75"/>
                    <a:pt x="198" y="78"/>
                  </a:cubicBezTo>
                  <a:cubicBezTo>
                    <a:pt x="199" y="78"/>
                    <a:pt x="201" y="77"/>
                    <a:pt x="203" y="75"/>
                  </a:cubicBezTo>
                  <a:cubicBezTo>
                    <a:pt x="203" y="76"/>
                    <a:pt x="196" y="80"/>
                    <a:pt x="194" y="81"/>
                  </a:cubicBezTo>
                  <a:cubicBezTo>
                    <a:pt x="197" y="79"/>
                    <a:pt x="196" y="79"/>
                    <a:pt x="197" y="77"/>
                  </a:cubicBezTo>
                  <a:cubicBezTo>
                    <a:pt x="194" y="79"/>
                    <a:pt x="195" y="78"/>
                    <a:pt x="192" y="80"/>
                  </a:cubicBezTo>
                  <a:cubicBezTo>
                    <a:pt x="191" y="80"/>
                    <a:pt x="192" y="80"/>
                    <a:pt x="192" y="81"/>
                  </a:cubicBezTo>
                  <a:cubicBezTo>
                    <a:pt x="187" y="83"/>
                    <a:pt x="184" y="85"/>
                    <a:pt x="179" y="89"/>
                  </a:cubicBezTo>
                  <a:cubicBezTo>
                    <a:pt x="179" y="89"/>
                    <a:pt x="180" y="89"/>
                    <a:pt x="180" y="89"/>
                  </a:cubicBezTo>
                  <a:cubicBezTo>
                    <a:pt x="181" y="88"/>
                    <a:pt x="181" y="88"/>
                    <a:pt x="183" y="87"/>
                  </a:cubicBezTo>
                  <a:cubicBezTo>
                    <a:pt x="182" y="88"/>
                    <a:pt x="182" y="89"/>
                    <a:pt x="182" y="90"/>
                  </a:cubicBezTo>
                  <a:cubicBezTo>
                    <a:pt x="179" y="91"/>
                    <a:pt x="178" y="93"/>
                    <a:pt x="177" y="92"/>
                  </a:cubicBezTo>
                  <a:cubicBezTo>
                    <a:pt x="176" y="94"/>
                    <a:pt x="174" y="95"/>
                    <a:pt x="172" y="96"/>
                  </a:cubicBezTo>
                  <a:cubicBezTo>
                    <a:pt x="171" y="96"/>
                    <a:pt x="173" y="94"/>
                    <a:pt x="173" y="94"/>
                  </a:cubicBezTo>
                  <a:cubicBezTo>
                    <a:pt x="169" y="96"/>
                    <a:pt x="172" y="96"/>
                    <a:pt x="171" y="97"/>
                  </a:cubicBezTo>
                  <a:cubicBezTo>
                    <a:pt x="171" y="97"/>
                    <a:pt x="172" y="96"/>
                    <a:pt x="173" y="95"/>
                  </a:cubicBezTo>
                  <a:cubicBezTo>
                    <a:pt x="173" y="96"/>
                    <a:pt x="169" y="100"/>
                    <a:pt x="173" y="97"/>
                  </a:cubicBezTo>
                  <a:cubicBezTo>
                    <a:pt x="171" y="99"/>
                    <a:pt x="166" y="102"/>
                    <a:pt x="166" y="101"/>
                  </a:cubicBezTo>
                  <a:cubicBezTo>
                    <a:pt x="169" y="98"/>
                    <a:pt x="167" y="98"/>
                    <a:pt x="169" y="97"/>
                  </a:cubicBezTo>
                  <a:cubicBezTo>
                    <a:pt x="168" y="96"/>
                    <a:pt x="165" y="99"/>
                    <a:pt x="163" y="101"/>
                  </a:cubicBezTo>
                  <a:cubicBezTo>
                    <a:pt x="163" y="101"/>
                    <a:pt x="162" y="101"/>
                    <a:pt x="162" y="101"/>
                  </a:cubicBezTo>
                  <a:cubicBezTo>
                    <a:pt x="162" y="101"/>
                    <a:pt x="163" y="100"/>
                    <a:pt x="163" y="100"/>
                  </a:cubicBezTo>
                  <a:cubicBezTo>
                    <a:pt x="163" y="100"/>
                    <a:pt x="162" y="100"/>
                    <a:pt x="161" y="101"/>
                  </a:cubicBezTo>
                  <a:cubicBezTo>
                    <a:pt x="162" y="102"/>
                    <a:pt x="162" y="102"/>
                    <a:pt x="158" y="102"/>
                  </a:cubicBezTo>
                  <a:cubicBezTo>
                    <a:pt x="157" y="104"/>
                    <a:pt x="161" y="102"/>
                    <a:pt x="157" y="105"/>
                  </a:cubicBezTo>
                  <a:cubicBezTo>
                    <a:pt x="157" y="104"/>
                    <a:pt x="155" y="105"/>
                    <a:pt x="154" y="106"/>
                  </a:cubicBezTo>
                  <a:cubicBezTo>
                    <a:pt x="157" y="105"/>
                    <a:pt x="154" y="107"/>
                    <a:pt x="154" y="107"/>
                  </a:cubicBezTo>
                  <a:cubicBezTo>
                    <a:pt x="152" y="109"/>
                    <a:pt x="153" y="108"/>
                    <a:pt x="151" y="109"/>
                  </a:cubicBezTo>
                  <a:cubicBezTo>
                    <a:pt x="151" y="109"/>
                    <a:pt x="153" y="108"/>
                    <a:pt x="152" y="108"/>
                  </a:cubicBezTo>
                  <a:cubicBezTo>
                    <a:pt x="152" y="108"/>
                    <a:pt x="152" y="108"/>
                    <a:pt x="151" y="108"/>
                  </a:cubicBezTo>
                  <a:cubicBezTo>
                    <a:pt x="150" y="109"/>
                    <a:pt x="151" y="109"/>
                    <a:pt x="150" y="110"/>
                  </a:cubicBezTo>
                  <a:cubicBezTo>
                    <a:pt x="150" y="111"/>
                    <a:pt x="153" y="108"/>
                    <a:pt x="150" y="111"/>
                  </a:cubicBezTo>
                  <a:cubicBezTo>
                    <a:pt x="151" y="111"/>
                    <a:pt x="154" y="109"/>
                    <a:pt x="154" y="108"/>
                  </a:cubicBezTo>
                  <a:cubicBezTo>
                    <a:pt x="154" y="109"/>
                    <a:pt x="156" y="108"/>
                    <a:pt x="156" y="108"/>
                  </a:cubicBezTo>
                  <a:cubicBezTo>
                    <a:pt x="154" y="110"/>
                    <a:pt x="154" y="109"/>
                    <a:pt x="153" y="110"/>
                  </a:cubicBezTo>
                  <a:cubicBezTo>
                    <a:pt x="152" y="111"/>
                    <a:pt x="149" y="113"/>
                    <a:pt x="149" y="114"/>
                  </a:cubicBezTo>
                  <a:cubicBezTo>
                    <a:pt x="150" y="113"/>
                    <a:pt x="153" y="110"/>
                    <a:pt x="154" y="111"/>
                  </a:cubicBezTo>
                  <a:cubicBezTo>
                    <a:pt x="151" y="113"/>
                    <a:pt x="152" y="113"/>
                    <a:pt x="153" y="113"/>
                  </a:cubicBezTo>
                  <a:cubicBezTo>
                    <a:pt x="153" y="113"/>
                    <a:pt x="152" y="113"/>
                    <a:pt x="152" y="113"/>
                  </a:cubicBezTo>
                  <a:cubicBezTo>
                    <a:pt x="152" y="113"/>
                    <a:pt x="152" y="114"/>
                    <a:pt x="152" y="114"/>
                  </a:cubicBezTo>
                  <a:cubicBezTo>
                    <a:pt x="150" y="114"/>
                    <a:pt x="153" y="111"/>
                    <a:pt x="149" y="114"/>
                  </a:cubicBezTo>
                  <a:cubicBezTo>
                    <a:pt x="149" y="116"/>
                    <a:pt x="146" y="119"/>
                    <a:pt x="150" y="117"/>
                  </a:cubicBezTo>
                  <a:cubicBezTo>
                    <a:pt x="149" y="118"/>
                    <a:pt x="149" y="118"/>
                    <a:pt x="149" y="118"/>
                  </a:cubicBezTo>
                  <a:cubicBezTo>
                    <a:pt x="147" y="120"/>
                    <a:pt x="146" y="119"/>
                    <a:pt x="147" y="118"/>
                  </a:cubicBezTo>
                  <a:cubicBezTo>
                    <a:pt x="144" y="118"/>
                    <a:pt x="140" y="124"/>
                    <a:pt x="138" y="124"/>
                  </a:cubicBezTo>
                  <a:cubicBezTo>
                    <a:pt x="139" y="124"/>
                    <a:pt x="136" y="126"/>
                    <a:pt x="136" y="127"/>
                  </a:cubicBezTo>
                  <a:cubicBezTo>
                    <a:pt x="137" y="127"/>
                    <a:pt x="140" y="125"/>
                    <a:pt x="143" y="122"/>
                  </a:cubicBezTo>
                  <a:cubicBezTo>
                    <a:pt x="143" y="122"/>
                    <a:pt x="143" y="122"/>
                    <a:pt x="143" y="122"/>
                  </a:cubicBezTo>
                  <a:cubicBezTo>
                    <a:pt x="144" y="121"/>
                    <a:pt x="142" y="123"/>
                    <a:pt x="144" y="123"/>
                  </a:cubicBezTo>
                  <a:cubicBezTo>
                    <a:pt x="142" y="122"/>
                    <a:pt x="139" y="127"/>
                    <a:pt x="138" y="126"/>
                  </a:cubicBezTo>
                  <a:cubicBezTo>
                    <a:pt x="135" y="128"/>
                    <a:pt x="135" y="129"/>
                    <a:pt x="134" y="130"/>
                  </a:cubicBezTo>
                  <a:cubicBezTo>
                    <a:pt x="137" y="129"/>
                    <a:pt x="137" y="128"/>
                    <a:pt x="139" y="127"/>
                  </a:cubicBezTo>
                  <a:cubicBezTo>
                    <a:pt x="139" y="128"/>
                    <a:pt x="140" y="127"/>
                    <a:pt x="139" y="128"/>
                  </a:cubicBezTo>
                  <a:cubicBezTo>
                    <a:pt x="140" y="128"/>
                    <a:pt x="141" y="127"/>
                    <a:pt x="141" y="127"/>
                  </a:cubicBezTo>
                  <a:cubicBezTo>
                    <a:pt x="142" y="126"/>
                    <a:pt x="142" y="126"/>
                    <a:pt x="142" y="126"/>
                  </a:cubicBezTo>
                  <a:cubicBezTo>
                    <a:pt x="143" y="125"/>
                    <a:pt x="144" y="125"/>
                    <a:pt x="146" y="123"/>
                  </a:cubicBezTo>
                  <a:cubicBezTo>
                    <a:pt x="147" y="121"/>
                    <a:pt x="151" y="120"/>
                    <a:pt x="154" y="116"/>
                  </a:cubicBezTo>
                  <a:cubicBezTo>
                    <a:pt x="159" y="114"/>
                    <a:pt x="160" y="110"/>
                    <a:pt x="162" y="111"/>
                  </a:cubicBezTo>
                  <a:cubicBezTo>
                    <a:pt x="165" y="107"/>
                    <a:pt x="169" y="106"/>
                    <a:pt x="173" y="103"/>
                  </a:cubicBezTo>
                  <a:cubicBezTo>
                    <a:pt x="175" y="101"/>
                    <a:pt x="172" y="103"/>
                    <a:pt x="174" y="102"/>
                  </a:cubicBezTo>
                  <a:cubicBezTo>
                    <a:pt x="175" y="101"/>
                    <a:pt x="176" y="101"/>
                    <a:pt x="178" y="100"/>
                  </a:cubicBezTo>
                  <a:cubicBezTo>
                    <a:pt x="174" y="104"/>
                    <a:pt x="169" y="106"/>
                    <a:pt x="163" y="111"/>
                  </a:cubicBezTo>
                  <a:cubicBezTo>
                    <a:pt x="166" y="111"/>
                    <a:pt x="178" y="99"/>
                    <a:pt x="183" y="98"/>
                  </a:cubicBezTo>
                  <a:cubicBezTo>
                    <a:pt x="183" y="98"/>
                    <a:pt x="180" y="101"/>
                    <a:pt x="183" y="99"/>
                  </a:cubicBezTo>
                  <a:cubicBezTo>
                    <a:pt x="183" y="100"/>
                    <a:pt x="177" y="103"/>
                    <a:pt x="177" y="104"/>
                  </a:cubicBezTo>
                  <a:cubicBezTo>
                    <a:pt x="173" y="106"/>
                    <a:pt x="172" y="108"/>
                    <a:pt x="168" y="110"/>
                  </a:cubicBezTo>
                  <a:cubicBezTo>
                    <a:pt x="168" y="111"/>
                    <a:pt x="168" y="111"/>
                    <a:pt x="168" y="111"/>
                  </a:cubicBezTo>
                  <a:cubicBezTo>
                    <a:pt x="170" y="109"/>
                    <a:pt x="173" y="108"/>
                    <a:pt x="176" y="106"/>
                  </a:cubicBezTo>
                  <a:cubicBezTo>
                    <a:pt x="175" y="107"/>
                    <a:pt x="175" y="107"/>
                    <a:pt x="176" y="107"/>
                  </a:cubicBezTo>
                  <a:cubicBezTo>
                    <a:pt x="173" y="109"/>
                    <a:pt x="173" y="109"/>
                    <a:pt x="169" y="112"/>
                  </a:cubicBezTo>
                  <a:cubicBezTo>
                    <a:pt x="168" y="112"/>
                    <a:pt x="168" y="112"/>
                    <a:pt x="168" y="112"/>
                  </a:cubicBezTo>
                  <a:cubicBezTo>
                    <a:pt x="166" y="114"/>
                    <a:pt x="163" y="116"/>
                    <a:pt x="159" y="119"/>
                  </a:cubicBezTo>
                  <a:cubicBezTo>
                    <a:pt x="160" y="120"/>
                    <a:pt x="165" y="115"/>
                    <a:pt x="166" y="114"/>
                  </a:cubicBezTo>
                  <a:cubicBezTo>
                    <a:pt x="167" y="114"/>
                    <a:pt x="166" y="114"/>
                    <a:pt x="166" y="114"/>
                  </a:cubicBezTo>
                  <a:cubicBezTo>
                    <a:pt x="164" y="116"/>
                    <a:pt x="168" y="113"/>
                    <a:pt x="168" y="114"/>
                  </a:cubicBezTo>
                  <a:cubicBezTo>
                    <a:pt x="169" y="112"/>
                    <a:pt x="172" y="111"/>
                    <a:pt x="175" y="108"/>
                  </a:cubicBezTo>
                  <a:cubicBezTo>
                    <a:pt x="175" y="109"/>
                    <a:pt x="174" y="110"/>
                    <a:pt x="174" y="110"/>
                  </a:cubicBezTo>
                  <a:cubicBezTo>
                    <a:pt x="176" y="108"/>
                    <a:pt x="181" y="104"/>
                    <a:pt x="183" y="104"/>
                  </a:cubicBezTo>
                  <a:cubicBezTo>
                    <a:pt x="185" y="102"/>
                    <a:pt x="189" y="100"/>
                    <a:pt x="190" y="98"/>
                  </a:cubicBezTo>
                  <a:cubicBezTo>
                    <a:pt x="191" y="98"/>
                    <a:pt x="196" y="95"/>
                    <a:pt x="199" y="93"/>
                  </a:cubicBezTo>
                  <a:cubicBezTo>
                    <a:pt x="199" y="93"/>
                    <a:pt x="198" y="94"/>
                    <a:pt x="198" y="94"/>
                  </a:cubicBezTo>
                  <a:cubicBezTo>
                    <a:pt x="203" y="90"/>
                    <a:pt x="208" y="88"/>
                    <a:pt x="215" y="83"/>
                  </a:cubicBezTo>
                  <a:cubicBezTo>
                    <a:pt x="214" y="84"/>
                    <a:pt x="214" y="85"/>
                    <a:pt x="215" y="84"/>
                  </a:cubicBezTo>
                  <a:cubicBezTo>
                    <a:pt x="218" y="83"/>
                    <a:pt x="214" y="85"/>
                    <a:pt x="215" y="85"/>
                  </a:cubicBezTo>
                  <a:cubicBezTo>
                    <a:pt x="212" y="86"/>
                    <a:pt x="211" y="87"/>
                    <a:pt x="208" y="88"/>
                  </a:cubicBezTo>
                  <a:cubicBezTo>
                    <a:pt x="206" y="89"/>
                    <a:pt x="209" y="88"/>
                    <a:pt x="209" y="89"/>
                  </a:cubicBezTo>
                  <a:cubicBezTo>
                    <a:pt x="204" y="91"/>
                    <a:pt x="202" y="93"/>
                    <a:pt x="200" y="95"/>
                  </a:cubicBezTo>
                  <a:cubicBezTo>
                    <a:pt x="198" y="95"/>
                    <a:pt x="196" y="97"/>
                    <a:pt x="194" y="98"/>
                  </a:cubicBezTo>
                  <a:cubicBezTo>
                    <a:pt x="193" y="99"/>
                    <a:pt x="193" y="99"/>
                    <a:pt x="193" y="99"/>
                  </a:cubicBezTo>
                  <a:cubicBezTo>
                    <a:pt x="190" y="100"/>
                    <a:pt x="188" y="102"/>
                    <a:pt x="184" y="105"/>
                  </a:cubicBezTo>
                  <a:cubicBezTo>
                    <a:pt x="184" y="104"/>
                    <a:pt x="184" y="104"/>
                    <a:pt x="184" y="104"/>
                  </a:cubicBezTo>
                  <a:cubicBezTo>
                    <a:pt x="183" y="105"/>
                    <a:pt x="182" y="106"/>
                    <a:pt x="182" y="106"/>
                  </a:cubicBezTo>
                  <a:cubicBezTo>
                    <a:pt x="182" y="106"/>
                    <a:pt x="175" y="111"/>
                    <a:pt x="170" y="115"/>
                  </a:cubicBezTo>
                  <a:cubicBezTo>
                    <a:pt x="170" y="115"/>
                    <a:pt x="170" y="115"/>
                    <a:pt x="170" y="115"/>
                  </a:cubicBezTo>
                  <a:cubicBezTo>
                    <a:pt x="164" y="119"/>
                    <a:pt x="167" y="119"/>
                    <a:pt x="161" y="123"/>
                  </a:cubicBezTo>
                  <a:cubicBezTo>
                    <a:pt x="162" y="123"/>
                    <a:pt x="161" y="124"/>
                    <a:pt x="162" y="123"/>
                  </a:cubicBezTo>
                  <a:cubicBezTo>
                    <a:pt x="161" y="124"/>
                    <a:pt x="156" y="128"/>
                    <a:pt x="156" y="128"/>
                  </a:cubicBezTo>
                  <a:cubicBezTo>
                    <a:pt x="155" y="128"/>
                    <a:pt x="156" y="129"/>
                    <a:pt x="155" y="130"/>
                  </a:cubicBezTo>
                  <a:cubicBezTo>
                    <a:pt x="152" y="130"/>
                    <a:pt x="154" y="128"/>
                    <a:pt x="154" y="127"/>
                  </a:cubicBezTo>
                  <a:cubicBezTo>
                    <a:pt x="151" y="129"/>
                    <a:pt x="154" y="128"/>
                    <a:pt x="151" y="131"/>
                  </a:cubicBezTo>
                  <a:cubicBezTo>
                    <a:pt x="151" y="131"/>
                    <a:pt x="152" y="130"/>
                    <a:pt x="152" y="131"/>
                  </a:cubicBezTo>
                  <a:cubicBezTo>
                    <a:pt x="149" y="133"/>
                    <a:pt x="150" y="133"/>
                    <a:pt x="148" y="135"/>
                  </a:cubicBezTo>
                  <a:cubicBezTo>
                    <a:pt x="146" y="136"/>
                    <a:pt x="146" y="137"/>
                    <a:pt x="145" y="138"/>
                  </a:cubicBezTo>
                  <a:cubicBezTo>
                    <a:pt x="145" y="137"/>
                    <a:pt x="145" y="137"/>
                    <a:pt x="142" y="139"/>
                  </a:cubicBezTo>
                  <a:cubicBezTo>
                    <a:pt x="140" y="141"/>
                    <a:pt x="144" y="138"/>
                    <a:pt x="143" y="139"/>
                  </a:cubicBezTo>
                  <a:cubicBezTo>
                    <a:pt x="142" y="140"/>
                    <a:pt x="139" y="142"/>
                    <a:pt x="141" y="141"/>
                  </a:cubicBezTo>
                  <a:cubicBezTo>
                    <a:pt x="141" y="141"/>
                    <a:pt x="139" y="143"/>
                    <a:pt x="139" y="142"/>
                  </a:cubicBezTo>
                  <a:cubicBezTo>
                    <a:pt x="138" y="144"/>
                    <a:pt x="137" y="145"/>
                    <a:pt x="135" y="148"/>
                  </a:cubicBezTo>
                  <a:cubicBezTo>
                    <a:pt x="139" y="145"/>
                    <a:pt x="143" y="141"/>
                    <a:pt x="147" y="137"/>
                  </a:cubicBezTo>
                  <a:cubicBezTo>
                    <a:pt x="149" y="137"/>
                    <a:pt x="147" y="138"/>
                    <a:pt x="149" y="137"/>
                  </a:cubicBezTo>
                  <a:cubicBezTo>
                    <a:pt x="151" y="135"/>
                    <a:pt x="151" y="135"/>
                    <a:pt x="151" y="134"/>
                  </a:cubicBezTo>
                  <a:cubicBezTo>
                    <a:pt x="154" y="132"/>
                    <a:pt x="152" y="134"/>
                    <a:pt x="151" y="135"/>
                  </a:cubicBezTo>
                  <a:cubicBezTo>
                    <a:pt x="152" y="135"/>
                    <a:pt x="154" y="133"/>
                    <a:pt x="156" y="132"/>
                  </a:cubicBezTo>
                  <a:cubicBezTo>
                    <a:pt x="153" y="132"/>
                    <a:pt x="159" y="128"/>
                    <a:pt x="161" y="127"/>
                  </a:cubicBezTo>
                  <a:cubicBezTo>
                    <a:pt x="163" y="125"/>
                    <a:pt x="159" y="129"/>
                    <a:pt x="157" y="130"/>
                  </a:cubicBezTo>
                  <a:cubicBezTo>
                    <a:pt x="159" y="130"/>
                    <a:pt x="156" y="132"/>
                    <a:pt x="156" y="133"/>
                  </a:cubicBezTo>
                  <a:cubicBezTo>
                    <a:pt x="155" y="134"/>
                    <a:pt x="150" y="138"/>
                    <a:pt x="150" y="139"/>
                  </a:cubicBezTo>
                  <a:cubicBezTo>
                    <a:pt x="148" y="140"/>
                    <a:pt x="146" y="141"/>
                    <a:pt x="145" y="143"/>
                  </a:cubicBezTo>
                  <a:cubicBezTo>
                    <a:pt x="144" y="143"/>
                    <a:pt x="145" y="143"/>
                    <a:pt x="145" y="142"/>
                  </a:cubicBezTo>
                  <a:cubicBezTo>
                    <a:pt x="144" y="145"/>
                    <a:pt x="143" y="144"/>
                    <a:pt x="141" y="145"/>
                  </a:cubicBezTo>
                  <a:cubicBezTo>
                    <a:pt x="139" y="147"/>
                    <a:pt x="142" y="145"/>
                    <a:pt x="142" y="146"/>
                  </a:cubicBezTo>
                  <a:cubicBezTo>
                    <a:pt x="140" y="147"/>
                    <a:pt x="141" y="147"/>
                    <a:pt x="139" y="148"/>
                  </a:cubicBezTo>
                  <a:cubicBezTo>
                    <a:pt x="138" y="148"/>
                    <a:pt x="138" y="147"/>
                    <a:pt x="140" y="145"/>
                  </a:cubicBezTo>
                  <a:cubicBezTo>
                    <a:pt x="140" y="145"/>
                    <a:pt x="139" y="145"/>
                    <a:pt x="139" y="145"/>
                  </a:cubicBezTo>
                  <a:cubicBezTo>
                    <a:pt x="137" y="148"/>
                    <a:pt x="135" y="150"/>
                    <a:pt x="136" y="151"/>
                  </a:cubicBezTo>
                  <a:cubicBezTo>
                    <a:pt x="134" y="153"/>
                    <a:pt x="135" y="151"/>
                    <a:pt x="133" y="152"/>
                  </a:cubicBezTo>
                  <a:cubicBezTo>
                    <a:pt x="133" y="153"/>
                    <a:pt x="134" y="153"/>
                    <a:pt x="131" y="156"/>
                  </a:cubicBezTo>
                  <a:cubicBezTo>
                    <a:pt x="131" y="155"/>
                    <a:pt x="131" y="155"/>
                    <a:pt x="130" y="155"/>
                  </a:cubicBezTo>
                  <a:cubicBezTo>
                    <a:pt x="130" y="156"/>
                    <a:pt x="129" y="157"/>
                    <a:pt x="129" y="158"/>
                  </a:cubicBezTo>
                  <a:cubicBezTo>
                    <a:pt x="125" y="161"/>
                    <a:pt x="122" y="164"/>
                    <a:pt x="119" y="167"/>
                  </a:cubicBezTo>
                  <a:cubicBezTo>
                    <a:pt x="118" y="168"/>
                    <a:pt x="118" y="168"/>
                    <a:pt x="118" y="168"/>
                  </a:cubicBezTo>
                  <a:cubicBezTo>
                    <a:pt x="116" y="169"/>
                    <a:pt x="117" y="169"/>
                    <a:pt x="115" y="171"/>
                  </a:cubicBezTo>
                  <a:cubicBezTo>
                    <a:pt x="113" y="171"/>
                    <a:pt x="111" y="174"/>
                    <a:pt x="109" y="175"/>
                  </a:cubicBezTo>
                  <a:cubicBezTo>
                    <a:pt x="110" y="174"/>
                    <a:pt x="110" y="174"/>
                    <a:pt x="110" y="173"/>
                  </a:cubicBezTo>
                  <a:cubicBezTo>
                    <a:pt x="114" y="170"/>
                    <a:pt x="118" y="163"/>
                    <a:pt x="121" y="162"/>
                  </a:cubicBezTo>
                  <a:cubicBezTo>
                    <a:pt x="125" y="157"/>
                    <a:pt x="129" y="153"/>
                    <a:pt x="133" y="151"/>
                  </a:cubicBezTo>
                  <a:cubicBezTo>
                    <a:pt x="134" y="150"/>
                    <a:pt x="134" y="149"/>
                    <a:pt x="134" y="149"/>
                  </a:cubicBezTo>
                  <a:cubicBezTo>
                    <a:pt x="134" y="148"/>
                    <a:pt x="130" y="152"/>
                    <a:pt x="130" y="150"/>
                  </a:cubicBezTo>
                  <a:cubicBezTo>
                    <a:pt x="131" y="150"/>
                    <a:pt x="131" y="150"/>
                    <a:pt x="131" y="150"/>
                  </a:cubicBezTo>
                  <a:cubicBezTo>
                    <a:pt x="133" y="149"/>
                    <a:pt x="133" y="148"/>
                    <a:pt x="135" y="147"/>
                  </a:cubicBezTo>
                  <a:cubicBezTo>
                    <a:pt x="126" y="153"/>
                    <a:pt x="125" y="155"/>
                    <a:pt x="119" y="161"/>
                  </a:cubicBezTo>
                  <a:cubicBezTo>
                    <a:pt x="118" y="160"/>
                    <a:pt x="122" y="157"/>
                    <a:pt x="123" y="155"/>
                  </a:cubicBezTo>
                  <a:cubicBezTo>
                    <a:pt x="121" y="157"/>
                    <a:pt x="123" y="155"/>
                    <a:pt x="121" y="156"/>
                  </a:cubicBezTo>
                  <a:cubicBezTo>
                    <a:pt x="121" y="155"/>
                    <a:pt x="123" y="153"/>
                    <a:pt x="123" y="153"/>
                  </a:cubicBezTo>
                  <a:cubicBezTo>
                    <a:pt x="125" y="151"/>
                    <a:pt x="125" y="153"/>
                    <a:pt x="123" y="155"/>
                  </a:cubicBezTo>
                  <a:cubicBezTo>
                    <a:pt x="123" y="155"/>
                    <a:pt x="127" y="151"/>
                    <a:pt x="125" y="153"/>
                  </a:cubicBezTo>
                  <a:cubicBezTo>
                    <a:pt x="128" y="151"/>
                    <a:pt x="128" y="151"/>
                    <a:pt x="131" y="148"/>
                  </a:cubicBezTo>
                  <a:cubicBezTo>
                    <a:pt x="132" y="145"/>
                    <a:pt x="130" y="145"/>
                    <a:pt x="125" y="149"/>
                  </a:cubicBezTo>
                  <a:cubicBezTo>
                    <a:pt x="120" y="156"/>
                    <a:pt x="111" y="162"/>
                    <a:pt x="106" y="170"/>
                  </a:cubicBezTo>
                  <a:cubicBezTo>
                    <a:pt x="104" y="170"/>
                    <a:pt x="103" y="171"/>
                    <a:pt x="102" y="172"/>
                  </a:cubicBezTo>
                  <a:cubicBezTo>
                    <a:pt x="101" y="173"/>
                    <a:pt x="100" y="174"/>
                    <a:pt x="100" y="174"/>
                  </a:cubicBezTo>
                  <a:cubicBezTo>
                    <a:pt x="100" y="175"/>
                    <a:pt x="100" y="175"/>
                    <a:pt x="99" y="176"/>
                  </a:cubicBezTo>
                  <a:cubicBezTo>
                    <a:pt x="100" y="176"/>
                    <a:pt x="100" y="176"/>
                    <a:pt x="100" y="175"/>
                  </a:cubicBezTo>
                  <a:cubicBezTo>
                    <a:pt x="101" y="176"/>
                    <a:pt x="99" y="176"/>
                    <a:pt x="100" y="177"/>
                  </a:cubicBezTo>
                  <a:cubicBezTo>
                    <a:pt x="99" y="176"/>
                    <a:pt x="98" y="175"/>
                    <a:pt x="97" y="175"/>
                  </a:cubicBezTo>
                  <a:cubicBezTo>
                    <a:pt x="97" y="175"/>
                    <a:pt x="97" y="176"/>
                    <a:pt x="97" y="176"/>
                  </a:cubicBezTo>
                  <a:cubicBezTo>
                    <a:pt x="97" y="175"/>
                    <a:pt x="96" y="177"/>
                    <a:pt x="96" y="176"/>
                  </a:cubicBezTo>
                  <a:cubicBezTo>
                    <a:pt x="97" y="175"/>
                    <a:pt x="97" y="174"/>
                    <a:pt x="98" y="175"/>
                  </a:cubicBezTo>
                  <a:cubicBezTo>
                    <a:pt x="98" y="174"/>
                    <a:pt x="97" y="174"/>
                    <a:pt x="98" y="174"/>
                  </a:cubicBezTo>
                  <a:cubicBezTo>
                    <a:pt x="97" y="173"/>
                    <a:pt x="96" y="175"/>
                    <a:pt x="95" y="176"/>
                  </a:cubicBezTo>
                  <a:cubicBezTo>
                    <a:pt x="95" y="176"/>
                    <a:pt x="95" y="177"/>
                    <a:pt x="94" y="177"/>
                  </a:cubicBezTo>
                  <a:cubicBezTo>
                    <a:pt x="95" y="178"/>
                    <a:pt x="95" y="177"/>
                    <a:pt x="96" y="177"/>
                  </a:cubicBezTo>
                  <a:cubicBezTo>
                    <a:pt x="95" y="178"/>
                    <a:pt x="95" y="178"/>
                    <a:pt x="94" y="178"/>
                  </a:cubicBezTo>
                  <a:cubicBezTo>
                    <a:pt x="94" y="179"/>
                    <a:pt x="95" y="179"/>
                    <a:pt x="95" y="179"/>
                  </a:cubicBezTo>
                  <a:cubicBezTo>
                    <a:pt x="94" y="179"/>
                    <a:pt x="92" y="179"/>
                    <a:pt x="92" y="180"/>
                  </a:cubicBezTo>
                  <a:cubicBezTo>
                    <a:pt x="92" y="180"/>
                    <a:pt x="92" y="180"/>
                    <a:pt x="93" y="180"/>
                  </a:cubicBezTo>
                  <a:cubicBezTo>
                    <a:pt x="93" y="180"/>
                    <a:pt x="93" y="181"/>
                    <a:pt x="93" y="181"/>
                  </a:cubicBezTo>
                  <a:cubicBezTo>
                    <a:pt x="92" y="181"/>
                    <a:pt x="92" y="180"/>
                    <a:pt x="92" y="181"/>
                  </a:cubicBezTo>
                  <a:cubicBezTo>
                    <a:pt x="91" y="181"/>
                    <a:pt x="92" y="181"/>
                    <a:pt x="92" y="181"/>
                  </a:cubicBezTo>
                  <a:cubicBezTo>
                    <a:pt x="92" y="182"/>
                    <a:pt x="91" y="181"/>
                    <a:pt x="91" y="182"/>
                  </a:cubicBezTo>
                  <a:cubicBezTo>
                    <a:pt x="90" y="182"/>
                    <a:pt x="90" y="183"/>
                    <a:pt x="89" y="183"/>
                  </a:cubicBezTo>
                  <a:cubicBezTo>
                    <a:pt x="89" y="183"/>
                    <a:pt x="90" y="182"/>
                    <a:pt x="90" y="183"/>
                  </a:cubicBezTo>
                  <a:cubicBezTo>
                    <a:pt x="89" y="183"/>
                    <a:pt x="89" y="183"/>
                    <a:pt x="88" y="183"/>
                  </a:cubicBezTo>
                  <a:cubicBezTo>
                    <a:pt x="87" y="184"/>
                    <a:pt x="88" y="184"/>
                    <a:pt x="88" y="184"/>
                  </a:cubicBezTo>
                  <a:cubicBezTo>
                    <a:pt x="87" y="184"/>
                    <a:pt x="87" y="186"/>
                    <a:pt x="86" y="186"/>
                  </a:cubicBezTo>
                  <a:cubicBezTo>
                    <a:pt x="86" y="186"/>
                    <a:pt x="86" y="186"/>
                    <a:pt x="86" y="186"/>
                  </a:cubicBezTo>
                  <a:cubicBezTo>
                    <a:pt x="86" y="186"/>
                    <a:pt x="86" y="186"/>
                    <a:pt x="85" y="186"/>
                  </a:cubicBezTo>
                  <a:cubicBezTo>
                    <a:pt x="85" y="186"/>
                    <a:pt x="86" y="186"/>
                    <a:pt x="86" y="186"/>
                  </a:cubicBezTo>
                  <a:cubicBezTo>
                    <a:pt x="84" y="188"/>
                    <a:pt x="83" y="190"/>
                    <a:pt x="81" y="192"/>
                  </a:cubicBezTo>
                  <a:cubicBezTo>
                    <a:pt x="81" y="192"/>
                    <a:pt x="81" y="192"/>
                    <a:pt x="81" y="192"/>
                  </a:cubicBezTo>
                  <a:cubicBezTo>
                    <a:pt x="81" y="193"/>
                    <a:pt x="82" y="192"/>
                    <a:pt x="81" y="193"/>
                  </a:cubicBezTo>
                  <a:cubicBezTo>
                    <a:pt x="81" y="193"/>
                    <a:pt x="81" y="193"/>
                    <a:pt x="81" y="193"/>
                  </a:cubicBezTo>
                  <a:cubicBezTo>
                    <a:pt x="80" y="193"/>
                    <a:pt x="80" y="194"/>
                    <a:pt x="80" y="193"/>
                  </a:cubicBezTo>
                  <a:cubicBezTo>
                    <a:pt x="79" y="193"/>
                    <a:pt x="81" y="192"/>
                    <a:pt x="80" y="192"/>
                  </a:cubicBezTo>
                  <a:cubicBezTo>
                    <a:pt x="80" y="191"/>
                    <a:pt x="80" y="192"/>
                    <a:pt x="80" y="192"/>
                  </a:cubicBezTo>
                  <a:cubicBezTo>
                    <a:pt x="79" y="191"/>
                    <a:pt x="80" y="191"/>
                    <a:pt x="81" y="190"/>
                  </a:cubicBezTo>
                  <a:cubicBezTo>
                    <a:pt x="81" y="191"/>
                    <a:pt x="80" y="191"/>
                    <a:pt x="81" y="191"/>
                  </a:cubicBezTo>
                  <a:cubicBezTo>
                    <a:pt x="81" y="191"/>
                    <a:pt x="82" y="191"/>
                    <a:pt x="82" y="190"/>
                  </a:cubicBezTo>
                  <a:cubicBezTo>
                    <a:pt x="82" y="190"/>
                    <a:pt x="81" y="191"/>
                    <a:pt x="81" y="190"/>
                  </a:cubicBezTo>
                  <a:cubicBezTo>
                    <a:pt x="81" y="189"/>
                    <a:pt x="82" y="190"/>
                    <a:pt x="82" y="190"/>
                  </a:cubicBezTo>
                  <a:cubicBezTo>
                    <a:pt x="83" y="189"/>
                    <a:pt x="82" y="189"/>
                    <a:pt x="81" y="189"/>
                  </a:cubicBezTo>
                  <a:cubicBezTo>
                    <a:pt x="81" y="189"/>
                    <a:pt x="81" y="190"/>
                    <a:pt x="81" y="190"/>
                  </a:cubicBezTo>
                  <a:cubicBezTo>
                    <a:pt x="80" y="190"/>
                    <a:pt x="82" y="188"/>
                    <a:pt x="82" y="188"/>
                  </a:cubicBezTo>
                  <a:cubicBezTo>
                    <a:pt x="83" y="188"/>
                    <a:pt x="82" y="189"/>
                    <a:pt x="82" y="189"/>
                  </a:cubicBezTo>
                  <a:cubicBezTo>
                    <a:pt x="83" y="189"/>
                    <a:pt x="83" y="188"/>
                    <a:pt x="83" y="189"/>
                  </a:cubicBezTo>
                  <a:cubicBezTo>
                    <a:pt x="83" y="188"/>
                    <a:pt x="83" y="188"/>
                    <a:pt x="83" y="187"/>
                  </a:cubicBezTo>
                  <a:cubicBezTo>
                    <a:pt x="86" y="183"/>
                    <a:pt x="86" y="183"/>
                    <a:pt x="86" y="183"/>
                  </a:cubicBezTo>
                  <a:cubicBezTo>
                    <a:pt x="86" y="184"/>
                    <a:pt x="86" y="183"/>
                    <a:pt x="87" y="184"/>
                  </a:cubicBezTo>
                  <a:cubicBezTo>
                    <a:pt x="87" y="183"/>
                    <a:pt x="87" y="183"/>
                    <a:pt x="86" y="183"/>
                  </a:cubicBezTo>
                  <a:cubicBezTo>
                    <a:pt x="87" y="183"/>
                    <a:pt x="86" y="182"/>
                    <a:pt x="87" y="182"/>
                  </a:cubicBezTo>
                  <a:cubicBezTo>
                    <a:pt x="87" y="182"/>
                    <a:pt x="87" y="182"/>
                    <a:pt x="87" y="183"/>
                  </a:cubicBezTo>
                  <a:cubicBezTo>
                    <a:pt x="88" y="182"/>
                    <a:pt x="87" y="182"/>
                    <a:pt x="87" y="182"/>
                  </a:cubicBezTo>
                  <a:cubicBezTo>
                    <a:pt x="89" y="179"/>
                    <a:pt x="92" y="175"/>
                    <a:pt x="95" y="172"/>
                  </a:cubicBezTo>
                  <a:cubicBezTo>
                    <a:pt x="95" y="172"/>
                    <a:pt x="95" y="172"/>
                    <a:pt x="95" y="172"/>
                  </a:cubicBezTo>
                  <a:cubicBezTo>
                    <a:pt x="95" y="172"/>
                    <a:pt x="95" y="171"/>
                    <a:pt x="95" y="171"/>
                  </a:cubicBezTo>
                  <a:cubicBezTo>
                    <a:pt x="95" y="170"/>
                    <a:pt x="95" y="171"/>
                    <a:pt x="95" y="171"/>
                  </a:cubicBezTo>
                  <a:cubicBezTo>
                    <a:pt x="95" y="171"/>
                    <a:pt x="95" y="171"/>
                    <a:pt x="95" y="170"/>
                  </a:cubicBezTo>
                  <a:cubicBezTo>
                    <a:pt x="94" y="170"/>
                    <a:pt x="94" y="170"/>
                    <a:pt x="94" y="171"/>
                  </a:cubicBezTo>
                  <a:cubicBezTo>
                    <a:pt x="93" y="170"/>
                    <a:pt x="94" y="169"/>
                    <a:pt x="95" y="169"/>
                  </a:cubicBezTo>
                  <a:cubicBezTo>
                    <a:pt x="95" y="169"/>
                    <a:pt x="94" y="169"/>
                    <a:pt x="95" y="170"/>
                  </a:cubicBezTo>
                  <a:cubicBezTo>
                    <a:pt x="95" y="170"/>
                    <a:pt x="95" y="169"/>
                    <a:pt x="95" y="169"/>
                  </a:cubicBezTo>
                  <a:cubicBezTo>
                    <a:pt x="96" y="170"/>
                    <a:pt x="95" y="170"/>
                    <a:pt x="95" y="170"/>
                  </a:cubicBezTo>
                  <a:cubicBezTo>
                    <a:pt x="96" y="170"/>
                    <a:pt x="96" y="170"/>
                    <a:pt x="96" y="170"/>
                  </a:cubicBezTo>
                  <a:cubicBezTo>
                    <a:pt x="96" y="168"/>
                    <a:pt x="103" y="164"/>
                    <a:pt x="102" y="163"/>
                  </a:cubicBezTo>
                  <a:cubicBezTo>
                    <a:pt x="105" y="161"/>
                    <a:pt x="102" y="163"/>
                    <a:pt x="105" y="161"/>
                  </a:cubicBezTo>
                  <a:cubicBezTo>
                    <a:pt x="107" y="157"/>
                    <a:pt x="113" y="152"/>
                    <a:pt x="118" y="147"/>
                  </a:cubicBezTo>
                  <a:cubicBezTo>
                    <a:pt x="116" y="151"/>
                    <a:pt x="121" y="145"/>
                    <a:pt x="123" y="143"/>
                  </a:cubicBezTo>
                  <a:cubicBezTo>
                    <a:pt x="123" y="143"/>
                    <a:pt x="123" y="143"/>
                    <a:pt x="123" y="143"/>
                  </a:cubicBezTo>
                  <a:cubicBezTo>
                    <a:pt x="124" y="142"/>
                    <a:pt x="124" y="143"/>
                    <a:pt x="126" y="141"/>
                  </a:cubicBezTo>
                  <a:cubicBezTo>
                    <a:pt x="124" y="141"/>
                    <a:pt x="130" y="137"/>
                    <a:pt x="128" y="138"/>
                  </a:cubicBezTo>
                  <a:cubicBezTo>
                    <a:pt x="129" y="136"/>
                    <a:pt x="131" y="136"/>
                    <a:pt x="131" y="136"/>
                  </a:cubicBezTo>
                  <a:cubicBezTo>
                    <a:pt x="132" y="135"/>
                    <a:pt x="131" y="135"/>
                    <a:pt x="131" y="135"/>
                  </a:cubicBezTo>
                  <a:cubicBezTo>
                    <a:pt x="133" y="134"/>
                    <a:pt x="133" y="133"/>
                    <a:pt x="136" y="131"/>
                  </a:cubicBezTo>
                  <a:cubicBezTo>
                    <a:pt x="135" y="132"/>
                    <a:pt x="136" y="132"/>
                    <a:pt x="137" y="131"/>
                  </a:cubicBezTo>
                  <a:cubicBezTo>
                    <a:pt x="141" y="128"/>
                    <a:pt x="136" y="130"/>
                    <a:pt x="139" y="128"/>
                  </a:cubicBezTo>
                  <a:cubicBezTo>
                    <a:pt x="138" y="128"/>
                    <a:pt x="136" y="130"/>
                    <a:pt x="135" y="130"/>
                  </a:cubicBezTo>
                  <a:cubicBezTo>
                    <a:pt x="134" y="131"/>
                    <a:pt x="134" y="132"/>
                    <a:pt x="134" y="132"/>
                  </a:cubicBezTo>
                  <a:cubicBezTo>
                    <a:pt x="130" y="134"/>
                    <a:pt x="128" y="137"/>
                    <a:pt x="123" y="141"/>
                  </a:cubicBezTo>
                  <a:cubicBezTo>
                    <a:pt x="122" y="141"/>
                    <a:pt x="121" y="143"/>
                    <a:pt x="122" y="141"/>
                  </a:cubicBezTo>
                  <a:cubicBezTo>
                    <a:pt x="121" y="142"/>
                    <a:pt x="120" y="143"/>
                    <a:pt x="117" y="145"/>
                  </a:cubicBezTo>
                  <a:cubicBezTo>
                    <a:pt x="121" y="141"/>
                    <a:pt x="127" y="135"/>
                    <a:pt x="130" y="134"/>
                  </a:cubicBezTo>
                  <a:cubicBezTo>
                    <a:pt x="131" y="133"/>
                    <a:pt x="130" y="132"/>
                    <a:pt x="131" y="132"/>
                  </a:cubicBezTo>
                  <a:cubicBezTo>
                    <a:pt x="129" y="133"/>
                    <a:pt x="130" y="133"/>
                    <a:pt x="128" y="135"/>
                  </a:cubicBezTo>
                  <a:cubicBezTo>
                    <a:pt x="131" y="131"/>
                    <a:pt x="126" y="134"/>
                    <a:pt x="127" y="132"/>
                  </a:cubicBezTo>
                  <a:cubicBezTo>
                    <a:pt x="125" y="133"/>
                    <a:pt x="125" y="133"/>
                    <a:pt x="125" y="133"/>
                  </a:cubicBezTo>
                  <a:cubicBezTo>
                    <a:pt x="124" y="134"/>
                    <a:pt x="127" y="133"/>
                    <a:pt x="125" y="135"/>
                  </a:cubicBezTo>
                  <a:cubicBezTo>
                    <a:pt x="126" y="134"/>
                    <a:pt x="126" y="134"/>
                    <a:pt x="126" y="134"/>
                  </a:cubicBezTo>
                  <a:cubicBezTo>
                    <a:pt x="113" y="146"/>
                    <a:pt x="113" y="146"/>
                    <a:pt x="113" y="146"/>
                  </a:cubicBezTo>
                  <a:cubicBezTo>
                    <a:pt x="112" y="146"/>
                    <a:pt x="112" y="146"/>
                    <a:pt x="113" y="145"/>
                  </a:cubicBezTo>
                  <a:cubicBezTo>
                    <a:pt x="111" y="147"/>
                    <a:pt x="111" y="147"/>
                    <a:pt x="111" y="147"/>
                  </a:cubicBezTo>
                  <a:cubicBezTo>
                    <a:pt x="111" y="148"/>
                    <a:pt x="112" y="146"/>
                    <a:pt x="113" y="146"/>
                  </a:cubicBezTo>
                  <a:cubicBezTo>
                    <a:pt x="113" y="147"/>
                    <a:pt x="111" y="147"/>
                    <a:pt x="110" y="148"/>
                  </a:cubicBezTo>
                  <a:cubicBezTo>
                    <a:pt x="106" y="153"/>
                    <a:pt x="106" y="153"/>
                    <a:pt x="106" y="153"/>
                  </a:cubicBezTo>
                  <a:cubicBezTo>
                    <a:pt x="106" y="150"/>
                    <a:pt x="103" y="155"/>
                    <a:pt x="100" y="157"/>
                  </a:cubicBezTo>
                  <a:cubicBezTo>
                    <a:pt x="101" y="156"/>
                    <a:pt x="104" y="154"/>
                    <a:pt x="104" y="152"/>
                  </a:cubicBezTo>
                  <a:cubicBezTo>
                    <a:pt x="108" y="149"/>
                    <a:pt x="109" y="148"/>
                    <a:pt x="111" y="145"/>
                  </a:cubicBezTo>
                  <a:cubicBezTo>
                    <a:pt x="110" y="145"/>
                    <a:pt x="109" y="147"/>
                    <a:pt x="108" y="148"/>
                  </a:cubicBezTo>
                  <a:cubicBezTo>
                    <a:pt x="108" y="145"/>
                    <a:pt x="106" y="148"/>
                    <a:pt x="103" y="152"/>
                  </a:cubicBezTo>
                  <a:cubicBezTo>
                    <a:pt x="105" y="150"/>
                    <a:pt x="103" y="150"/>
                    <a:pt x="101" y="151"/>
                  </a:cubicBezTo>
                  <a:cubicBezTo>
                    <a:pt x="103" y="149"/>
                    <a:pt x="103" y="149"/>
                    <a:pt x="104" y="149"/>
                  </a:cubicBezTo>
                  <a:cubicBezTo>
                    <a:pt x="105" y="148"/>
                    <a:pt x="105" y="147"/>
                    <a:pt x="107" y="145"/>
                  </a:cubicBezTo>
                  <a:cubicBezTo>
                    <a:pt x="108" y="144"/>
                    <a:pt x="108" y="146"/>
                    <a:pt x="109" y="144"/>
                  </a:cubicBezTo>
                  <a:cubicBezTo>
                    <a:pt x="111" y="142"/>
                    <a:pt x="109" y="141"/>
                    <a:pt x="113" y="139"/>
                  </a:cubicBezTo>
                  <a:cubicBezTo>
                    <a:pt x="113" y="139"/>
                    <a:pt x="111" y="141"/>
                    <a:pt x="111" y="141"/>
                  </a:cubicBezTo>
                  <a:cubicBezTo>
                    <a:pt x="114" y="139"/>
                    <a:pt x="114" y="138"/>
                    <a:pt x="113" y="138"/>
                  </a:cubicBezTo>
                  <a:cubicBezTo>
                    <a:pt x="115" y="136"/>
                    <a:pt x="115" y="137"/>
                    <a:pt x="115" y="137"/>
                  </a:cubicBezTo>
                  <a:cubicBezTo>
                    <a:pt x="115" y="136"/>
                    <a:pt x="118" y="134"/>
                    <a:pt x="118" y="133"/>
                  </a:cubicBezTo>
                  <a:cubicBezTo>
                    <a:pt x="118" y="133"/>
                    <a:pt x="116" y="134"/>
                    <a:pt x="115" y="135"/>
                  </a:cubicBezTo>
                  <a:cubicBezTo>
                    <a:pt x="116" y="134"/>
                    <a:pt x="116" y="134"/>
                    <a:pt x="117" y="132"/>
                  </a:cubicBezTo>
                  <a:cubicBezTo>
                    <a:pt x="115" y="134"/>
                    <a:pt x="115" y="134"/>
                    <a:pt x="116" y="132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4" y="133"/>
                    <a:pt x="113" y="134"/>
                    <a:pt x="112" y="135"/>
                  </a:cubicBezTo>
                  <a:cubicBezTo>
                    <a:pt x="111" y="136"/>
                    <a:pt x="112" y="134"/>
                    <a:pt x="109" y="137"/>
                  </a:cubicBezTo>
                  <a:cubicBezTo>
                    <a:pt x="111" y="135"/>
                    <a:pt x="109" y="136"/>
                    <a:pt x="110" y="134"/>
                  </a:cubicBezTo>
                  <a:cubicBezTo>
                    <a:pt x="112" y="133"/>
                    <a:pt x="110" y="133"/>
                    <a:pt x="111" y="133"/>
                  </a:cubicBezTo>
                  <a:cubicBezTo>
                    <a:pt x="112" y="131"/>
                    <a:pt x="115" y="128"/>
                    <a:pt x="116" y="127"/>
                  </a:cubicBezTo>
                  <a:cubicBezTo>
                    <a:pt x="118" y="126"/>
                    <a:pt x="119" y="125"/>
                    <a:pt x="120" y="126"/>
                  </a:cubicBezTo>
                  <a:cubicBezTo>
                    <a:pt x="121" y="125"/>
                    <a:pt x="121" y="124"/>
                    <a:pt x="121" y="124"/>
                  </a:cubicBezTo>
                  <a:cubicBezTo>
                    <a:pt x="121" y="124"/>
                    <a:pt x="119" y="125"/>
                    <a:pt x="119" y="124"/>
                  </a:cubicBezTo>
                  <a:cubicBezTo>
                    <a:pt x="122" y="121"/>
                    <a:pt x="125" y="119"/>
                    <a:pt x="126" y="117"/>
                  </a:cubicBezTo>
                  <a:cubicBezTo>
                    <a:pt x="127" y="116"/>
                    <a:pt x="127" y="116"/>
                    <a:pt x="128" y="116"/>
                  </a:cubicBezTo>
                  <a:cubicBezTo>
                    <a:pt x="142" y="104"/>
                    <a:pt x="148" y="99"/>
                    <a:pt x="162" y="88"/>
                  </a:cubicBezTo>
                  <a:cubicBezTo>
                    <a:pt x="163" y="89"/>
                    <a:pt x="163" y="89"/>
                    <a:pt x="164" y="88"/>
                  </a:cubicBezTo>
                  <a:cubicBezTo>
                    <a:pt x="166" y="86"/>
                    <a:pt x="163" y="88"/>
                    <a:pt x="163" y="88"/>
                  </a:cubicBezTo>
                  <a:cubicBezTo>
                    <a:pt x="175" y="79"/>
                    <a:pt x="184" y="73"/>
                    <a:pt x="197" y="65"/>
                  </a:cubicBezTo>
                  <a:cubicBezTo>
                    <a:pt x="197" y="65"/>
                    <a:pt x="196" y="65"/>
                    <a:pt x="195" y="66"/>
                  </a:cubicBezTo>
                  <a:cubicBezTo>
                    <a:pt x="196" y="65"/>
                    <a:pt x="197" y="65"/>
                    <a:pt x="199" y="63"/>
                  </a:cubicBezTo>
                  <a:cubicBezTo>
                    <a:pt x="199" y="64"/>
                    <a:pt x="199" y="64"/>
                    <a:pt x="201" y="63"/>
                  </a:cubicBezTo>
                  <a:cubicBezTo>
                    <a:pt x="202" y="63"/>
                    <a:pt x="201" y="62"/>
                    <a:pt x="201" y="62"/>
                  </a:cubicBezTo>
                  <a:cubicBezTo>
                    <a:pt x="203" y="61"/>
                    <a:pt x="203" y="61"/>
                    <a:pt x="203" y="62"/>
                  </a:cubicBezTo>
                  <a:cubicBezTo>
                    <a:pt x="207" y="60"/>
                    <a:pt x="211" y="58"/>
                    <a:pt x="214" y="56"/>
                  </a:cubicBezTo>
                  <a:cubicBezTo>
                    <a:pt x="213" y="56"/>
                    <a:pt x="212" y="57"/>
                    <a:pt x="210" y="57"/>
                  </a:cubicBezTo>
                  <a:cubicBezTo>
                    <a:pt x="214" y="54"/>
                    <a:pt x="214" y="57"/>
                    <a:pt x="222" y="53"/>
                  </a:cubicBezTo>
                  <a:cubicBezTo>
                    <a:pt x="222" y="52"/>
                    <a:pt x="218" y="54"/>
                    <a:pt x="217" y="54"/>
                  </a:cubicBezTo>
                  <a:cubicBezTo>
                    <a:pt x="219" y="52"/>
                    <a:pt x="216" y="54"/>
                    <a:pt x="216" y="53"/>
                  </a:cubicBezTo>
                  <a:cubicBezTo>
                    <a:pt x="215" y="53"/>
                    <a:pt x="214" y="54"/>
                    <a:pt x="214" y="54"/>
                  </a:cubicBezTo>
                  <a:cubicBezTo>
                    <a:pt x="212" y="54"/>
                    <a:pt x="215" y="53"/>
                    <a:pt x="210" y="56"/>
                  </a:cubicBezTo>
                  <a:cubicBezTo>
                    <a:pt x="211" y="54"/>
                    <a:pt x="217" y="52"/>
                    <a:pt x="219" y="50"/>
                  </a:cubicBezTo>
                  <a:cubicBezTo>
                    <a:pt x="220" y="50"/>
                    <a:pt x="219" y="51"/>
                    <a:pt x="221" y="50"/>
                  </a:cubicBezTo>
                  <a:cubicBezTo>
                    <a:pt x="227" y="46"/>
                    <a:pt x="237" y="41"/>
                    <a:pt x="245" y="39"/>
                  </a:cubicBezTo>
                  <a:cubicBezTo>
                    <a:pt x="246" y="40"/>
                    <a:pt x="242" y="40"/>
                    <a:pt x="241" y="41"/>
                  </a:cubicBezTo>
                  <a:cubicBezTo>
                    <a:pt x="242" y="41"/>
                    <a:pt x="244" y="40"/>
                    <a:pt x="245" y="40"/>
                  </a:cubicBezTo>
                  <a:cubicBezTo>
                    <a:pt x="247" y="39"/>
                    <a:pt x="249" y="39"/>
                    <a:pt x="254" y="37"/>
                  </a:cubicBezTo>
                  <a:cubicBezTo>
                    <a:pt x="252" y="37"/>
                    <a:pt x="247" y="38"/>
                    <a:pt x="253" y="36"/>
                  </a:cubicBezTo>
                  <a:cubicBezTo>
                    <a:pt x="252" y="36"/>
                    <a:pt x="250" y="37"/>
                    <a:pt x="251" y="36"/>
                  </a:cubicBezTo>
                  <a:cubicBezTo>
                    <a:pt x="252" y="36"/>
                    <a:pt x="254" y="35"/>
                    <a:pt x="255" y="35"/>
                  </a:cubicBezTo>
                  <a:cubicBezTo>
                    <a:pt x="257" y="35"/>
                    <a:pt x="255" y="34"/>
                    <a:pt x="258" y="33"/>
                  </a:cubicBezTo>
                  <a:cubicBezTo>
                    <a:pt x="259" y="34"/>
                    <a:pt x="259" y="34"/>
                    <a:pt x="259" y="34"/>
                  </a:cubicBezTo>
                  <a:cubicBezTo>
                    <a:pt x="263" y="32"/>
                    <a:pt x="265" y="32"/>
                    <a:pt x="267" y="31"/>
                  </a:cubicBezTo>
                  <a:cubicBezTo>
                    <a:pt x="273" y="28"/>
                    <a:pt x="273" y="30"/>
                    <a:pt x="279" y="27"/>
                  </a:cubicBezTo>
                  <a:cubicBezTo>
                    <a:pt x="280" y="27"/>
                    <a:pt x="279" y="27"/>
                    <a:pt x="279" y="28"/>
                  </a:cubicBezTo>
                  <a:cubicBezTo>
                    <a:pt x="282" y="27"/>
                    <a:pt x="285" y="26"/>
                    <a:pt x="285" y="25"/>
                  </a:cubicBezTo>
                  <a:cubicBezTo>
                    <a:pt x="288" y="26"/>
                    <a:pt x="294" y="23"/>
                    <a:pt x="301" y="22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301" y="21"/>
                    <a:pt x="297" y="22"/>
                    <a:pt x="296" y="22"/>
                  </a:cubicBezTo>
                  <a:cubicBezTo>
                    <a:pt x="298" y="21"/>
                    <a:pt x="297" y="22"/>
                    <a:pt x="298" y="21"/>
                  </a:cubicBezTo>
                  <a:cubicBezTo>
                    <a:pt x="301" y="20"/>
                    <a:pt x="301" y="20"/>
                    <a:pt x="301" y="20"/>
                  </a:cubicBezTo>
                  <a:cubicBezTo>
                    <a:pt x="301" y="20"/>
                    <a:pt x="297" y="21"/>
                    <a:pt x="297" y="21"/>
                  </a:cubicBezTo>
                  <a:cubicBezTo>
                    <a:pt x="300" y="19"/>
                    <a:pt x="301" y="19"/>
                    <a:pt x="305" y="18"/>
                  </a:cubicBezTo>
                  <a:cubicBezTo>
                    <a:pt x="305" y="19"/>
                    <a:pt x="307" y="18"/>
                    <a:pt x="306" y="19"/>
                  </a:cubicBezTo>
                  <a:cubicBezTo>
                    <a:pt x="308" y="18"/>
                    <a:pt x="309" y="17"/>
                    <a:pt x="309" y="18"/>
                  </a:cubicBezTo>
                  <a:cubicBezTo>
                    <a:pt x="316" y="16"/>
                    <a:pt x="316" y="16"/>
                    <a:pt x="322" y="15"/>
                  </a:cubicBezTo>
                  <a:cubicBezTo>
                    <a:pt x="325" y="15"/>
                    <a:pt x="325" y="14"/>
                    <a:pt x="327" y="13"/>
                  </a:cubicBezTo>
                  <a:cubicBezTo>
                    <a:pt x="329" y="12"/>
                    <a:pt x="329" y="13"/>
                    <a:pt x="330" y="13"/>
                  </a:cubicBezTo>
                  <a:cubicBezTo>
                    <a:pt x="332" y="13"/>
                    <a:pt x="332" y="12"/>
                    <a:pt x="334" y="12"/>
                  </a:cubicBezTo>
                  <a:cubicBezTo>
                    <a:pt x="336" y="12"/>
                    <a:pt x="338" y="11"/>
                    <a:pt x="338" y="12"/>
                  </a:cubicBezTo>
                  <a:cubicBezTo>
                    <a:pt x="337" y="12"/>
                    <a:pt x="338" y="12"/>
                    <a:pt x="337" y="12"/>
                  </a:cubicBezTo>
                  <a:cubicBezTo>
                    <a:pt x="337" y="12"/>
                    <a:pt x="336" y="12"/>
                    <a:pt x="336" y="12"/>
                  </a:cubicBezTo>
                  <a:cubicBezTo>
                    <a:pt x="336" y="13"/>
                    <a:pt x="340" y="11"/>
                    <a:pt x="341" y="12"/>
                  </a:cubicBezTo>
                  <a:cubicBezTo>
                    <a:pt x="343" y="12"/>
                    <a:pt x="337" y="12"/>
                    <a:pt x="340" y="11"/>
                  </a:cubicBezTo>
                  <a:cubicBezTo>
                    <a:pt x="342" y="11"/>
                    <a:pt x="342" y="11"/>
                    <a:pt x="342" y="11"/>
                  </a:cubicBezTo>
                  <a:cubicBezTo>
                    <a:pt x="344" y="11"/>
                    <a:pt x="344" y="11"/>
                    <a:pt x="345" y="11"/>
                  </a:cubicBezTo>
                  <a:cubicBezTo>
                    <a:pt x="346" y="10"/>
                    <a:pt x="340" y="11"/>
                    <a:pt x="342" y="10"/>
                  </a:cubicBezTo>
                  <a:cubicBezTo>
                    <a:pt x="347" y="10"/>
                    <a:pt x="347" y="10"/>
                    <a:pt x="347" y="10"/>
                  </a:cubicBezTo>
                  <a:cubicBezTo>
                    <a:pt x="347" y="9"/>
                    <a:pt x="347" y="9"/>
                    <a:pt x="345" y="9"/>
                  </a:cubicBezTo>
                  <a:cubicBezTo>
                    <a:pt x="349" y="8"/>
                    <a:pt x="350" y="10"/>
                    <a:pt x="354" y="10"/>
                  </a:cubicBezTo>
                  <a:cubicBezTo>
                    <a:pt x="356" y="10"/>
                    <a:pt x="358" y="9"/>
                    <a:pt x="360" y="9"/>
                  </a:cubicBezTo>
                  <a:cubicBezTo>
                    <a:pt x="361" y="9"/>
                    <a:pt x="359" y="9"/>
                    <a:pt x="361" y="9"/>
                  </a:cubicBezTo>
                  <a:cubicBezTo>
                    <a:pt x="360" y="9"/>
                    <a:pt x="359" y="9"/>
                    <a:pt x="358" y="9"/>
                  </a:cubicBezTo>
                  <a:cubicBezTo>
                    <a:pt x="355" y="8"/>
                    <a:pt x="363" y="8"/>
                    <a:pt x="360" y="8"/>
                  </a:cubicBezTo>
                  <a:cubicBezTo>
                    <a:pt x="361" y="7"/>
                    <a:pt x="362" y="9"/>
                    <a:pt x="364" y="8"/>
                  </a:cubicBezTo>
                  <a:cubicBezTo>
                    <a:pt x="367" y="8"/>
                    <a:pt x="362" y="8"/>
                    <a:pt x="363" y="7"/>
                  </a:cubicBezTo>
                  <a:cubicBezTo>
                    <a:pt x="364" y="7"/>
                    <a:pt x="365" y="7"/>
                    <a:pt x="365" y="7"/>
                  </a:cubicBezTo>
                  <a:cubicBezTo>
                    <a:pt x="366" y="7"/>
                    <a:pt x="367" y="8"/>
                    <a:pt x="367" y="8"/>
                  </a:cubicBezTo>
                  <a:cubicBezTo>
                    <a:pt x="367" y="9"/>
                    <a:pt x="370" y="8"/>
                    <a:pt x="371" y="9"/>
                  </a:cubicBezTo>
                  <a:cubicBezTo>
                    <a:pt x="374" y="8"/>
                    <a:pt x="371" y="8"/>
                    <a:pt x="372" y="8"/>
                  </a:cubicBezTo>
                  <a:cubicBezTo>
                    <a:pt x="372" y="7"/>
                    <a:pt x="371" y="8"/>
                    <a:pt x="371" y="8"/>
                  </a:cubicBezTo>
                  <a:cubicBezTo>
                    <a:pt x="371" y="7"/>
                    <a:pt x="379" y="9"/>
                    <a:pt x="381" y="7"/>
                  </a:cubicBezTo>
                  <a:cubicBezTo>
                    <a:pt x="384" y="7"/>
                    <a:pt x="386" y="8"/>
                    <a:pt x="390" y="7"/>
                  </a:cubicBezTo>
                  <a:cubicBezTo>
                    <a:pt x="390" y="7"/>
                    <a:pt x="389" y="7"/>
                    <a:pt x="390" y="7"/>
                  </a:cubicBezTo>
                  <a:cubicBezTo>
                    <a:pt x="387" y="6"/>
                    <a:pt x="389" y="6"/>
                    <a:pt x="386" y="5"/>
                  </a:cubicBezTo>
                  <a:cubicBezTo>
                    <a:pt x="388" y="6"/>
                    <a:pt x="389" y="7"/>
                    <a:pt x="391" y="6"/>
                  </a:cubicBezTo>
                  <a:cubicBezTo>
                    <a:pt x="392" y="6"/>
                    <a:pt x="392" y="7"/>
                    <a:pt x="394" y="7"/>
                  </a:cubicBezTo>
                  <a:cubicBezTo>
                    <a:pt x="395" y="7"/>
                    <a:pt x="395" y="6"/>
                    <a:pt x="395" y="6"/>
                  </a:cubicBezTo>
                  <a:cubicBezTo>
                    <a:pt x="396" y="6"/>
                    <a:pt x="399" y="6"/>
                    <a:pt x="397" y="6"/>
                  </a:cubicBezTo>
                  <a:cubicBezTo>
                    <a:pt x="401" y="5"/>
                    <a:pt x="402" y="7"/>
                    <a:pt x="401" y="7"/>
                  </a:cubicBezTo>
                  <a:cubicBezTo>
                    <a:pt x="408" y="7"/>
                    <a:pt x="400" y="5"/>
                    <a:pt x="400" y="4"/>
                  </a:cubicBezTo>
                  <a:cubicBezTo>
                    <a:pt x="402" y="5"/>
                    <a:pt x="404" y="4"/>
                    <a:pt x="401" y="4"/>
                  </a:cubicBezTo>
                  <a:cubicBezTo>
                    <a:pt x="406" y="3"/>
                    <a:pt x="402" y="5"/>
                    <a:pt x="407" y="5"/>
                  </a:cubicBezTo>
                  <a:cubicBezTo>
                    <a:pt x="411" y="4"/>
                    <a:pt x="406" y="3"/>
                    <a:pt x="410" y="3"/>
                  </a:cubicBezTo>
                  <a:cubicBezTo>
                    <a:pt x="408" y="2"/>
                    <a:pt x="400" y="3"/>
                    <a:pt x="399" y="2"/>
                  </a:cubicBezTo>
                  <a:cubicBezTo>
                    <a:pt x="400" y="1"/>
                    <a:pt x="404" y="2"/>
                    <a:pt x="404" y="2"/>
                  </a:cubicBezTo>
                  <a:cubicBezTo>
                    <a:pt x="407" y="2"/>
                    <a:pt x="407" y="1"/>
                    <a:pt x="412" y="2"/>
                  </a:cubicBezTo>
                  <a:cubicBezTo>
                    <a:pt x="411" y="2"/>
                    <a:pt x="413" y="2"/>
                    <a:pt x="412" y="3"/>
                  </a:cubicBezTo>
                  <a:cubicBezTo>
                    <a:pt x="415" y="3"/>
                    <a:pt x="415" y="1"/>
                    <a:pt x="419" y="1"/>
                  </a:cubicBezTo>
                  <a:cubicBezTo>
                    <a:pt x="417" y="2"/>
                    <a:pt x="416" y="2"/>
                    <a:pt x="421" y="2"/>
                  </a:cubicBezTo>
                  <a:cubicBezTo>
                    <a:pt x="420" y="3"/>
                    <a:pt x="417" y="3"/>
                    <a:pt x="417" y="2"/>
                  </a:cubicBezTo>
                  <a:cubicBezTo>
                    <a:pt x="416" y="2"/>
                    <a:pt x="416" y="3"/>
                    <a:pt x="415" y="3"/>
                  </a:cubicBezTo>
                  <a:cubicBezTo>
                    <a:pt x="414" y="3"/>
                    <a:pt x="417" y="3"/>
                    <a:pt x="417" y="4"/>
                  </a:cubicBezTo>
                  <a:cubicBezTo>
                    <a:pt x="419" y="4"/>
                    <a:pt x="418" y="3"/>
                    <a:pt x="416" y="3"/>
                  </a:cubicBezTo>
                  <a:cubicBezTo>
                    <a:pt x="417" y="3"/>
                    <a:pt x="421" y="3"/>
                    <a:pt x="421" y="4"/>
                  </a:cubicBezTo>
                  <a:cubicBezTo>
                    <a:pt x="418" y="4"/>
                    <a:pt x="427" y="5"/>
                    <a:pt x="424" y="5"/>
                  </a:cubicBezTo>
                  <a:cubicBezTo>
                    <a:pt x="427" y="5"/>
                    <a:pt x="427" y="6"/>
                    <a:pt x="430" y="6"/>
                  </a:cubicBezTo>
                  <a:cubicBezTo>
                    <a:pt x="426" y="5"/>
                    <a:pt x="427" y="5"/>
                    <a:pt x="425" y="4"/>
                  </a:cubicBezTo>
                  <a:cubicBezTo>
                    <a:pt x="426" y="4"/>
                    <a:pt x="428" y="4"/>
                    <a:pt x="430" y="4"/>
                  </a:cubicBezTo>
                  <a:cubicBezTo>
                    <a:pt x="427" y="4"/>
                    <a:pt x="430" y="4"/>
                    <a:pt x="428" y="4"/>
                  </a:cubicBezTo>
                  <a:cubicBezTo>
                    <a:pt x="429" y="5"/>
                    <a:pt x="432" y="5"/>
                    <a:pt x="433" y="5"/>
                  </a:cubicBezTo>
                  <a:cubicBezTo>
                    <a:pt x="434" y="5"/>
                    <a:pt x="431" y="5"/>
                    <a:pt x="431" y="4"/>
                  </a:cubicBezTo>
                  <a:cubicBezTo>
                    <a:pt x="432" y="4"/>
                    <a:pt x="438" y="5"/>
                    <a:pt x="438" y="5"/>
                  </a:cubicBezTo>
                  <a:cubicBezTo>
                    <a:pt x="442" y="6"/>
                    <a:pt x="445" y="6"/>
                    <a:pt x="453" y="7"/>
                  </a:cubicBezTo>
                  <a:cubicBezTo>
                    <a:pt x="453" y="7"/>
                    <a:pt x="452" y="7"/>
                    <a:pt x="451" y="7"/>
                  </a:cubicBezTo>
                  <a:cubicBezTo>
                    <a:pt x="451" y="7"/>
                    <a:pt x="453" y="7"/>
                    <a:pt x="453" y="7"/>
                  </a:cubicBezTo>
                  <a:cubicBezTo>
                    <a:pt x="452" y="8"/>
                    <a:pt x="450" y="7"/>
                    <a:pt x="447" y="6"/>
                  </a:cubicBezTo>
                  <a:cubicBezTo>
                    <a:pt x="447" y="7"/>
                    <a:pt x="447" y="7"/>
                    <a:pt x="447" y="7"/>
                  </a:cubicBezTo>
                  <a:cubicBezTo>
                    <a:pt x="448" y="7"/>
                    <a:pt x="453" y="8"/>
                    <a:pt x="453" y="9"/>
                  </a:cubicBezTo>
                  <a:cubicBezTo>
                    <a:pt x="454" y="8"/>
                    <a:pt x="456" y="7"/>
                    <a:pt x="453" y="6"/>
                  </a:cubicBezTo>
                  <a:cubicBezTo>
                    <a:pt x="454" y="6"/>
                    <a:pt x="457" y="7"/>
                    <a:pt x="455" y="6"/>
                  </a:cubicBezTo>
                  <a:cubicBezTo>
                    <a:pt x="456" y="6"/>
                    <a:pt x="458" y="7"/>
                    <a:pt x="460" y="7"/>
                  </a:cubicBezTo>
                  <a:cubicBezTo>
                    <a:pt x="460" y="7"/>
                    <a:pt x="459" y="7"/>
                    <a:pt x="458" y="6"/>
                  </a:cubicBezTo>
                  <a:cubicBezTo>
                    <a:pt x="460" y="6"/>
                    <a:pt x="465" y="7"/>
                    <a:pt x="465" y="6"/>
                  </a:cubicBezTo>
                  <a:cubicBezTo>
                    <a:pt x="466" y="7"/>
                    <a:pt x="466" y="7"/>
                    <a:pt x="465" y="7"/>
                  </a:cubicBezTo>
                  <a:cubicBezTo>
                    <a:pt x="466" y="7"/>
                    <a:pt x="469" y="8"/>
                    <a:pt x="468" y="8"/>
                  </a:cubicBezTo>
                  <a:cubicBezTo>
                    <a:pt x="466" y="8"/>
                    <a:pt x="466" y="8"/>
                    <a:pt x="463" y="7"/>
                  </a:cubicBezTo>
                  <a:cubicBezTo>
                    <a:pt x="463" y="8"/>
                    <a:pt x="464" y="8"/>
                    <a:pt x="464" y="8"/>
                  </a:cubicBezTo>
                  <a:cubicBezTo>
                    <a:pt x="468" y="9"/>
                    <a:pt x="467" y="8"/>
                    <a:pt x="470" y="9"/>
                  </a:cubicBezTo>
                  <a:cubicBezTo>
                    <a:pt x="470" y="8"/>
                    <a:pt x="473" y="8"/>
                    <a:pt x="477" y="9"/>
                  </a:cubicBezTo>
                  <a:cubicBezTo>
                    <a:pt x="476" y="10"/>
                    <a:pt x="474" y="9"/>
                    <a:pt x="471" y="9"/>
                  </a:cubicBezTo>
                  <a:cubicBezTo>
                    <a:pt x="472" y="9"/>
                    <a:pt x="472" y="10"/>
                    <a:pt x="472" y="10"/>
                  </a:cubicBezTo>
                  <a:cubicBezTo>
                    <a:pt x="473" y="10"/>
                    <a:pt x="475" y="10"/>
                    <a:pt x="476" y="10"/>
                  </a:cubicBezTo>
                  <a:cubicBezTo>
                    <a:pt x="478" y="10"/>
                    <a:pt x="478" y="11"/>
                    <a:pt x="478" y="11"/>
                  </a:cubicBezTo>
                  <a:cubicBezTo>
                    <a:pt x="479" y="11"/>
                    <a:pt x="481" y="11"/>
                    <a:pt x="483" y="12"/>
                  </a:cubicBezTo>
                  <a:cubicBezTo>
                    <a:pt x="483" y="11"/>
                    <a:pt x="484" y="11"/>
                    <a:pt x="482" y="11"/>
                  </a:cubicBezTo>
                  <a:cubicBezTo>
                    <a:pt x="483" y="10"/>
                    <a:pt x="485" y="11"/>
                    <a:pt x="484" y="12"/>
                  </a:cubicBezTo>
                  <a:cubicBezTo>
                    <a:pt x="485" y="12"/>
                    <a:pt x="486" y="11"/>
                    <a:pt x="487" y="12"/>
                  </a:cubicBezTo>
                  <a:cubicBezTo>
                    <a:pt x="487" y="12"/>
                    <a:pt x="485" y="10"/>
                    <a:pt x="490" y="11"/>
                  </a:cubicBezTo>
                  <a:cubicBezTo>
                    <a:pt x="490" y="10"/>
                    <a:pt x="485" y="10"/>
                    <a:pt x="484" y="9"/>
                  </a:cubicBezTo>
                  <a:cubicBezTo>
                    <a:pt x="482" y="9"/>
                    <a:pt x="481" y="9"/>
                    <a:pt x="482" y="9"/>
                  </a:cubicBezTo>
                  <a:cubicBezTo>
                    <a:pt x="480" y="9"/>
                    <a:pt x="481" y="9"/>
                    <a:pt x="478" y="8"/>
                  </a:cubicBezTo>
                  <a:cubicBezTo>
                    <a:pt x="478" y="8"/>
                    <a:pt x="482" y="9"/>
                    <a:pt x="481" y="7"/>
                  </a:cubicBezTo>
                  <a:cubicBezTo>
                    <a:pt x="484" y="8"/>
                    <a:pt x="482" y="8"/>
                    <a:pt x="482" y="8"/>
                  </a:cubicBezTo>
                  <a:cubicBezTo>
                    <a:pt x="486" y="9"/>
                    <a:pt x="486" y="9"/>
                    <a:pt x="489" y="9"/>
                  </a:cubicBezTo>
                  <a:cubicBezTo>
                    <a:pt x="489" y="9"/>
                    <a:pt x="487" y="9"/>
                    <a:pt x="487" y="8"/>
                  </a:cubicBezTo>
                  <a:cubicBezTo>
                    <a:pt x="491" y="9"/>
                    <a:pt x="493" y="10"/>
                    <a:pt x="496" y="11"/>
                  </a:cubicBezTo>
                  <a:cubicBezTo>
                    <a:pt x="495" y="11"/>
                    <a:pt x="495" y="10"/>
                    <a:pt x="495" y="11"/>
                  </a:cubicBezTo>
                  <a:cubicBezTo>
                    <a:pt x="496" y="11"/>
                    <a:pt x="499" y="12"/>
                    <a:pt x="499" y="11"/>
                  </a:cubicBezTo>
                  <a:cubicBezTo>
                    <a:pt x="500" y="12"/>
                    <a:pt x="500" y="12"/>
                    <a:pt x="501" y="13"/>
                  </a:cubicBezTo>
                  <a:cubicBezTo>
                    <a:pt x="505" y="13"/>
                    <a:pt x="510" y="15"/>
                    <a:pt x="512" y="16"/>
                  </a:cubicBezTo>
                  <a:cubicBezTo>
                    <a:pt x="514" y="17"/>
                    <a:pt x="512" y="15"/>
                    <a:pt x="510" y="14"/>
                  </a:cubicBezTo>
                  <a:cubicBezTo>
                    <a:pt x="510" y="14"/>
                    <a:pt x="516" y="16"/>
                    <a:pt x="514" y="16"/>
                  </a:cubicBezTo>
                  <a:cubicBezTo>
                    <a:pt x="516" y="17"/>
                    <a:pt x="519" y="18"/>
                    <a:pt x="520" y="18"/>
                  </a:cubicBezTo>
                  <a:cubicBezTo>
                    <a:pt x="519" y="17"/>
                    <a:pt x="518" y="17"/>
                    <a:pt x="517" y="17"/>
                  </a:cubicBezTo>
                  <a:cubicBezTo>
                    <a:pt x="520" y="17"/>
                    <a:pt x="527" y="19"/>
                    <a:pt x="532" y="21"/>
                  </a:cubicBezTo>
                  <a:cubicBezTo>
                    <a:pt x="529" y="19"/>
                    <a:pt x="537" y="22"/>
                    <a:pt x="537" y="22"/>
                  </a:cubicBezTo>
                  <a:cubicBezTo>
                    <a:pt x="539" y="22"/>
                    <a:pt x="538" y="23"/>
                    <a:pt x="540" y="23"/>
                  </a:cubicBezTo>
                  <a:cubicBezTo>
                    <a:pt x="539" y="23"/>
                    <a:pt x="538" y="23"/>
                    <a:pt x="536" y="22"/>
                  </a:cubicBezTo>
                  <a:cubicBezTo>
                    <a:pt x="536" y="23"/>
                    <a:pt x="543" y="25"/>
                    <a:pt x="545" y="25"/>
                  </a:cubicBezTo>
                  <a:cubicBezTo>
                    <a:pt x="545" y="25"/>
                    <a:pt x="542" y="25"/>
                    <a:pt x="540" y="24"/>
                  </a:cubicBezTo>
                  <a:cubicBezTo>
                    <a:pt x="543" y="24"/>
                    <a:pt x="547" y="25"/>
                    <a:pt x="551" y="27"/>
                  </a:cubicBezTo>
                  <a:cubicBezTo>
                    <a:pt x="551" y="27"/>
                    <a:pt x="550" y="27"/>
                    <a:pt x="552" y="28"/>
                  </a:cubicBezTo>
                  <a:cubicBezTo>
                    <a:pt x="551" y="28"/>
                    <a:pt x="549" y="26"/>
                    <a:pt x="549" y="27"/>
                  </a:cubicBezTo>
                  <a:cubicBezTo>
                    <a:pt x="550" y="28"/>
                    <a:pt x="552" y="28"/>
                    <a:pt x="552" y="29"/>
                  </a:cubicBezTo>
                  <a:cubicBezTo>
                    <a:pt x="554" y="30"/>
                    <a:pt x="550" y="28"/>
                    <a:pt x="551" y="29"/>
                  </a:cubicBezTo>
                  <a:cubicBezTo>
                    <a:pt x="555" y="29"/>
                    <a:pt x="555" y="30"/>
                    <a:pt x="558" y="30"/>
                  </a:cubicBezTo>
                  <a:cubicBezTo>
                    <a:pt x="562" y="32"/>
                    <a:pt x="569" y="34"/>
                    <a:pt x="569" y="35"/>
                  </a:cubicBezTo>
                  <a:cubicBezTo>
                    <a:pt x="571" y="36"/>
                    <a:pt x="570" y="35"/>
                    <a:pt x="571" y="35"/>
                  </a:cubicBezTo>
                  <a:cubicBezTo>
                    <a:pt x="572" y="36"/>
                    <a:pt x="575" y="37"/>
                    <a:pt x="573" y="37"/>
                  </a:cubicBezTo>
                  <a:cubicBezTo>
                    <a:pt x="575" y="38"/>
                    <a:pt x="575" y="38"/>
                    <a:pt x="577" y="39"/>
                  </a:cubicBezTo>
                  <a:cubicBezTo>
                    <a:pt x="577" y="39"/>
                    <a:pt x="575" y="39"/>
                    <a:pt x="576" y="39"/>
                  </a:cubicBezTo>
                  <a:cubicBezTo>
                    <a:pt x="578" y="40"/>
                    <a:pt x="578" y="39"/>
                    <a:pt x="579" y="39"/>
                  </a:cubicBezTo>
                  <a:cubicBezTo>
                    <a:pt x="579" y="38"/>
                    <a:pt x="576" y="38"/>
                    <a:pt x="576" y="38"/>
                  </a:cubicBezTo>
                  <a:cubicBezTo>
                    <a:pt x="576" y="37"/>
                    <a:pt x="580" y="39"/>
                    <a:pt x="579" y="39"/>
                  </a:cubicBezTo>
                  <a:cubicBezTo>
                    <a:pt x="581" y="40"/>
                    <a:pt x="581" y="40"/>
                    <a:pt x="583" y="40"/>
                  </a:cubicBezTo>
                  <a:cubicBezTo>
                    <a:pt x="586" y="42"/>
                    <a:pt x="586" y="42"/>
                    <a:pt x="589" y="44"/>
                  </a:cubicBezTo>
                  <a:cubicBezTo>
                    <a:pt x="587" y="43"/>
                    <a:pt x="587" y="42"/>
                    <a:pt x="586" y="42"/>
                  </a:cubicBezTo>
                  <a:cubicBezTo>
                    <a:pt x="585" y="40"/>
                    <a:pt x="593" y="44"/>
                    <a:pt x="594" y="45"/>
                  </a:cubicBezTo>
                  <a:cubicBezTo>
                    <a:pt x="594" y="45"/>
                    <a:pt x="591" y="43"/>
                    <a:pt x="590" y="43"/>
                  </a:cubicBezTo>
                  <a:cubicBezTo>
                    <a:pt x="592" y="45"/>
                    <a:pt x="596" y="46"/>
                    <a:pt x="598" y="48"/>
                  </a:cubicBezTo>
                  <a:cubicBezTo>
                    <a:pt x="600" y="49"/>
                    <a:pt x="597" y="46"/>
                    <a:pt x="599" y="47"/>
                  </a:cubicBezTo>
                  <a:cubicBezTo>
                    <a:pt x="600" y="48"/>
                    <a:pt x="601" y="49"/>
                    <a:pt x="603" y="50"/>
                  </a:cubicBezTo>
                  <a:cubicBezTo>
                    <a:pt x="603" y="50"/>
                    <a:pt x="606" y="52"/>
                    <a:pt x="606" y="51"/>
                  </a:cubicBezTo>
                  <a:cubicBezTo>
                    <a:pt x="612" y="54"/>
                    <a:pt x="615" y="56"/>
                    <a:pt x="620" y="59"/>
                  </a:cubicBezTo>
                  <a:cubicBezTo>
                    <a:pt x="619" y="58"/>
                    <a:pt x="619" y="59"/>
                    <a:pt x="619" y="59"/>
                  </a:cubicBezTo>
                  <a:cubicBezTo>
                    <a:pt x="624" y="60"/>
                    <a:pt x="634" y="67"/>
                    <a:pt x="640" y="71"/>
                  </a:cubicBezTo>
                  <a:cubicBezTo>
                    <a:pt x="642" y="72"/>
                    <a:pt x="641" y="71"/>
                    <a:pt x="643" y="73"/>
                  </a:cubicBezTo>
                  <a:cubicBezTo>
                    <a:pt x="643" y="73"/>
                    <a:pt x="643" y="73"/>
                    <a:pt x="644" y="73"/>
                  </a:cubicBezTo>
                  <a:cubicBezTo>
                    <a:pt x="644" y="73"/>
                    <a:pt x="643" y="72"/>
                    <a:pt x="642" y="72"/>
                  </a:cubicBezTo>
                  <a:cubicBezTo>
                    <a:pt x="645" y="73"/>
                    <a:pt x="651" y="78"/>
                    <a:pt x="653" y="78"/>
                  </a:cubicBezTo>
                  <a:cubicBezTo>
                    <a:pt x="655" y="80"/>
                    <a:pt x="658" y="83"/>
                    <a:pt x="661" y="84"/>
                  </a:cubicBezTo>
                  <a:cubicBezTo>
                    <a:pt x="665" y="87"/>
                    <a:pt x="675" y="94"/>
                    <a:pt x="680" y="98"/>
                  </a:cubicBezTo>
                  <a:cubicBezTo>
                    <a:pt x="680" y="98"/>
                    <a:pt x="679" y="97"/>
                    <a:pt x="679" y="98"/>
                  </a:cubicBezTo>
                  <a:cubicBezTo>
                    <a:pt x="681" y="99"/>
                    <a:pt x="682" y="100"/>
                    <a:pt x="684" y="102"/>
                  </a:cubicBezTo>
                  <a:cubicBezTo>
                    <a:pt x="685" y="102"/>
                    <a:pt x="683" y="101"/>
                    <a:pt x="684" y="101"/>
                  </a:cubicBezTo>
                  <a:cubicBezTo>
                    <a:pt x="688" y="104"/>
                    <a:pt x="693" y="109"/>
                    <a:pt x="699" y="114"/>
                  </a:cubicBezTo>
                  <a:cubicBezTo>
                    <a:pt x="698" y="114"/>
                    <a:pt x="698" y="114"/>
                    <a:pt x="699" y="115"/>
                  </a:cubicBezTo>
                  <a:cubicBezTo>
                    <a:pt x="701" y="117"/>
                    <a:pt x="702" y="118"/>
                    <a:pt x="703" y="118"/>
                  </a:cubicBezTo>
                  <a:cubicBezTo>
                    <a:pt x="705" y="120"/>
                    <a:pt x="704" y="119"/>
                    <a:pt x="705" y="120"/>
                  </a:cubicBezTo>
                  <a:cubicBezTo>
                    <a:pt x="707" y="122"/>
                    <a:pt x="704" y="119"/>
                    <a:pt x="705" y="119"/>
                  </a:cubicBezTo>
                  <a:cubicBezTo>
                    <a:pt x="707" y="121"/>
                    <a:pt x="707" y="121"/>
                    <a:pt x="709" y="123"/>
                  </a:cubicBezTo>
                  <a:cubicBezTo>
                    <a:pt x="705" y="121"/>
                    <a:pt x="715" y="129"/>
                    <a:pt x="718" y="132"/>
                  </a:cubicBezTo>
                  <a:cubicBezTo>
                    <a:pt x="716" y="131"/>
                    <a:pt x="717" y="131"/>
                    <a:pt x="716" y="129"/>
                  </a:cubicBezTo>
                  <a:cubicBezTo>
                    <a:pt x="716" y="129"/>
                    <a:pt x="717" y="130"/>
                    <a:pt x="717" y="130"/>
                  </a:cubicBezTo>
                  <a:cubicBezTo>
                    <a:pt x="722" y="135"/>
                    <a:pt x="722" y="134"/>
                    <a:pt x="723" y="137"/>
                  </a:cubicBezTo>
                  <a:cubicBezTo>
                    <a:pt x="724" y="138"/>
                    <a:pt x="723" y="136"/>
                    <a:pt x="724" y="136"/>
                  </a:cubicBezTo>
                  <a:cubicBezTo>
                    <a:pt x="727" y="139"/>
                    <a:pt x="727" y="140"/>
                    <a:pt x="728" y="141"/>
                  </a:cubicBezTo>
                  <a:cubicBezTo>
                    <a:pt x="729" y="142"/>
                    <a:pt x="732" y="144"/>
                    <a:pt x="732" y="145"/>
                  </a:cubicBezTo>
                  <a:cubicBezTo>
                    <a:pt x="732" y="146"/>
                    <a:pt x="735" y="148"/>
                    <a:pt x="734" y="148"/>
                  </a:cubicBezTo>
                  <a:cubicBezTo>
                    <a:pt x="736" y="149"/>
                    <a:pt x="736" y="149"/>
                    <a:pt x="737" y="150"/>
                  </a:cubicBezTo>
                  <a:cubicBezTo>
                    <a:pt x="738" y="150"/>
                    <a:pt x="735" y="148"/>
                    <a:pt x="734" y="147"/>
                  </a:cubicBezTo>
                  <a:cubicBezTo>
                    <a:pt x="736" y="147"/>
                    <a:pt x="734" y="144"/>
                    <a:pt x="736" y="144"/>
                  </a:cubicBezTo>
                  <a:cubicBezTo>
                    <a:pt x="739" y="150"/>
                    <a:pt x="741" y="155"/>
                    <a:pt x="745" y="161"/>
                  </a:cubicBezTo>
                  <a:cubicBezTo>
                    <a:pt x="747" y="163"/>
                    <a:pt x="742" y="157"/>
                    <a:pt x="747" y="162"/>
                  </a:cubicBezTo>
                  <a:cubicBezTo>
                    <a:pt x="747" y="161"/>
                    <a:pt x="745" y="159"/>
                    <a:pt x="746" y="160"/>
                  </a:cubicBezTo>
                  <a:cubicBezTo>
                    <a:pt x="744" y="157"/>
                    <a:pt x="744" y="158"/>
                    <a:pt x="743" y="156"/>
                  </a:cubicBezTo>
                  <a:cubicBezTo>
                    <a:pt x="743" y="156"/>
                    <a:pt x="745" y="158"/>
                    <a:pt x="746" y="159"/>
                  </a:cubicBezTo>
                  <a:cubicBezTo>
                    <a:pt x="746" y="159"/>
                    <a:pt x="745" y="156"/>
                    <a:pt x="747" y="158"/>
                  </a:cubicBezTo>
                  <a:cubicBezTo>
                    <a:pt x="746" y="156"/>
                    <a:pt x="744" y="153"/>
                    <a:pt x="745" y="154"/>
                  </a:cubicBezTo>
                  <a:cubicBezTo>
                    <a:pt x="747" y="156"/>
                    <a:pt x="748" y="158"/>
                    <a:pt x="749" y="159"/>
                  </a:cubicBezTo>
                  <a:cubicBezTo>
                    <a:pt x="749" y="160"/>
                    <a:pt x="752" y="165"/>
                    <a:pt x="750" y="164"/>
                  </a:cubicBezTo>
                  <a:cubicBezTo>
                    <a:pt x="752" y="166"/>
                    <a:pt x="751" y="167"/>
                    <a:pt x="751" y="167"/>
                  </a:cubicBezTo>
                  <a:cubicBezTo>
                    <a:pt x="753" y="170"/>
                    <a:pt x="756" y="173"/>
                    <a:pt x="757" y="174"/>
                  </a:cubicBezTo>
                  <a:cubicBezTo>
                    <a:pt x="757" y="173"/>
                    <a:pt x="755" y="172"/>
                    <a:pt x="754" y="170"/>
                  </a:cubicBezTo>
                  <a:cubicBezTo>
                    <a:pt x="754" y="168"/>
                    <a:pt x="759" y="172"/>
                    <a:pt x="756" y="168"/>
                  </a:cubicBezTo>
                  <a:cubicBezTo>
                    <a:pt x="757" y="169"/>
                    <a:pt x="757" y="170"/>
                    <a:pt x="759" y="173"/>
                  </a:cubicBezTo>
                  <a:cubicBezTo>
                    <a:pt x="759" y="174"/>
                    <a:pt x="757" y="173"/>
                    <a:pt x="760" y="177"/>
                  </a:cubicBezTo>
                  <a:cubicBezTo>
                    <a:pt x="759" y="176"/>
                    <a:pt x="759" y="175"/>
                    <a:pt x="758" y="175"/>
                  </a:cubicBezTo>
                  <a:cubicBezTo>
                    <a:pt x="760" y="177"/>
                    <a:pt x="760" y="179"/>
                    <a:pt x="762" y="181"/>
                  </a:cubicBezTo>
                  <a:cubicBezTo>
                    <a:pt x="762" y="182"/>
                    <a:pt x="762" y="181"/>
                    <a:pt x="764" y="182"/>
                  </a:cubicBezTo>
                  <a:cubicBezTo>
                    <a:pt x="765" y="184"/>
                    <a:pt x="766" y="187"/>
                    <a:pt x="767" y="186"/>
                  </a:cubicBezTo>
                  <a:cubicBezTo>
                    <a:pt x="768" y="186"/>
                    <a:pt x="765" y="183"/>
                    <a:pt x="764" y="182"/>
                  </a:cubicBezTo>
                  <a:cubicBezTo>
                    <a:pt x="762" y="178"/>
                    <a:pt x="767" y="183"/>
                    <a:pt x="764" y="178"/>
                  </a:cubicBezTo>
                  <a:cubicBezTo>
                    <a:pt x="766" y="180"/>
                    <a:pt x="766" y="181"/>
                    <a:pt x="766" y="179"/>
                  </a:cubicBezTo>
                  <a:cubicBezTo>
                    <a:pt x="767" y="180"/>
                    <a:pt x="768" y="181"/>
                    <a:pt x="768" y="181"/>
                  </a:cubicBezTo>
                  <a:cubicBezTo>
                    <a:pt x="770" y="185"/>
                    <a:pt x="768" y="190"/>
                    <a:pt x="774" y="194"/>
                  </a:cubicBezTo>
                  <a:cubicBezTo>
                    <a:pt x="773" y="192"/>
                    <a:pt x="774" y="192"/>
                    <a:pt x="776" y="194"/>
                  </a:cubicBezTo>
                  <a:cubicBezTo>
                    <a:pt x="775" y="192"/>
                    <a:pt x="774" y="188"/>
                    <a:pt x="776" y="190"/>
                  </a:cubicBezTo>
                  <a:cubicBezTo>
                    <a:pt x="782" y="200"/>
                    <a:pt x="774" y="198"/>
                    <a:pt x="781" y="209"/>
                  </a:cubicBezTo>
                  <a:cubicBezTo>
                    <a:pt x="782" y="211"/>
                    <a:pt x="782" y="210"/>
                    <a:pt x="784" y="211"/>
                  </a:cubicBezTo>
                  <a:cubicBezTo>
                    <a:pt x="782" y="207"/>
                    <a:pt x="785" y="207"/>
                    <a:pt x="785" y="203"/>
                  </a:cubicBezTo>
                  <a:cubicBezTo>
                    <a:pt x="789" y="210"/>
                    <a:pt x="784" y="206"/>
                    <a:pt x="788" y="212"/>
                  </a:cubicBezTo>
                  <a:cubicBezTo>
                    <a:pt x="786" y="212"/>
                    <a:pt x="788" y="216"/>
                    <a:pt x="786" y="217"/>
                  </a:cubicBezTo>
                  <a:cubicBezTo>
                    <a:pt x="787" y="218"/>
                    <a:pt x="788" y="218"/>
                    <a:pt x="789" y="220"/>
                  </a:cubicBezTo>
                  <a:cubicBezTo>
                    <a:pt x="788" y="220"/>
                    <a:pt x="787" y="218"/>
                    <a:pt x="787" y="219"/>
                  </a:cubicBezTo>
                  <a:cubicBezTo>
                    <a:pt x="788" y="221"/>
                    <a:pt x="789" y="223"/>
                    <a:pt x="791" y="226"/>
                  </a:cubicBezTo>
                  <a:cubicBezTo>
                    <a:pt x="793" y="227"/>
                    <a:pt x="790" y="222"/>
                    <a:pt x="793" y="224"/>
                  </a:cubicBezTo>
                  <a:cubicBezTo>
                    <a:pt x="792" y="220"/>
                    <a:pt x="793" y="220"/>
                    <a:pt x="795" y="221"/>
                  </a:cubicBezTo>
                  <a:cubicBezTo>
                    <a:pt x="798" y="227"/>
                    <a:pt x="796" y="231"/>
                    <a:pt x="795" y="230"/>
                  </a:cubicBezTo>
                  <a:cubicBezTo>
                    <a:pt x="795" y="231"/>
                    <a:pt x="796" y="233"/>
                    <a:pt x="796" y="234"/>
                  </a:cubicBezTo>
                  <a:cubicBezTo>
                    <a:pt x="793" y="231"/>
                    <a:pt x="796" y="239"/>
                    <a:pt x="792" y="235"/>
                  </a:cubicBezTo>
                  <a:cubicBezTo>
                    <a:pt x="794" y="238"/>
                    <a:pt x="793" y="237"/>
                    <a:pt x="792" y="236"/>
                  </a:cubicBezTo>
                  <a:cubicBezTo>
                    <a:pt x="794" y="240"/>
                    <a:pt x="794" y="243"/>
                    <a:pt x="797" y="248"/>
                  </a:cubicBezTo>
                  <a:cubicBezTo>
                    <a:pt x="797" y="246"/>
                    <a:pt x="797" y="245"/>
                    <a:pt x="799" y="248"/>
                  </a:cubicBezTo>
                  <a:cubicBezTo>
                    <a:pt x="799" y="247"/>
                    <a:pt x="798" y="246"/>
                    <a:pt x="798" y="245"/>
                  </a:cubicBezTo>
                  <a:cubicBezTo>
                    <a:pt x="798" y="244"/>
                    <a:pt x="799" y="247"/>
                    <a:pt x="800" y="247"/>
                  </a:cubicBezTo>
                  <a:cubicBezTo>
                    <a:pt x="800" y="246"/>
                    <a:pt x="799" y="246"/>
                    <a:pt x="798" y="244"/>
                  </a:cubicBezTo>
                  <a:cubicBezTo>
                    <a:pt x="799" y="244"/>
                    <a:pt x="800" y="246"/>
                    <a:pt x="800" y="246"/>
                  </a:cubicBezTo>
                  <a:cubicBezTo>
                    <a:pt x="802" y="250"/>
                    <a:pt x="800" y="249"/>
                    <a:pt x="801" y="252"/>
                  </a:cubicBezTo>
                  <a:cubicBezTo>
                    <a:pt x="799" y="250"/>
                    <a:pt x="800" y="252"/>
                    <a:pt x="799" y="251"/>
                  </a:cubicBezTo>
                  <a:cubicBezTo>
                    <a:pt x="800" y="252"/>
                    <a:pt x="801" y="254"/>
                    <a:pt x="802" y="256"/>
                  </a:cubicBezTo>
                  <a:cubicBezTo>
                    <a:pt x="800" y="254"/>
                    <a:pt x="800" y="256"/>
                    <a:pt x="799" y="255"/>
                  </a:cubicBezTo>
                  <a:cubicBezTo>
                    <a:pt x="799" y="256"/>
                    <a:pt x="800" y="257"/>
                    <a:pt x="800" y="258"/>
                  </a:cubicBezTo>
                  <a:cubicBezTo>
                    <a:pt x="798" y="257"/>
                    <a:pt x="797" y="261"/>
                    <a:pt x="794" y="257"/>
                  </a:cubicBezTo>
                  <a:cubicBezTo>
                    <a:pt x="794" y="258"/>
                    <a:pt x="795" y="260"/>
                    <a:pt x="794" y="260"/>
                  </a:cubicBezTo>
                  <a:cubicBezTo>
                    <a:pt x="792" y="255"/>
                    <a:pt x="791" y="256"/>
                    <a:pt x="790" y="256"/>
                  </a:cubicBezTo>
                  <a:cubicBezTo>
                    <a:pt x="792" y="259"/>
                    <a:pt x="794" y="261"/>
                    <a:pt x="795" y="265"/>
                  </a:cubicBezTo>
                  <a:cubicBezTo>
                    <a:pt x="793" y="262"/>
                    <a:pt x="795" y="266"/>
                    <a:pt x="793" y="262"/>
                  </a:cubicBezTo>
                  <a:cubicBezTo>
                    <a:pt x="792" y="267"/>
                    <a:pt x="790" y="268"/>
                    <a:pt x="787" y="266"/>
                  </a:cubicBezTo>
                  <a:cubicBezTo>
                    <a:pt x="786" y="263"/>
                    <a:pt x="784" y="260"/>
                    <a:pt x="784" y="259"/>
                  </a:cubicBezTo>
                  <a:cubicBezTo>
                    <a:pt x="784" y="258"/>
                    <a:pt x="783" y="258"/>
                    <a:pt x="783" y="257"/>
                  </a:cubicBezTo>
                  <a:cubicBezTo>
                    <a:pt x="783" y="257"/>
                    <a:pt x="783" y="258"/>
                    <a:pt x="784" y="259"/>
                  </a:cubicBezTo>
                  <a:cubicBezTo>
                    <a:pt x="783" y="258"/>
                    <a:pt x="782" y="256"/>
                    <a:pt x="782" y="255"/>
                  </a:cubicBezTo>
                  <a:close/>
                  <a:moveTo>
                    <a:pt x="340" y="50"/>
                  </a:moveTo>
                  <a:cubicBezTo>
                    <a:pt x="338" y="51"/>
                    <a:pt x="336" y="51"/>
                    <a:pt x="336" y="51"/>
                  </a:cubicBezTo>
                  <a:cubicBezTo>
                    <a:pt x="338" y="51"/>
                    <a:pt x="340" y="51"/>
                    <a:pt x="340" y="50"/>
                  </a:cubicBezTo>
                  <a:close/>
                  <a:moveTo>
                    <a:pt x="236" y="74"/>
                  </a:moveTo>
                  <a:cubicBezTo>
                    <a:pt x="236" y="74"/>
                    <a:pt x="235" y="75"/>
                    <a:pt x="235" y="74"/>
                  </a:cubicBezTo>
                  <a:cubicBezTo>
                    <a:pt x="234" y="75"/>
                    <a:pt x="233" y="75"/>
                    <a:pt x="233" y="76"/>
                  </a:cubicBezTo>
                  <a:cubicBezTo>
                    <a:pt x="236" y="75"/>
                    <a:pt x="230" y="77"/>
                    <a:pt x="232" y="77"/>
                  </a:cubicBezTo>
                  <a:cubicBezTo>
                    <a:pt x="234" y="76"/>
                    <a:pt x="235" y="75"/>
                    <a:pt x="236" y="74"/>
                  </a:cubicBezTo>
                  <a:close/>
                  <a:moveTo>
                    <a:pt x="231" y="76"/>
                  </a:moveTo>
                  <a:cubicBezTo>
                    <a:pt x="232" y="75"/>
                    <a:pt x="233" y="76"/>
                    <a:pt x="234" y="74"/>
                  </a:cubicBezTo>
                  <a:cubicBezTo>
                    <a:pt x="234" y="75"/>
                    <a:pt x="236" y="72"/>
                    <a:pt x="237" y="71"/>
                  </a:cubicBezTo>
                  <a:cubicBezTo>
                    <a:pt x="233" y="73"/>
                    <a:pt x="233" y="74"/>
                    <a:pt x="231" y="76"/>
                  </a:cubicBezTo>
                  <a:close/>
                  <a:moveTo>
                    <a:pt x="162" y="116"/>
                  </a:moveTo>
                  <a:cubicBezTo>
                    <a:pt x="164" y="115"/>
                    <a:pt x="164" y="115"/>
                    <a:pt x="164" y="115"/>
                  </a:cubicBezTo>
                  <a:cubicBezTo>
                    <a:pt x="162" y="115"/>
                    <a:pt x="165" y="114"/>
                    <a:pt x="167" y="112"/>
                  </a:cubicBezTo>
                  <a:cubicBezTo>
                    <a:pt x="165" y="113"/>
                    <a:pt x="164" y="114"/>
                    <a:pt x="164" y="114"/>
                  </a:cubicBezTo>
                  <a:cubicBezTo>
                    <a:pt x="167" y="111"/>
                    <a:pt x="164" y="113"/>
                    <a:pt x="165" y="111"/>
                  </a:cubicBezTo>
                  <a:cubicBezTo>
                    <a:pt x="164" y="112"/>
                    <a:pt x="162" y="113"/>
                    <a:pt x="162" y="114"/>
                  </a:cubicBezTo>
                  <a:cubicBezTo>
                    <a:pt x="168" y="110"/>
                    <a:pt x="160" y="115"/>
                    <a:pt x="162" y="114"/>
                  </a:cubicBezTo>
                  <a:cubicBezTo>
                    <a:pt x="166" y="112"/>
                    <a:pt x="161" y="116"/>
                    <a:pt x="162" y="116"/>
                  </a:cubicBezTo>
                  <a:close/>
                  <a:moveTo>
                    <a:pt x="132" y="113"/>
                  </a:moveTo>
                  <a:cubicBezTo>
                    <a:pt x="134" y="112"/>
                    <a:pt x="135" y="111"/>
                    <a:pt x="134" y="111"/>
                  </a:cubicBezTo>
                  <a:cubicBezTo>
                    <a:pt x="132" y="113"/>
                    <a:pt x="132" y="113"/>
                    <a:pt x="132" y="113"/>
                  </a:cubicBezTo>
                  <a:close/>
                  <a:moveTo>
                    <a:pt x="788" y="254"/>
                  </a:moveTo>
                  <a:cubicBezTo>
                    <a:pt x="788" y="256"/>
                    <a:pt x="790" y="259"/>
                    <a:pt x="791" y="260"/>
                  </a:cubicBezTo>
                  <a:cubicBezTo>
                    <a:pt x="790" y="258"/>
                    <a:pt x="789" y="255"/>
                    <a:pt x="788" y="254"/>
                  </a:cubicBezTo>
                  <a:close/>
                  <a:moveTo>
                    <a:pt x="792" y="242"/>
                  </a:moveTo>
                  <a:cubicBezTo>
                    <a:pt x="793" y="245"/>
                    <a:pt x="794" y="247"/>
                    <a:pt x="796" y="250"/>
                  </a:cubicBezTo>
                  <a:cubicBezTo>
                    <a:pt x="797" y="249"/>
                    <a:pt x="792" y="240"/>
                    <a:pt x="790" y="237"/>
                  </a:cubicBezTo>
                  <a:cubicBezTo>
                    <a:pt x="790" y="239"/>
                    <a:pt x="794" y="244"/>
                    <a:pt x="795" y="246"/>
                  </a:cubicBezTo>
                  <a:cubicBezTo>
                    <a:pt x="794" y="246"/>
                    <a:pt x="793" y="243"/>
                    <a:pt x="792" y="242"/>
                  </a:cubicBezTo>
                  <a:close/>
                  <a:moveTo>
                    <a:pt x="787" y="245"/>
                  </a:moveTo>
                  <a:cubicBezTo>
                    <a:pt x="787" y="245"/>
                    <a:pt x="787" y="247"/>
                    <a:pt x="786" y="246"/>
                  </a:cubicBezTo>
                  <a:cubicBezTo>
                    <a:pt x="788" y="248"/>
                    <a:pt x="789" y="252"/>
                    <a:pt x="790" y="253"/>
                  </a:cubicBezTo>
                  <a:cubicBezTo>
                    <a:pt x="789" y="250"/>
                    <a:pt x="788" y="247"/>
                    <a:pt x="787" y="245"/>
                  </a:cubicBezTo>
                  <a:close/>
                  <a:moveTo>
                    <a:pt x="779" y="256"/>
                  </a:moveTo>
                  <a:cubicBezTo>
                    <a:pt x="779" y="256"/>
                    <a:pt x="776" y="252"/>
                    <a:pt x="777" y="255"/>
                  </a:cubicBezTo>
                  <a:cubicBezTo>
                    <a:pt x="778" y="255"/>
                    <a:pt x="778" y="255"/>
                    <a:pt x="779" y="257"/>
                  </a:cubicBezTo>
                  <a:cubicBezTo>
                    <a:pt x="779" y="258"/>
                    <a:pt x="779" y="258"/>
                    <a:pt x="779" y="258"/>
                  </a:cubicBezTo>
                  <a:cubicBezTo>
                    <a:pt x="780" y="258"/>
                    <a:pt x="780" y="258"/>
                    <a:pt x="779" y="256"/>
                  </a:cubicBezTo>
                  <a:close/>
                  <a:moveTo>
                    <a:pt x="785" y="244"/>
                  </a:moveTo>
                  <a:cubicBezTo>
                    <a:pt x="787" y="249"/>
                    <a:pt x="783" y="241"/>
                    <a:pt x="784" y="244"/>
                  </a:cubicBezTo>
                  <a:cubicBezTo>
                    <a:pt x="786" y="246"/>
                    <a:pt x="784" y="246"/>
                    <a:pt x="785" y="247"/>
                  </a:cubicBezTo>
                  <a:cubicBezTo>
                    <a:pt x="785" y="246"/>
                    <a:pt x="787" y="249"/>
                    <a:pt x="787" y="249"/>
                  </a:cubicBezTo>
                  <a:cubicBezTo>
                    <a:pt x="786" y="247"/>
                    <a:pt x="786" y="245"/>
                    <a:pt x="785" y="244"/>
                  </a:cubicBezTo>
                  <a:close/>
                  <a:moveTo>
                    <a:pt x="789" y="230"/>
                  </a:moveTo>
                  <a:cubicBezTo>
                    <a:pt x="790" y="231"/>
                    <a:pt x="791" y="232"/>
                    <a:pt x="792" y="233"/>
                  </a:cubicBezTo>
                  <a:cubicBezTo>
                    <a:pt x="790" y="230"/>
                    <a:pt x="789" y="228"/>
                    <a:pt x="790" y="229"/>
                  </a:cubicBezTo>
                  <a:cubicBezTo>
                    <a:pt x="788" y="225"/>
                    <a:pt x="789" y="224"/>
                    <a:pt x="787" y="222"/>
                  </a:cubicBezTo>
                  <a:cubicBezTo>
                    <a:pt x="787" y="222"/>
                    <a:pt x="787" y="224"/>
                    <a:pt x="786" y="224"/>
                  </a:cubicBezTo>
                  <a:cubicBezTo>
                    <a:pt x="788" y="225"/>
                    <a:pt x="788" y="226"/>
                    <a:pt x="789" y="227"/>
                  </a:cubicBezTo>
                  <a:cubicBezTo>
                    <a:pt x="789" y="228"/>
                    <a:pt x="789" y="229"/>
                    <a:pt x="789" y="229"/>
                  </a:cubicBezTo>
                  <a:cubicBezTo>
                    <a:pt x="788" y="226"/>
                    <a:pt x="787" y="226"/>
                    <a:pt x="785" y="224"/>
                  </a:cubicBezTo>
                  <a:cubicBezTo>
                    <a:pt x="787" y="227"/>
                    <a:pt x="786" y="227"/>
                    <a:pt x="785" y="226"/>
                  </a:cubicBezTo>
                  <a:cubicBezTo>
                    <a:pt x="787" y="230"/>
                    <a:pt x="786" y="228"/>
                    <a:pt x="787" y="231"/>
                  </a:cubicBezTo>
                  <a:cubicBezTo>
                    <a:pt x="788" y="231"/>
                    <a:pt x="789" y="234"/>
                    <a:pt x="790" y="235"/>
                  </a:cubicBezTo>
                  <a:cubicBezTo>
                    <a:pt x="790" y="235"/>
                    <a:pt x="792" y="237"/>
                    <a:pt x="791" y="235"/>
                  </a:cubicBezTo>
                  <a:cubicBezTo>
                    <a:pt x="790" y="235"/>
                    <a:pt x="790" y="233"/>
                    <a:pt x="789" y="232"/>
                  </a:cubicBezTo>
                  <a:cubicBezTo>
                    <a:pt x="789" y="232"/>
                    <a:pt x="790" y="235"/>
                    <a:pt x="789" y="233"/>
                  </a:cubicBezTo>
                  <a:cubicBezTo>
                    <a:pt x="789" y="233"/>
                    <a:pt x="787" y="230"/>
                    <a:pt x="788" y="230"/>
                  </a:cubicBezTo>
                  <a:cubicBezTo>
                    <a:pt x="789" y="232"/>
                    <a:pt x="790" y="234"/>
                    <a:pt x="792" y="235"/>
                  </a:cubicBezTo>
                  <a:cubicBezTo>
                    <a:pt x="791" y="234"/>
                    <a:pt x="789" y="231"/>
                    <a:pt x="789" y="230"/>
                  </a:cubicBezTo>
                  <a:close/>
                  <a:moveTo>
                    <a:pt x="788" y="235"/>
                  </a:moveTo>
                  <a:cubicBezTo>
                    <a:pt x="788" y="233"/>
                    <a:pt x="786" y="229"/>
                    <a:pt x="785" y="229"/>
                  </a:cubicBezTo>
                  <a:cubicBezTo>
                    <a:pt x="787" y="231"/>
                    <a:pt x="787" y="234"/>
                    <a:pt x="788" y="235"/>
                  </a:cubicBezTo>
                  <a:close/>
                  <a:moveTo>
                    <a:pt x="756" y="236"/>
                  </a:moveTo>
                  <a:cubicBezTo>
                    <a:pt x="755" y="236"/>
                    <a:pt x="757" y="239"/>
                    <a:pt x="758" y="240"/>
                  </a:cubicBezTo>
                  <a:cubicBezTo>
                    <a:pt x="760" y="241"/>
                    <a:pt x="759" y="242"/>
                    <a:pt x="760" y="244"/>
                  </a:cubicBezTo>
                  <a:cubicBezTo>
                    <a:pt x="760" y="243"/>
                    <a:pt x="762" y="245"/>
                    <a:pt x="761" y="242"/>
                  </a:cubicBezTo>
                  <a:cubicBezTo>
                    <a:pt x="759" y="241"/>
                    <a:pt x="759" y="241"/>
                    <a:pt x="756" y="236"/>
                  </a:cubicBezTo>
                  <a:close/>
                  <a:moveTo>
                    <a:pt x="780" y="220"/>
                  </a:moveTo>
                  <a:cubicBezTo>
                    <a:pt x="781" y="222"/>
                    <a:pt x="781" y="223"/>
                    <a:pt x="782" y="225"/>
                  </a:cubicBezTo>
                  <a:cubicBezTo>
                    <a:pt x="783" y="226"/>
                    <a:pt x="784" y="227"/>
                    <a:pt x="785" y="228"/>
                  </a:cubicBezTo>
                  <a:cubicBezTo>
                    <a:pt x="783" y="225"/>
                    <a:pt x="782" y="222"/>
                    <a:pt x="780" y="220"/>
                  </a:cubicBezTo>
                  <a:close/>
                  <a:moveTo>
                    <a:pt x="787" y="219"/>
                  </a:moveTo>
                  <a:cubicBezTo>
                    <a:pt x="786" y="219"/>
                    <a:pt x="786" y="220"/>
                    <a:pt x="787" y="221"/>
                  </a:cubicBezTo>
                  <a:cubicBezTo>
                    <a:pt x="787" y="221"/>
                    <a:pt x="789" y="225"/>
                    <a:pt x="789" y="223"/>
                  </a:cubicBezTo>
                  <a:cubicBezTo>
                    <a:pt x="787" y="221"/>
                    <a:pt x="787" y="220"/>
                    <a:pt x="787" y="219"/>
                  </a:cubicBezTo>
                  <a:close/>
                  <a:moveTo>
                    <a:pt x="781" y="226"/>
                  </a:moveTo>
                  <a:cubicBezTo>
                    <a:pt x="781" y="227"/>
                    <a:pt x="780" y="223"/>
                    <a:pt x="779" y="224"/>
                  </a:cubicBezTo>
                  <a:cubicBezTo>
                    <a:pt x="780" y="224"/>
                    <a:pt x="780" y="225"/>
                    <a:pt x="779" y="225"/>
                  </a:cubicBezTo>
                  <a:cubicBezTo>
                    <a:pt x="781" y="228"/>
                    <a:pt x="783" y="228"/>
                    <a:pt x="781" y="226"/>
                  </a:cubicBezTo>
                  <a:close/>
                  <a:moveTo>
                    <a:pt x="760" y="233"/>
                  </a:moveTo>
                  <a:cubicBezTo>
                    <a:pt x="761" y="237"/>
                    <a:pt x="756" y="230"/>
                    <a:pt x="756" y="233"/>
                  </a:cubicBezTo>
                  <a:cubicBezTo>
                    <a:pt x="758" y="234"/>
                    <a:pt x="760" y="235"/>
                    <a:pt x="762" y="237"/>
                  </a:cubicBezTo>
                  <a:cubicBezTo>
                    <a:pt x="761" y="235"/>
                    <a:pt x="761" y="233"/>
                    <a:pt x="760" y="233"/>
                  </a:cubicBezTo>
                  <a:close/>
                  <a:moveTo>
                    <a:pt x="754" y="232"/>
                  </a:moveTo>
                  <a:cubicBezTo>
                    <a:pt x="755" y="231"/>
                    <a:pt x="756" y="235"/>
                    <a:pt x="757" y="236"/>
                  </a:cubicBezTo>
                  <a:cubicBezTo>
                    <a:pt x="757" y="234"/>
                    <a:pt x="753" y="229"/>
                    <a:pt x="754" y="232"/>
                  </a:cubicBezTo>
                  <a:close/>
                  <a:moveTo>
                    <a:pt x="747" y="236"/>
                  </a:moveTo>
                  <a:cubicBezTo>
                    <a:pt x="746" y="236"/>
                    <a:pt x="748" y="238"/>
                    <a:pt x="748" y="239"/>
                  </a:cubicBezTo>
                  <a:cubicBezTo>
                    <a:pt x="749" y="239"/>
                    <a:pt x="749" y="240"/>
                    <a:pt x="749" y="239"/>
                  </a:cubicBezTo>
                  <a:cubicBezTo>
                    <a:pt x="748" y="239"/>
                    <a:pt x="748" y="237"/>
                    <a:pt x="747" y="236"/>
                  </a:cubicBezTo>
                  <a:close/>
                  <a:moveTo>
                    <a:pt x="753" y="170"/>
                  </a:moveTo>
                  <a:cubicBezTo>
                    <a:pt x="752" y="170"/>
                    <a:pt x="752" y="170"/>
                    <a:pt x="753" y="172"/>
                  </a:cubicBezTo>
                  <a:cubicBezTo>
                    <a:pt x="754" y="172"/>
                    <a:pt x="755" y="172"/>
                    <a:pt x="756" y="173"/>
                  </a:cubicBezTo>
                  <a:cubicBezTo>
                    <a:pt x="754" y="172"/>
                    <a:pt x="753" y="171"/>
                    <a:pt x="753" y="170"/>
                  </a:cubicBezTo>
                  <a:close/>
                  <a:moveTo>
                    <a:pt x="747" y="163"/>
                  </a:moveTo>
                  <a:cubicBezTo>
                    <a:pt x="746" y="162"/>
                    <a:pt x="745" y="163"/>
                    <a:pt x="746" y="165"/>
                  </a:cubicBezTo>
                  <a:cubicBezTo>
                    <a:pt x="746" y="164"/>
                    <a:pt x="749" y="168"/>
                    <a:pt x="749" y="167"/>
                  </a:cubicBezTo>
                  <a:cubicBezTo>
                    <a:pt x="746" y="163"/>
                    <a:pt x="748" y="165"/>
                    <a:pt x="747" y="163"/>
                  </a:cubicBezTo>
                  <a:close/>
                  <a:moveTo>
                    <a:pt x="726" y="156"/>
                  </a:moveTo>
                  <a:cubicBezTo>
                    <a:pt x="725" y="156"/>
                    <a:pt x="728" y="159"/>
                    <a:pt x="729" y="160"/>
                  </a:cubicBezTo>
                  <a:cubicBezTo>
                    <a:pt x="730" y="160"/>
                    <a:pt x="728" y="158"/>
                    <a:pt x="726" y="156"/>
                  </a:cubicBezTo>
                  <a:close/>
                  <a:moveTo>
                    <a:pt x="723" y="152"/>
                  </a:moveTo>
                  <a:cubicBezTo>
                    <a:pt x="722" y="152"/>
                    <a:pt x="721" y="151"/>
                    <a:pt x="721" y="150"/>
                  </a:cubicBezTo>
                  <a:cubicBezTo>
                    <a:pt x="720" y="150"/>
                    <a:pt x="720" y="151"/>
                    <a:pt x="721" y="152"/>
                  </a:cubicBezTo>
                  <a:cubicBezTo>
                    <a:pt x="722" y="151"/>
                    <a:pt x="725" y="155"/>
                    <a:pt x="724" y="153"/>
                  </a:cubicBezTo>
                  <a:cubicBezTo>
                    <a:pt x="723" y="153"/>
                    <a:pt x="723" y="153"/>
                    <a:pt x="723" y="152"/>
                  </a:cubicBezTo>
                  <a:close/>
                  <a:moveTo>
                    <a:pt x="726" y="146"/>
                  </a:moveTo>
                  <a:cubicBezTo>
                    <a:pt x="727" y="147"/>
                    <a:pt x="726" y="147"/>
                    <a:pt x="728" y="149"/>
                  </a:cubicBezTo>
                  <a:cubicBezTo>
                    <a:pt x="729" y="150"/>
                    <a:pt x="727" y="147"/>
                    <a:pt x="726" y="146"/>
                  </a:cubicBezTo>
                  <a:close/>
                  <a:moveTo>
                    <a:pt x="717" y="154"/>
                  </a:moveTo>
                  <a:cubicBezTo>
                    <a:pt x="718" y="156"/>
                    <a:pt x="715" y="152"/>
                    <a:pt x="714" y="152"/>
                  </a:cubicBezTo>
                  <a:cubicBezTo>
                    <a:pt x="714" y="153"/>
                    <a:pt x="716" y="154"/>
                    <a:pt x="717" y="156"/>
                  </a:cubicBezTo>
                  <a:cubicBezTo>
                    <a:pt x="718" y="156"/>
                    <a:pt x="718" y="155"/>
                    <a:pt x="717" y="154"/>
                  </a:cubicBezTo>
                  <a:close/>
                  <a:moveTo>
                    <a:pt x="723" y="138"/>
                  </a:moveTo>
                  <a:cubicBezTo>
                    <a:pt x="726" y="140"/>
                    <a:pt x="727" y="142"/>
                    <a:pt x="728" y="143"/>
                  </a:cubicBezTo>
                  <a:cubicBezTo>
                    <a:pt x="727" y="141"/>
                    <a:pt x="725" y="139"/>
                    <a:pt x="723" y="138"/>
                  </a:cubicBezTo>
                  <a:close/>
                  <a:moveTo>
                    <a:pt x="723" y="139"/>
                  </a:moveTo>
                  <a:cubicBezTo>
                    <a:pt x="723" y="138"/>
                    <a:pt x="722" y="137"/>
                    <a:pt x="721" y="137"/>
                  </a:cubicBezTo>
                  <a:cubicBezTo>
                    <a:pt x="720" y="136"/>
                    <a:pt x="720" y="136"/>
                    <a:pt x="720" y="137"/>
                  </a:cubicBezTo>
                  <a:cubicBezTo>
                    <a:pt x="721" y="139"/>
                    <a:pt x="722" y="140"/>
                    <a:pt x="723" y="141"/>
                  </a:cubicBezTo>
                  <a:cubicBezTo>
                    <a:pt x="722" y="139"/>
                    <a:pt x="720" y="138"/>
                    <a:pt x="721" y="137"/>
                  </a:cubicBezTo>
                  <a:cubicBezTo>
                    <a:pt x="723" y="139"/>
                    <a:pt x="724" y="140"/>
                    <a:pt x="725" y="140"/>
                  </a:cubicBezTo>
                  <a:cubicBezTo>
                    <a:pt x="724" y="139"/>
                    <a:pt x="724" y="139"/>
                    <a:pt x="723" y="139"/>
                  </a:cubicBezTo>
                  <a:close/>
                  <a:moveTo>
                    <a:pt x="722" y="140"/>
                  </a:moveTo>
                  <a:cubicBezTo>
                    <a:pt x="719" y="137"/>
                    <a:pt x="719" y="137"/>
                    <a:pt x="719" y="137"/>
                  </a:cubicBezTo>
                  <a:cubicBezTo>
                    <a:pt x="718" y="137"/>
                    <a:pt x="720" y="140"/>
                    <a:pt x="721" y="141"/>
                  </a:cubicBezTo>
                  <a:cubicBezTo>
                    <a:pt x="722" y="141"/>
                    <a:pt x="722" y="141"/>
                    <a:pt x="722" y="140"/>
                  </a:cubicBezTo>
                  <a:close/>
                  <a:moveTo>
                    <a:pt x="721" y="134"/>
                  </a:moveTo>
                  <a:cubicBezTo>
                    <a:pt x="720" y="134"/>
                    <a:pt x="719" y="134"/>
                    <a:pt x="719" y="134"/>
                  </a:cubicBezTo>
                  <a:cubicBezTo>
                    <a:pt x="723" y="138"/>
                    <a:pt x="724" y="137"/>
                    <a:pt x="721" y="134"/>
                  </a:cubicBezTo>
                  <a:close/>
                  <a:moveTo>
                    <a:pt x="714" y="136"/>
                  </a:moveTo>
                  <a:cubicBezTo>
                    <a:pt x="715" y="135"/>
                    <a:pt x="715" y="135"/>
                    <a:pt x="714" y="134"/>
                  </a:cubicBezTo>
                  <a:cubicBezTo>
                    <a:pt x="713" y="133"/>
                    <a:pt x="712" y="134"/>
                    <a:pt x="714" y="136"/>
                  </a:cubicBezTo>
                  <a:close/>
                  <a:moveTo>
                    <a:pt x="697" y="113"/>
                  </a:moveTo>
                  <a:cubicBezTo>
                    <a:pt x="698" y="114"/>
                    <a:pt x="698" y="113"/>
                    <a:pt x="697" y="113"/>
                  </a:cubicBezTo>
                  <a:cubicBezTo>
                    <a:pt x="696" y="113"/>
                    <a:pt x="694" y="110"/>
                    <a:pt x="693" y="110"/>
                  </a:cubicBezTo>
                  <a:cubicBezTo>
                    <a:pt x="695" y="112"/>
                    <a:pt x="698" y="116"/>
                    <a:pt x="700" y="117"/>
                  </a:cubicBezTo>
                  <a:cubicBezTo>
                    <a:pt x="699" y="116"/>
                    <a:pt x="696" y="113"/>
                    <a:pt x="697" y="113"/>
                  </a:cubicBezTo>
                  <a:close/>
                  <a:moveTo>
                    <a:pt x="662" y="153"/>
                  </a:moveTo>
                  <a:cubicBezTo>
                    <a:pt x="663" y="154"/>
                    <a:pt x="665" y="156"/>
                    <a:pt x="666" y="156"/>
                  </a:cubicBezTo>
                  <a:cubicBezTo>
                    <a:pt x="665" y="155"/>
                    <a:pt x="663" y="152"/>
                    <a:pt x="662" y="153"/>
                  </a:cubicBezTo>
                  <a:close/>
                  <a:moveTo>
                    <a:pt x="685" y="103"/>
                  </a:moveTo>
                  <a:cubicBezTo>
                    <a:pt x="687" y="104"/>
                    <a:pt x="686" y="104"/>
                    <a:pt x="687" y="105"/>
                  </a:cubicBezTo>
                  <a:cubicBezTo>
                    <a:pt x="688" y="106"/>
                    <a:pt x="689" y="106"/>
                    <a:pt x="689" y="106"/>
                  </a:cubicBezTo>
                  <a:cubicBezTo>
                    <a:pt x="688" y="105"/>
                    <a:pt x="687" y="103"/>
                    <a:pt x="685" y="103"/>
                  </a:cubicBezTo>
                  <a:close/>
                  <a:moveTo>
                    <a:pt x="599" y="49"/>
                  </a:moveTo>
                  <a:cubicBezTo>
                    <a:pt x="600" y="50"/>
                    <a:pt x="603" y="51"/>
                    <a:pt x="603" y="50"/>
                  </a:cubicBezTo>
                  <a:cubicBezTo>
                    <a:pt x="600" y="49"/>
                    <a:pt x="601" y="50"/>
                    <a:pt x="599" y="49"/>
                  </a:cubicBezTo>
                  <a:close/>
                  <a:moveTo>
                    <a:pt x="579" y="43"/>
                  </a:moveTo>
                  <a:cubicBezTo>
                    <a:pt x="579" y="42"/>
                    <a:pt x="584" y="44"/>
                    <a:pt x="581" y="43"/>
                  </a:cubicBezTo>
                  <a:cubicBezTo>
                    <a:pt x="581" y="43"/>
                    <a:pt x="576" y="41"/>
                    <a:pt x="579" y="43"/>
                  </a:cubicBezTo>
                  <a:close/>
                  <a:moveTo>
                    <a:pt x="568" y="37"/>
                  </a:moveTo>
                  <a:cubicBezTo>
                    <a:pt x="568" y="36"/>
                    <a:pt x="570" y="37"/>
                    <a:pt x="571" y="38"/>
                  </a:cubicBezTo>
                  <a:cubicBezTo>
                    <a:pt x="573" y="38"/>
                    <a:pt x="568" y="36"/>
                    <a:pt x="567" y="36"/>
                  </a:cubicBezTo>
                  <a:cubicBezTo>
                    <a:pt x="570" y="37"/>
                    <a:pt x="565" y="36"/>
                    <a:pt x="568" y="37"/>
                  </a:cubicBezTo>
                  <a:close/>
                  <a:moveTo>
                    <a:pt x="562" y="33"/>
                  </a:moveTo>
                  <a:cubicBezTo>
                    <a:pt x="563" y="34"/>
                    <a:pt x="563" y="33"/>
                    <a:pt x="565" y="33"/>
                  </a:cubicBezTo>
                  <a:cubicBezTo>
                    <a:pt x="567" y="35"/>
                    <a:pt x="567" y="35"/>
                    <a:pt x="567" y="35"/>
                  </a:cubicBezTo>
                  <a:cubicBezTo>
                    <a:pt x="570" y="35"/>
                    <a:pt x="558" y="30"/>
                    <a:pt x="562" y="33"/>
                  </a:cubicBezTo>
                  <a:close/>
                  <a:moveTo>
                    <a:pt x="533" y="22"/>
                  </a:moveTo>
                  <a:cubicBezTo>
                    <a:pt x="531" y="22"/>
                    <a:pt x="527" y="19"/>
                    <a:pt x="523" y="19"/>
                  </a:cubicBezTo>
                  <a:cubicBezTo>
                    <a:pt x="524" y="20"/>
                    <a:pt x="519" y="18"/>
                    <a:pt x="519" y="19"/>
                  </a:cubicBezTo>
                  <a:cubicBezTo>
                    <a:pt x="522" y="20"/>
                    <a:pt x="520" y="20"/>
                    <a:pt x="524" y="21"/>
                  </a:cubicBezTo>
                  <a:cubicBezTo>
                    <a:pt x="522" y="19"/>
                    <a:pt x="526" y="20"/>
                    <a:pt x="528" y="20"/>
                  </a:cubicBezTo>
                  <a:cubicBezTo>
                    <a:pt x="529" y="21"/>
                    <a:pt x="532" y="22"/>
                    <a:pt x="535" y="23"/>
                  </a:cubicBezTo>
                  <a:cubicBezTo>
                    <a:pt x="534" y="23"/>
                    <a:pt x="535" y="22"/>
                    <a:pt x="533" y="22"/>
                  </a:cubicBezTo>
                  <a:close/>
                  <a:moveTo>
                    <a:pt x="513" y="21"/>
                  </a:moveTo>
                  <a:cubicBezTo>
                    <a:pt x="515" y="21"/>
                    <a:pt x="520" y="24"/>
                    <a:pt x="520" y="23"/>
                  </a:cubicBezTo>
                  <a:cubicBezTo>
                    <a:pt x="516" y="22"/>
                    <a:pt x="514" y="21"/>
                    <a:pt x="513" y="21"/>
                  </a:cubicBezTo>
                  <a:close/>
                  <a:moveTo>
                    <a:pt x="499" y="13"/>
                  </a:moveTo>
                  <a:cubicBezTo>
                    <a:pt x="501" y="14"/>
                    <a:pt x="499" y="14"/>
                    <a:pt x="502" y="15"/>
                  </a:cubicBezTo>
                  <a:cubicBezTo>
                    <a:pt x="501" y="14"/>
                    <a:pt x="504" y="14"/>
                    <a:pt x="502" y="14"/>
                  </a:cubicBezTo>
                  <a:cubicBezTo>
                    <a:pt x="502" y="14"/>
                    <a:pt x="499" y="13"/>
                    <a:pt x="499" y="13"/>
                  </a:cubicBezTo>
                  <a:close/>
                  <a:moveTo>
                    <a:pt x="497" y="13"/>
                  </a:moveTo>
                  <a:cubicBezTo>
                    <a:pt x="502" y="15"/>
                    <a:pt x="497" y="14"/>
                    <a:pt x="497" y="15"/>
                  </a:cubicBezTo>
                  <a:cubicBezTo>
                    <a:pt x="499" y="15"/>
                    <a:pt x="500" y="16"/>
                    <a:pt x="501" y="16"/>
                  </a:cubicBezTo>
                  <a:cubicBezTo>
                    <a:pt x="500" y="15"/>
                    <a:pt x="499" y="13"/>
                    <a:pt x="497" y="13"/>
                  </a:cubicBezTo>
                  <a:close/>
                  <a:moveTo>
                    <a:pt x="494" y="15"/>
                  </a:moveTo>
                  <a:cubicBezTo>
                    <a:pt x="494" y="14"/>
                    <a:pt x="496" y="15"/>
                    <a:pt x="496" y="14"/>
                  </a:cubicBezTo>
                  <a:cubicBezTo>
                    <a:pt x="492" y="13"/>
                    <a:pt x="493" y="14"/>
                    <a:pt x="494" y="15"/>
                  </a:cubicBezTo>
                  <a:close/>
                  <a:moveTo>
                    <a:pt x="441" y="7"/>
                  </a:moveTo>
                  <a:cubicBezTo>
                    <a:pt x="441" y="7"/>
                    <a:pt x="443" y="7"/>
                    <a:pt x="445" y="7"/>
                  </a:cubicBezTo>
                  <a:cubicBezTo>
                    <a:pt x="444" y="7"/>
                    <a:pt x="445" y="7"/>
                    <a:pt x="444" y="7"/>
                  </a:cubicBezTo>
                  <a:cubicBezTo>
                    <a:pt x="444" y="7"/>
                    <a:pt x="439" y="7"/>
                    <a:pt x="441" y="7"/>
                  </a:cubicBezTo>
                  <a:close/>
                  <a:moveTo>
                    <a:pt x="436" y="6"/>
                  </a:moveTo>
                  <a:cubicBezTo>
                    <a:pt x="433" y="6"/>
                    <a:pt x="434" y="5"/>
                    <a:pt x="431" y="6"/>
                  </a:cubicBezTo>
                  <a:cubicBezTo>
                    <a:pt x="431" y="6"/>
                    <a:pt x="433" y="6"/>
                    <a:pt x="432" y="7"/>
                  </a:cubicBezTo>
                  <a:cubicBezTo>
                    <a:pt x="434" y="7"/>
                    <a:pt x="436" y="8"/>
                    <a:pt x="437" y="7"/>
                  </a:cubicBezTo>
                  <a:cubicBezTo>
                    <a:pt x="432" y="7"/>
                    <a:pt x="433" y="6"/>
                    <a:pt x="436" y="6"/>
                  </a:cubicBezTo>
                  <a:close/>
                  <a:moveTo>
                    <a:pt x="424" y="8"/>
                  </a:moveTo>
                  <a:cubicBezTo>
                    <a:pt x="420" y="7"/>
                    <a:pt x="426" y="6"/>
                    <a:pt x="421" y="7"/>
                  </a:cubicBezTo>
                  <a:cubicBezTo>
                    <a:pt x="423" y="7"/>
                    <a:pt x="420" y="8"/>
                    <a:pt x="424" y="8"/>
                  </a:cubicBezTo>
                  <a:close/>
                  <a:moveTo>
                    <a:pt x="415" y="4"/>
                  </a:moveTo>
                  <a:cubicBezTo>
                    <a:pt x="415" y="4"/>
                    <a:pt x="414" y="4"/>
                    <a:pt x="413" y="4"/>
                  </a:cubicBezTo>
                  <a:cubicBezTo>
                    <a:pt x="415" y="4"/>
                    <a:pt x="417" y="5"/>
                    <a:pt x="420" y="5"/>
                  </a:cubicBezTo>
                  <a:cubicBezTo>
                    <a:pt x="420" y="4"/>
                    <a:pt x="417" y="4"/>
                    <a:pt x="415" y="4"/>
                  </a:cubicBezTo>
                  <a:close/>
                  <a:moveTo>
                    <a:pt x="417" y="5"/>
                  </a:moveTo>
                  <a:cubicBezTo>
                    <a:pt x="417" y="6"/>
                    <a:pt x="414" y="6"/>
                    <a:pt x="412" y="5"/>
                  </a:cubicBezTo>
                  <a:cubicBezTo>
                    <a:pt x="412" y="6"/>
                    <a:pt x="415" y="6"/>
                    <a:pt x="416" y="7"/>
                  </a:cubicBezTo>
                  <a:cubicBezTo>
                    <a:pt x="416" y="7"/>
                    <a:pt x="417" y="7"/>
                    <a:pt x="418" y="7"/>
                  </a:cubicBezTo>
                  <a:cubicBezTo>
                    <a:pt x="413" y="6"/>
                    <a:pt x="418" y="6"/>
                    <a:pt x="419" y="6"/>
                  </a:cubicBezTo>
                  <a:cubicBezTo>
                    <a:pt x="419" y="6"/>
                    <a:pt x="419" y="5"/>
                    <a:pt x="417" y="5"/>
                  </a:cubicBezTo>
                  <a:close/>
                  <a:moveTo>
                    <a:pt x="412" y="4"/>
                  </a:moveTo>
                  <a:cubicBezTo>
                    <a:pt x="409" y="4"/>
                    <a:pt x="409" y="5"/>
                    <a:pt x="410" y="5"/>
                  </a:cubicBezTo>
                  <a:cubicBezTo>
                    <a:pt x="409" y="4"/>
                    <a:pt x="414" y="5"/>
                    <a:pt x="413" y="5"/>
                  </a:cubicBezTo>
                  <a:cubicBezTo>
                    <a:pt x="410" y="4"/>
                    <a:pt x="413" y="4"/>
                    <a:pt x="412" y="4"/>
                  </a:cubicBezTo>
                  <a:close/>
                  <a:moveTo>
                    <a:pt x="409" y="5"/>
                  </a:moveTo>
                  <a:cubicBezTo>
                    <a:pt x="405" y="5"/>
                    <a:pt x="405" y="5"/>
                    <a:pt x="405" y="5"/>
                  </a:cubicBezTo>
                  <a:cubicBezTo>
                    <a:pt x="404" y="6"/>
                    <a:pt x="408" y="6"/>
                    <a:pt x="407" y="7"/>
                  </a:cubicBezTo>
                  <a:cubicBezTo>
                    <a:pt x="409" y="7"/>
                    <a:pt x="409" y="7"/>
                    <a:pt x="412" y="8"/>
                  </a:cubicBezTo>
                  <a:cubicBezTo>
                    <a:pt x="411" y="7"/>
                    <a:pt x="404" y="6"/>
                    <a:pt x="409" y="5"/>
                  </a:cubicBezTo>
                  <a:close/>
                  <a:moveTo>
                    <a:pt x="391" y="7"/>
                  </a:moveTo>
                  <a:cubicBezTo>
                    <a:pt x="393" y="7"/>
                    <a:pt x="395" y="7"/>
                    <a:pt x="397" y="7"/>
                  </a:cubicBezTo>
                  <a:cubicBezTo>
                    <a:pt x="397" y="7"/>
                    <a:pt x="397" y="7"/>
                    <a:pt x="397" y="7"/>
                  </a:cubicBezTo>
                  <a:cubicBezTo>
                    <a:pt x="395" y="7"/>
                    <a:pt x="393" y="7"/>
                    <a:pt x="391" y="7"/>
                  </a:cubicBezTo>
                  <a:close/>
                  <a:moveTo>
                    <a:pt x="376" y="46"/>
                  </a:moveTo>
                  <a:cubicBezTo>
                    <a:pt x="376" y="47"/>
                    <a:pt x="379" y="47"/>
                    <a:pt x="380" y="47"/>
                  </a:cubicBezTo>
                  <a:cubicBezTo>
                    <a:pt x="378" y="47"/>
                    <a:pt x="378" y="46"/>
                    <a:pt x="376" y="46"/>
                  </a:cubicBezTo>
                  <a:close/>
                  <a:moveTo>
                    <a:pt x="354" y="47"/>
                  </a:moveTo>
                  <a:cubicBezTo>
                    <a:pt x="353" y="48"/>
                    <a:pt x="359" y="47"/>
                    <a:pt x="359" y="47"/>
                  </a:cubicBezTo>
                  <a:cubicBezTo>
                    <a:pt x="357" y="47"/>
                    <a:pt x="357" y="46"/>
                    <a:pt x="354" y="47"/>
                  </a:cubicBezTo>
                  <a:close/>
                  <a:moveTo>
                    <a:pt x="323" y="15"/>
                  </a:moveTo>
                  <a:cubicBezTo>
                    <a:pt x="323" y="16"/>
                    <a:pt x="322" y="16"/>
                    <a:pt x="324" y="16"/>
                  </a:cubicBezTo>
                  <a:cubicBezTo>
                    <a:pt x="326" y="16"/>
                    <a:pt x="326" y="15"/>
                    <a:pt x="323" y="15"/>
                  </a:cubicBezTo>
                  <a:close/>
                  <a:moveTo>
                    <a:pt x="325" y="47"/>
                  </a:moveTo>
                  <a:cubicBezTo>
                    <a:pt x="324" y="48"/>
                    <a:pt x="328" y="47"/>
                    <a:pt x="329" y="46"/>
                  </a:cubicBezTo>
                  <a:cubicBezTo>
                    <a:pt x="327" y="47"/>
                    <a:pt x="327" y="46"/>
                    <a:pt x="325" y="47"/>
                  </a:cubicBezTo>
                  <a:close/>
                  <a:moveTo>
                    <a:pt x="321" y="51"/>
                  </a:moveTo>
                  <a:cubicBezTo>
                    <a:pt x="324" y="50"/>
                    <a:pt x="323" y="50"/>
                    <a:pt x="321" y="51"/>
                  </a:cubicBezTo>
                  <a:cubicBezTo>
                    <a:pt x="323" y="51"/>
                    <a:pt x="325" y="50"/>
                    <a:pt x="327" y="50"/>
                  </a:cubicBezTo>
                  <a:cubicBezTo>
                    <a:pt x="328" y="50"/>
                    <a:pt x="328" y="49"/>
                    <a:pt x="328" y="49"/>
                  </a:cubicBezTo>
                  <a:cubicBezTo>
                    <a:pt x="325" y="50"/>
                    <a:pt x="321" y="49"/>
                    <a:pt x="321" y="51"/>
                  </a:cubicBezTo>
                  <a:close/>
                  <a:moveTo>
                    <a:pt x="316" y="18"/>
                  </a:moveTo>
                  <a:cubicBezTo>
                    <a:pt x="319" y="17"/>
                    <a:pt x="317" y="18"/>
                    <a:pt x="320" y="18"/>
                  </a:cubicBezTo>
                  <a:cubicBezTo>
                    <a:pt x="319" y="17"/>
                    <a:pt x="321" y="17"/>
                    <a:pt x="321" y="16"/>
                  </a:cubicBezTo>
                  <a:cubicBezTo>
                    <a:pt x="318" y="17"/>
                    <a:pt x="319" y="17"/>
                    <a:pt x="317" y="17"/>
                  </a:cubicBezTo>
                  <a:cubicBezTo>
                    <a:pt x="317" y="17"/>
                    <a:pt x="317" y="17"/>
                    <a:pt x="316" y="18"/>
                  </a:cubicBezTo>
                  <a:close/>
                  <a:moveTo>
                    <a:pt x="311" y="35"/>
                  </a:moveTo>
                  <a:cubicBezTo>
                    <a:pt x="312" y="34"/>
                    <a:pt x="316" y="34"/>
                    <a:pt x="315" y="34"/>
                  </a:cubicBezTo>
                  <a:cubicBezTo>
                    <a:pt x="314" y="34"/>
                    <a:pt x="308" y="35"/>
                    <a:pt x="311" y="35"/>
                  </a:cubicBezTo>
                  <a:close/>
                  <a:moveTo>
                    <a:pt x="314" y="49"/>
                  </a:moveTo>
                  <a:cubicBezTo>
                    <a:pt x="314" y="50"/>
                    <a:pt x="318" y="49"/>
                    <a:pt x="318" y="49"/>
                  </a:cubicBezTo>
                  <a:lnTo>
                    <a:pt x="314" y="49"/>
                  </a:lnTo>
                  <a:close/>
                  <a:moveTo>
                    <a:pt x="308" y="47"/>
                  </a:moveTo>
                  <a:cubicBezTo>
                    <a:pt x="308" y="48"/>
                    <a:pt x="314" y="46"/>
                    <a:pt x="315" y="46"/>
                  </a:cubicBezTo>
                  <a:cubicBezTo>
                    <a:pt x="315" y="46"/>
                    <a:pt x="315" y="45"/>
                    <a:pt x="316" y="45"/>
                  </a:cubicBezTo>
                  <a:cubicBezTo>
                    <a:pt x="313" y="46"/>
                    <a:pt x="309" y="47"/>
                    <a:pt x="308" y="47"/>
                  </a:cubicBezTo>
                  <a:close/>
                  <a:moveTo>
                    <a:pt x="302" y="21"/>
                  </a:moveTo>
                  <a:cubicBezTo>
                    <a:pt x="305" y="21"/>
                    <a:pt x="305" y="20"/>
                    <a:pt x="306" y="20"/>
                  </a:cubicBezTo>
                  <a:cubicBezTo>
                    <a:pt x="306" y="19"/>
                    <a:pt x="307" y="19"/>
                    <a:pt x="307" y="19"/>
                  </a:cubicBezTo>
                  <a:cubicBezTo>
                    <a:pt x="304" y="20"/>
                    <a:pt x="303" y="20"/>
                    <a:pt x="302" y="21"/>
                  </a:cubicBezTo>
                  <a:close/>
                  <a:moveTo>
                    <a:pt x="314" y="52"/>
                  </a:moveTo>
                  <a:cubicBezTo>
                    <a:pt x="313" y="52"/>
                    <a:pt x="311" y="53"/>
                    <a:pt x="311" y="53"/>
                  </a:cubicBezTo>
                  <a:cubicBezTo>
                    <a:pt x="314" y="52"/>
                    <a:pt x="313" y="53"/>
                    <a:pt x="315" y="52"/>
                  </a:cubicBezTo>
                  <a:cubicBezTo>
                    <a:pt x="315" y="52"/>
                    <a:pt x="315" y="52"/>
                    <a:pt x="314" y="52"/>
                  </a:cubicBezTo>
                  <a:close/>
                  <a:moveTo>
                    <a:pt x="309" y="42"/>
                  </a:moveTo>
                  <a:cubicBezTo>
                    <a:pt x="307" y="43"/>
                    <a:pt x="305" y="43"/>
                    <a:pt x="304" y="44"/>
                  </a:cubicBezTo>
                  <a:cubicBezTo>
                    <a:pt x="306" y="44"/>
                    <a:pt x="309" y="43"/>
                    <a:pt x="310" y="42"/>
                  </a:cubicBezTo>
                  <a:cubicBezTo>
                    <a:pt x="310" y="42"/>
                    <a:pt x="310" y="41"/>
                    <a:pt x="309" y="41"/>
                  </a:cubicBezTo>
                  <a:lnTo>
                    <a:pt x="309" y="42"/>
                  </a:lnTo>
                  <a:close/>
                  <a:moveTo>
                    <a:pt x="306" y="49"/>
                  </a:moveTo>
                  <a:cubicBezTo>
                    <a:pt x="308" y="49"/>
                    <a:pt x="309" y="49"/>
                    <a:pt x="310" y="49"/>
                  </a:cubicBezTo>
                  <a:cubicBezTo>
                    <a:pt x="310" y="48"/>
                    <a:pt x="310" y="48"/>
                    <a:pt x="311" y="48"/>
                  </a:cubicBezTo>
                  <a:cubicBezTo>
                    <a:pt x="311" y="48"/>
                    <a:pt x="311" y="48"/>
                    <a:pt x="311" y="48"/>
                  </a:cubicBezTo>
                  <a:cubicBezTo>
                    <a:pt x="308" y="49"/>
                    <a:pt x="307" y="48"/>
                    <a:pt x="306" y="49"/>
                  </a:cubicBezTo>
                  <a:close/>
                  <a:moveTo>
                    <a:pt x="306" y="51"/>
                  </a:moveTo>
                  <a:cubicBezTo>
                    <a:pt x="307" y="51"/>
                    <a:pt x="308" y="50"/>
                    <a:pt x="309" y="50"/>
                  </a:cubicBezTo>
                  <a:cubicBezTo>
                    <a:pt x="310" y="50"/>
                    <a:pt x="310" y="50"/>
                    <a:pt x="310" y="50"/>
                  </a:cubicBezTo>
                  <a:cubicBezTo>
                    <a:pt x="310" y="50"/>
                    <a:pt x="310" y="50"/>
                    <a:pt x="310" y="50"/>
                  </a:cubicBezTo>
                  <a:cubicBezTo>
                    <a:pt x="307" y="50"/>
                    <a:pt x="304" y="51"/>
                    <a:pt x="306" y="51"/>
                  </a:cubicBezTo>
                  <a:close/>
                  <a:moveTo>
                    <a:pt x="307" y="53"/>
                  </a:moveTo>
                  <a:cubicBezTo>
                    <a:pt x="309" y="53"/>
                    <a:pt x="306" y="54"/>
                    <a:pt x="306" y="54"/>
                  </a:cubicBezTo>
                  <a:cubicBezTo>
                    <a:pt x="309" y="54"/>
                    <a:pt x="310" y="53"/>
                    <a:pt x="311" y="52"/>
                  </a:cubicBezTo>
                  <a:cubicBezTo>
                    <a:pt x="310" y="52"/>
                    <a:pt x="308" y="53"/>
                    <a:pt x="307" y="53"/>
                  </a:cubicBezTo>
                  <a:close/>
                  <a:moveTo>
                    <a:pt x="308" y="54"/>
                  </a:moveTo>
                  <a:cubicBezTo>
                    <a:pt x="305" y="55"/>
                    <a:pt x="306" y="55"/>
                    <a:pt x="305" y="56"/>
                  </a:cubicBezTo>
                  <a:cubicBezTo>
                    <a:pt x="308" y="55"/>
                    <a:pt x="309" y="56"/>
                    <a:pt x="310" y="55"/>
                  </a:cubicBezTo>
                  <a:cubicBezTo>
                    <a:pt x="308" y="55"/>
                    <a:pt x="308" y="55"/>
                    <a:pt x="308" y="54"/>
                  </a:cubicBezTo>
                  <a:close/>
                  <a:moveTo>
                    <a:pt x="302" y="38"/>
                  </a:moveTo>
                  <a:cubicBezTo>
                    <a:pt x="300" y="39"/>
                    <a:pt x="300" y="39"/>
                    <a:pt x="300" y="40"/>
                  </a:cubicBezTo>
                  <a:cubicBezTo>
                    <a:pt x="303" y="39"/>
                    <a:pt x="303" y="39"/>
                    <a:pt x="302" y="38"/>
                  </a:cubicBezTo>
                  <a:close/>
                  <a:moveTo>
                    <a:pt x="301" y="46"/>
                  </a:moveTo>
                  <a:cubicBezTo>
                    <a:pt x="300" y="47"/>
                    <a:pt x="300" y="47"/>
                    <a:pt x="299" y="47"/>
                  </a:cubicBezTo>
                  <a:cubicBezTo>
                    <a:pt x="299" y="47"/>
                    <a:pt x="297" y="48"/>
                    <a:pt x="299" y="48"/>
                  </a:cubicBezTo>
                  <a:cubicBezTo>
                    <a:pt x="300" y="47"/>
                    <a:pt x="305" y="45"/>
                    <a:pt x="302" y="46"/>
                  </a:cubicBezTo>
                  <a:cubicBezTo>
                    <a:pt x="302" y="46"/>
                    <a:pt x="301" y="46"/>
                    <a:pt x="301" y="46"/>
                  </a:cubicBezTo>
                  <a:close/>
                  <a:moveTo>
                    <a:pt x="300" y="51"/>
                  </a:moveTo>
                  <a:cubicBezTo>
                    <a:pt x="300" y="51"/>
                    <a:pt x="303" y="50"/>
                    <a:pt x="303" y="50"/>
                  </a:cubicBezTo>
                  <a:cubicBezTo>
                    <a:pt x="301" y="50"/>
                    <a:pt x="297" y="52"/>
                    <a:pt x="300" y="51"/>
                  </a:cubicBezTo>
                  <a:close/>
                  <a:moveTo>
                    <a:pt x="296" y="41"/>
                  </a:moveTo>
                  <a:cubicBezTo>
                    <a:pt x="296" y="40"/>
                    <a:pt x="297" y="40"/>
                    <a:pt x="297" y="40"/>
                  </a:cubicBezTo>
                  <a:cubicBezTo>
                    <a:pt x="294" y="40"/>
                    <a:pt x="293" y="42"/>
                    <a:pt x="296" y="41"/>
                  </a:cubicBezTo>
                  <a:close/>
                  <a:moveTo>
                    <a:pt x="295" y="49"/>
                  </a:moveTo>
                  <a:cubicBezTo>
                    <a:pt x="293" y="50"/>
                    <a:pt x="294" y="51"/>
                    <a:pt x="297" y="51"/>
                  </a:cubicBezTo>
                  <a:cubicBezTo>
                    <a:pt x="298" y="50"/>
                    <a:pt x="294" y="50"/>
                    <a:pt x="297" y="49"/>
                  </a:cubicBezTo>
                  <a:cubicBezTo>
                    <a:pt x="296" y="49"/>
                    <a:pt x="296" y="49"/>
                    <a:pt x="295" y="49"/>
                  </a:cubicBezTo>
                  <a:close/>
                  <a:moveTo>
                    <a:pt x="296" y="54"/>
                  </a:moveTo>
                  <a:cubicBezTo>
                    <a:pt x="296" y="55"/>
                    <a:pt x="294" y="55"/>
                    <a:pt x="294" y="55"/>
                  </a:cubicBezTo>
                  <a:cubicBezTo>
                    <a:pt x="294" y="56"/>
                    <a:pt x="294" y="56"/>
                    <a:pt x="295" y="57"/>
                  </a:cubicBezTo>
                  <a:cubicBezTo>
                    <a:pt x="293" y="57"/>
                    <a:pt x="293" y="57"/>
                    <a:pt x="293" y="57"/>
                  </a:cubicBezTo>
                  <a:cubicBezTo>
                    <a:pt x="293" y="58"/>
                    <a:pt x="293" y="58"/>
                    <a:pt x="292" y="58"/>
                  </a:cubicBezTo>
                  <a:cubicBezTo>
                    <a:pt x="294" y="58"/>
                    <a:pt x="294" y="58"/>
                    <a:pt x="295" y="58"/>
                  </a:cubicBezTo>
                  <a:cubicBezTo>
                    <a:pt x="293" y="58"/>
                    <a:pt x="293" y="57"/>
                    <a:pt x="297" y="57"/>
                  </a:cubicBezTo>
                  <a:cubicBezTo>
                    <a:pt x="297" y="56"/>
                    <a:pt x="295" y="56"/>
                    <a:pt x="295" y="56"/>
                  </a:cubicBezTo>
                  <a:cubicBezTo>
                    <a:pt x="295" y="55"/>
                    <a:pt x="299" y="54"/>
                    <a:pt x="298" y="54"/>
                  </a:cubicBezTo>
                  <a:cubicBezTo>
                    <a:pt x="297" y="55"/>
                    <a:pt x="297" y="54"/>
                    <a:pt x="296" y="54"/>
                  </a:cubicBezTo>
                  <a:close/>
                  <a:moveTo>
                    <a:pt x="286" y="51"/>
                  </a:moveTo>
                  <a:cubicBezTo>
                    <a:pt x="286" y="52"/>
                    <a:pt x="282" y="52"/>
                    <a:pt x="282" y="53"/>
                  </a:cubicBezTo>
                  <a:cubicBezTo>
                    <a:pt x="285" y="52"/>
                    <a:pt x="292" y="51"/>
                    <a:pt x="293" y="49"/>
                  </a:cubicBezTo>
                  <a:cubicBezTo>
                    <a:pt x="289" y="50"/>
                    <a:pt x="289" y="51"/>
                    <a:pt x="286" y="51"/>
                  </a:cubicBezTo>
                  <a:close/>
                  <a:moveTo>
                    <a:pt x="287" y="58"/>
                  </a:moveTo>
                  <a:cubicBezTo>
                    <a:pt x="291" y="56"/>
                    <a:pt x="292" y="55"/>
                    <a:pt x="293" y="54"/>
                  </a:cubicBezTo>
                  <a:cubicBezTo>
                    <a:pt x="288" y="56"/>
                    <a:pt x="290" y="56"/>
                    <a:pt x="287" y="58"/>
                  </a:cubicBezTo>
                  <a:close/>
                  <a:moveTo>
                    <a:pt x="286" y="51"/>
                  </a:moveTo>
                  <a:cubicBezTo>
                    <a:pt x="288" y="50"/>
                    <a:pt x="291" y="49"/>
                    <a:pt x="291" y="48"/>
                  </a:cubicBezTo>
                  <a:cubicBezTo>
                    <a:pt x="289" y="49"/>
                    <a:pt x="285" y="51"/>
                    <a:pt x="286" y="51"/>
                  </a:cubicBezTo>
                  <a:close/>
                  <a:moveTo>
                    <a:pt x="288" y="60"/>
                  </a:moveTo>
                  <a:cubicBezTo>
                    <a:pt x="289" y="60"/>
                    <a:pt x="294" y="59"/>
                    <a:pt x="294" y="59"/>
                  </a:cubicBezTo>
                  <a:cubicBezTo>
                    <a:pt x="293" y="59"/>
                    <a:pt x="289" y="59"/>
                    <a:pt x="288" y="60"/>
                  </a:cubicBezTo>
                  <a:close/>
                  <a:moveTo>
                    <a:pt x="283" y="27"/>
                  </a:moveTo>
                  <a:cubicBezTo>
                    <a:pt x="276" y="29"/>
                    <a:pt x="276" y="29"/>
                    <a:pt x="276" y="29"/>
                  </a:cubicBezTo>
                  <a:cubicBezTo>
                    <a:pt x="277" y="30"/>
                    <a:pt x="274" y="30"/>
                    <a:pt x="274" y="31"/>
                  </a:cubicBezTo>
                  <a:cubicBezTo>
                    <a:pt x="278" y="29"/>
                    <a:pt x="276" y="29"/>
                    <a:pt x="281" y="28"/>
                  </a:cubicBezTo>
                  <a:cubicBezTo>
                    <a:pt x="281" y="28"/>
                    <a:pt x="279" y="29"/>
                    <a:pt x="280" y="29"/>
                  </a:cubicBezTo>
                  <a:cubicBezTo>
                    <a:pt x="282" y="28"/>
                    <a:pt x="282" y="29"/>
                    <a:pt x="284" y="28"/>
                  </a:cubicBezTo>
                  <a:cubicBezTo>
                    <a:pt x="285" y="27"/>
                    <a:pt x="281" y="28"/>
                    <a:pt x="283" y="27"/>
                  </a:cubicBezTo>
                  <a:close/>
                  <a:moveTo>
                    <a:pt x="291" y="52"/>
                  </a:moveTo>
                  <a:cubicBezTo>
                    <a:pt x="291" y="51"/>
                    <a:pt x="289" y="52"/>
                    <a:pt x="291" y="51"/>
                  </a:cubicBezTo>
                  <a:cubicBezTo>
                    <a:pt x="285" y="53"/>
                    <a:pt x="289" y="53"/>
                    <a:pt x="291" y="52"/>
                  </a:cubicBezTo>
                  <a:close/>
                  <a:moveTo>
                    <a:pt x="282" y="46"/>
                  </a:moveTo>
                  <a:cubicBezTo>
                    <a:pt x="282" y="46"/>
                    <a:pt x="281" y="46"/>
                    <a:pt x="281" y="47"/>
                  </a:cubicBezTo>
                  <a:cubicBezTo>
                    <a:pt x="283" y="46"/>
                    <a:pt x="285" y="46"/>
                    <a:pt x="286" y="45"/>
                  </a:cubicBezTo>
                  <a:cubicBezTo>
                    <a:pt x="284" y="45"/>
                    <a:pt x="284" y="45"/>
                    <a:pt x="282" y="46"/>
                  </a:cubicBezTo>
                  <a:close/>
                  <a:moveTo>
                    <a:pt x="275" y="46"/>
                  </a:moveTo>
                  <a:cubicBezTo>
                    <a:pt x="277" y="46"/>
                    <a:pt x="280" y="44"/>
                    <a:pt x="281" y="44"/>
                  </a:cubicBezTo>
                  <a:cubicBezTo>
                    <a:pt x="282" y="44"/>
                    <a:pt x="286" y="42"/>
                    <a:pt x="284" y="42"/>
                  </a:cubicBezTo>
                  <a:cubicBezTo>
                    <a:pt x="283" y="43"/>
                    <a:pt x="276" y="45"/>
                    <a:pt x="275" y="46"/>
                  </a:cubicBezTo>
                  <a:close/>
                  <a:moveTo>
                    <a:pt x="284" y="57"/>
                  </a:moveTo>
                  <a:cubicBezTo>
                    <a:pt x="285" y="56"/>
                    <a:pt x="283" y="55"/>
                    <a:pt x="287" y="54"/>
                  </a:cubicBezTo>
                  <a:cubicBezTo>
                    <a:pt x="288" y="53"/>
                    <a:pt x="286" y="54"/>
                    <a:pt x="285" y="54"/>
                  </a:cubicBezTo>
                  <a:cubicBezTo>
                    <a:pt x="284" y="55"/>
                    <a:pt x="285" y="55"/>
                    <a:pt x="283" y="56"/>
                  </a:cubicBezTo>
                  <a:cubicBezTo>
                    <a:pt x="282" y="56"/>
                    <a:pt x="285" y="56"/>
                    <a:pt x="281" y="57"/>
                  </a:cubicBezTo>
                  <a:cubicBezTo>
                    <a:pt x="281" y="58"/>
                    <a:pt x="283" y="57"/>
                    <a:pt x="284" y="57"/>
                  </a:cubicBezTo>
                  <a:cubicBezTo>
                    <a:pt x="283" y="57"/>
                    <a:pt x="283" y="57"/>
                    <a:pt x="284" y="57"/>
                  </a:cubicBezTo>
                  <a:close/>
                  <a:moveTo>
                    <a:pt x="279" y="43"/>
                  </a:moveTo>
                  <a:cubicBezTo>
                    <a:pt x="279" y="43"/>
                    <a:pt x="279" y="43"/>
                    <a:pt x="280" y="43"/>
                  </a:cubicBezTo>
                  <a:cubicBezTo>
                    <a:pt x="280" y="43"/>
                    <a:pt x="283" y="42"/>
                    <a:pt x="283" y="42"/>
                  </a:cubicBezTo>
                  <a:cubicBezTo>
                    <a:pt x="281" y="42"/>
                    <a:pt x="281" y="42"/>
                    <a:pt x="279" y="43"/>
                  </a:cubicBezTo>
                  <a:close/>
                  <a:moveTo>
                    <a:pt x="273" y="49"/>
                  </a:moveTo>
                  <a:cubicBezTo>
                    <a:pt x="277" y="47"/>
                    <a:pt x="276" y="49"/>
                    <a:pt x="277" y="48"/>
                  </a:cubicBezTo>
                  <a:cubicBezTo>
                    <a:pt x="278" y="48"/>
                    <a:pt x="278" y="48"/>
                    <a:pt x="278" y="47"/>
                  </a:cubicBezTo>
                  <a:cubicBezTo>
                    <a:pt x="276" y="48"/>
                    <a:pt x="274" y="48"/>
                    <a:pt x="273" y="49"/>
                  </a:cubicBezTo>
                  <a:close/>
                  <a:moveTo>
                    <a:pt x="274" y="62"/>
                  </a:moveTo>
                  <a:cubicBezTo>
                    <a:pt x="273" y="62"/>
                    <a:pt x="272" y="63"/>
                    <a:pt x="272" y="63"/>
                  </a:cubicBezTo>
                  <a:cubicBezTo>
                    <a:pt x="273" y="62"/>
                    <a:pt x="274" y="63"/>
                    <a:pt x="275" y="62"/>
                  </a:cubicBezTo>
                  <a:cubicBezTo>
                    <a:pt x="274" y="62"/>
                    <a:pt x="281" y="60"/>
                    <a:pt x="282" y="59"/>
                  </a:cubicBezTo>
                  <a:cubicBezTo>
                    <a:pt x="281" y="60"/>
                    <a:pt x="280" y="60"/>
                    <a:pt x="280" y="60"/>
                  </a:cubicBezTo>
                  <a:cubicBezTo>
                    <a:pt x="279" y="60"/>
                    <a:pt x="280" y="59"/>
                    <a:pt x="278" y="59"/>
                  </a:cubicBezTo>
                  <a:cubicBezTo>
                    <a:pt x="279" y="60"/>
                    <a:pt x="277" y="60"/>
                    <a:pt x="275" y="61"/>
                  </a:cubicBezTo>
                  <a:cubicBezTo>
                    <a:pt x="276" y="61"/>
                    <a:pt x="275" y="61"/>
                    <a:pt x="274" y="62"/>
                  </a:cubicBezTo>
                  <a:close/>
                  <a:moveTo>
                    <a:pt x="270" y="48"/>
                  </a:moveTo>
                  <a:cubicBezTo>
                    <a:pt x="270" y="49"/>
                    <a:pt x="273" y="48"/>
                    <a:pt x="276" y="47"/>
                  </a:cubicBezTo>
                  <a:cubicBezTo>
                    <a:pt x="273" y="47"/>
                    <a:pt x="273" y="46"/>
                    <a:pt x="271" y="47"/>
                  </a:cubicBezTo>
                  <a:cubicBezTo>
                    <a:pt x="272" y="47"/>
                    <a:pt x="274" y="47"/>
                    <a:pt x="270" y="48"/>
                  </a:cubicBezTo>
                  <a:close/>
                  <a:moveTo>
                    <a:pt x="276" y="60"/>
                  </a:moveTo>
                  <a:cubicBezTo>
                    <a:pt x="276" y="60"/>
                    <a:pt x="277" y="59"/>
                    <a:pt x="276" y="59"/>
                  </a:cubicBezTo>
                  <a:cubicBezTo>
                    <a:pt x="270" y="61"/>
                    <a:pt x="269" y="62"/>
                    <a:pt x="276" y="60"/>
                  </a:cubicBezTo>
                  <a:close/>
                  <a:moveTo>
                    <a:pt x="264" y="34"/>
                  </a:moveTo>
                  <a:cubicBezTo>
                    <a:pt x="262" y="34"/>
                    <a:pt x="261" y="35"/>
                    <a:pt x="261" y="35"/>
                  </a:cubicBezTo>
                  <a:cubicBezTo>
                    <a:pt x="263" y="35"/>
                    <a:pt x="265" y="34"/>
                    <a:pt x="265" y="34"/>
                  </a:cubicBezTo>
                  <a:cubicBezTo>
                    <a:pt x="264" y="34"/>
                    <a:pt x="264" y="34"/>
                    <a:pt x="264" y="34"/>
                  </a:cubicBezTo>
                  <a:close/>
                  <a:moveTo>
                    <a:pt x="248" y="40"/>
                  </a:moveTo>
                  <a:cubicBezTo>
                    <a:pt x="250" y="40"/>
                    <a:pt x="247" y="41"/>
                    <a:pt x="248" y="41"/>
                  </a:cubicBezTo>
                  <a:cubicBezTo>
                    <a:pt x="251" y="40"/>
                    <a:pt x="250" y="40"/>
                    <a:pt x="252" y="39"/>
                  </a:cubicBezTo>
                  <a:cubicBezTo>
                    <a:pt x="252" y="39"/>
                    <a:pt x="252" y="40"/>
                    <a:pt x="253" y="39"/>
                  </a:cubicBezTo>
                  <a:cubicBezTo>
                    <a:pt x="254" y="39"/>
                    <a:pt x="253" y="39"/>
                    <a:pt x="254" y="38"/>
                  </a:cubicBezTo>
                  <a:cubicBezTo>
                    <a:pt x="257" y="37"/>
                    <a:pt x="256" y="38"/>
                    <a:pt x="259" y="36"/>
                  </a:cubicBezTo>
                  <a:cubicBezTo>
                    <a:pt x="260" y="36"/>
                    <a:pt x="260" y="36"/>
                    <a:pt x="260" y="35"/>
                  </a:cubicBezTo>
                  <a:cubicBezTo>
                    <a:pt x="258" y="36"/>
                    <a:pt x="258" y="36"/>
                    <a:pt x="256" y="36"/>
                  </a:cubicBezTo>
                  <a:cubicBezTo>
                    <a:pt x="258" y="36"/>
                    <a:pt x="253" y="38"/>
                    <a:pt x="254" y="37"/>
                  </a:cubicBezTo>
                  <a:cubicBezTo>
                    <a:pt x="251" y="38"/>
                    <a:pt x="252" y="39"/>
                    <a:pt x="250" y="40"/>
                  </a:cubicBezTo>
                  <a:cubicBezTo>
                    <a:pt x="250" y="39"/>
                    <a:pt x="251" y="39"/>
                    <a:pt x="250" y="39"/>
                  </a:cubicBezTo>
                  <a:cubicBezTo>
                    <a:pt x="245" y="41"/>
                    <a:pt x="242" y="42"/>
                    <a:pt x="238" y="44"/>
                  </a:cubicBezTo>
                  <a:cubicBezTo>
                    <a:pt x="237" y="45"/>
                    <a:pt x="241" y="44"/>
                    <a:pt x="239" y="45"/>
                  </a:cubicBezTo>
                  <a:cubicBezTo>
                    <a:pt x="235" y="46"/>
                    <a:pt x="238" y="43"/>
                    <a:pt x="235" y="45"/>
                  </a:cubicBezTo>
                  <a:cubicBezTo>
                    <a:pt x="236" y="45"/>
                    <a:pt x="236" y="46"/>
                    <a:pt x="238" y="45"/>
                  </a:cubicBezTo>
                  <a:cubicBezTo>
                    <a:pt x="239" y="44"/>
                    <a:pt x="241" y="44"/>
                    <a:pt x="242" y="44"/>
                  </a:cubicBezTo>
                  <a:cubicBezTo>
                    <a:pt x="243" y="43"/>
                    <a:pt x="241" y="44"/>
                    <a:pt x="242" y="43"/>
                  </a:cubicBezTo>
                  <a:cubicBezTo>
                    <a:pt x="245" y="42"/>
                    <a:pt x="246" y="41"/>
                    <a:pt x="248" y="40"/>
                  </a:cubicBezTo>
                  <a:close/>
                  <a:moveTo>
                    <a:pt x="253" y="56"/>
                  </a:moveTo>
                  <a:cubicBezTo>
                    <a:pt x="253" y="57"/>
                    <a:pt x="253" y="57"/>
                    <a:pt x="254" y="57"/>
                  </a:cubicBezTo>
                  <a:cubicBezTo>
                    <a:pt x="257" y="55"/>
                    <a:pt x="256" y="56"/>
                    <a:pt x="258" y="55"/>
                  </a:cubicBezTo>
                  <a:cubicBezTo>
                    <a:pt x="258" y="55"/>
                    <a:pt x="263" y="53"/>
                    <a:pt x="264" y="52"/>
                  </a:cubicBezTo>
                  <a:cubicBezTo>
                    <a:pt x="260" y="53"/>
                    <a:pt x="255" y="56"/>
                    <a:pt x="253" y="56"/>
                  </a:cubicBezTo>
                  <a:close/>
                  <a:moveTo>
                    <a:pt x="264" y="64"/>
                  </a:moveTo>
                  <a:cubicBezTo>
                    <a:pt x="267" y="64"/>
                    <a:pt x="264" y="65"/>
                    <a:pt x="263" y="65"/>
                  </a:cubicBezTo>
                  <a:cubicBezTo>
                    <a:pt x="263" y="66"/>
                    <a:pt x="263" y="66"/>
                    <a:pt x="264" y="66"/>
                  </a:cubicBezTo>
                  <a:cubicBezTo>
                    <a:pt x="264" y="65"/>
                    <a:pt x="265" y="66"/>
                    <a:pt x="267" y="65"/>
                  </a:cubicBezTo>
                  <a:cubicBezTo>
                    <a:pt x="268" y="64"/>
                    <a:pt x="268" y="64"/>
                    <a:pt x="268" y="63"/>
                  </a:cubicBezTo>
                  <a:cubicBezTo>
                    <a:pt x="267" y="64"/>
                    <a:pt x="265" y="63"/>
                    <a:pt x="264" y="64"/>
                  </a:cubicBezTo>
                  <a:close/>
                  <a:moveTo>
                    <a:pt x="261" y="65"/>
                  </a:moveTo>
                  <a:cubicBezTo>
                    <a:pt x="261" y="65"/>
                    <a:pt x="261" y="65"/>
                    <a:pt x="261" y="65"/>
                  </a:cubicBezTo>
                  <a:cubicBezTo>
                    <a:pt x="263" y="65"/>
                    <a:pt x="266" y="63"/>
                    <a:pt x="264" y="63"/>
                  </a:cubicBezTo>
                  <a:cubicBezTo>
                    <a:pt x="264" y="64"/>
                    <a:pt x="263" y="64"/>
                    <a:pt x="261" y="65"/>
                  </a:cubicBezTo>
                  <a:close/>
                  <a:moveTo>
                    <a:pt x="253" y="68"/>
                  </a:moveTo>
                  <a:cubicBezTo>
                    <a:pt x="255" y="68"/>
                    <a:pt x="258" y="67"/>
                    <a:pt x="259" y="67"/>
                  </a:cubicBezTo>
                  <a:cubicBezTo>
                    <a:pt x="258" y="67"/>
                    <a:pt x="261" y="66"/>
                    <a:pt x="260" y="66"/>
                  </a:cubicBezTo>
                  <a:cubicBezTo>
                    <a:pt x="257" y="67"/>
                    <a:pt x="256" y="67"/>
                    <a:pt x="253" y="68"/>
                  </a:cubicBezTo>
                  <a:close/>
                  <a:moveTo>
                    <a:pt x="256" y="64"/>
                  </a:moveTo>
                  <a:cubicBezTo>
                    <a:pt x="258" y="64"/>
                    <a:pt x="255" y="65"/>
                    <a:pt x="257" y="65"/>
                  </a:cubicBezTo>
                  <a:cubicBezTo>
                    <a:pt x="258" y="64"/>
                    <a:pt x="257" y="64"/>
                    <a:pt x="258" y="63"/>
                  </a:cubicBezTo>
                  <a:lnTo>
                    <a:pt x="256" y="64"/>
                  </a:lnTo>
                  <a:close/>
                  <a:moveTo>
                    <a:pt x="249" y="75"/>
                  </a:moveTo>
                  <a:cubicBezTo>
                    <a:pt x="249" y="75"/>
                    <a:pt x="249" y="75"/>
                    <a:pt x="248" y="75"/>
                  </a:cubicBezTo>
                  <a:cubicBezTo>
                    <a:pt x="247" y="75"/>
                    <a:pt x="250" y="73"/>
                    <a:pt x="247" y="74"/>
                  </a:cubicBezTo>
                  <a:cubicBezTo>
                    <a:pt x="250" y="74"/>
                    <a:pt x="243" y="77"/>
                    <a:pt x="246" y="77"/>
                  </a:cubicBezTo>
                  <a:cubicBezTo>
                    <a:pt x="246" y="77"/>
                    <a:pt x="247" y="76"/>
                    <a:pt x="247" y="76"/>
                  </a:cubicBezTo>
                  <a:cubicBezTo>
                    <a:pt x="246" y="77"/>
                    <a:pt x="246" y="77"/>
                    <a:pt x="247" y="77"/>
                  </a:cubicBezTo>
                  <a:cubicBezTo>
                    <a:pt x="249" y="75"/>
                    <a:pt x="255" y="74"/>
                    <a:pt x="257" y="72"/>
                  </a:cubicBezTo>
                  <a:cubicBezTo>
                    <a:pt x="255" y="72"/>
                    <a:pt x="252" y="74"/>
                    <a:pt x="249" y="75"/>
                  </a:cubicBezTo>
                  <a:close/>
                  <a:moveTo>
                    <a:pt x="248" y="62"/>
                  </a:moveTo>
                  <a:cubicBezTo>
                    <a:pt x="250" y="61"/>
                    <a:pt x="251" y="61"/>
                    <a:pt x="251" y="60"/>
                  </a:cubicBezTo>
                  <a:cubicBezTo>
                    <a:pt x="249" y="61"/>
                    <a:pt x="248" y="62"/>
                    <a:pt x="248" y="62"/>
                  </a:cubicBezTo>
                  <a:close/>
                  <a:moveTo>
                    <a:pt x="246" y="67"/>
                  </a:moveTo>
                  <a:cubicBezTo>
                    <a:pt x="243" y="68"/>
                    <a:pt x="245" y="69"/>
                    <a:pt x="248" y="68"/>
                  </a:cubicBezTo>
                  <a:cubicBezTo>
                    <a:pt x="248" y="67"/>
                    <a:pt x="246" y="68"/>
                    <a:pt x="246" y="67"/>
                  </a:cubicBezTo>
                  <a:close/>
                  <a:moveTo>
                    <a:pt x="244" y="65"/>
                  </a:moveTo>
                  <a:cubicBezTo>
                    <a:pt x="243" y="65"/>
                    <a:pt x="245" y="64"/>
                    <a:pt x="245" y="63"/>
                  </a:cubicBezTo>
                  <a:cubicBezTo>
                    <a:pt x="242" y="64"/>
                    <a:pt x="242" y="66"/>
                    <a:pt x="244" y="65"/>
                  </a:cubicBezTo>
                  <a:close/>
                  <a:moveTo>
                    <a:pt x="241" y="72"/>
                  </a:moveTo>
                  <a:cubicBezTo>
                    <a:pt x="241" y="72"/>
                    <a:pt x="241" y="71"/>
                    <a:pt x="240" y="71"/>
                  </a:cubicBezTo>
                  <a:cubicBezTo>
                    <a:pt x="240" y="72"/>
                    <a:pt x="239" y="72"/>
                    <a:pt x="239" y="72"/>
                  </a:cubicBezTo>
                  <a:cubicBezTo>
                    <a:pt x="239" y="72"/>
                    <a:pt x="238" y="73"/>
                    <a:pt x="238" y="73"/>
                  </a:cubicBezTo>
                  <a:cubicBezTo>
                    <a:pt x="242" y="71"/>
                    <a:pt x="237" y="74"/>
                    <a:pt x="239" y="74"/>
                  </a:cubicBezTo>
                  <a:cubicBezTo>
                    <a:pt x="243" y="71"/>
                    <a:pt x="246" y="72"/>
                    <a:pt x="248" y="70"/>
                  </a:cubicBezTo>
                  <a:cubicBezTo>
                    <a:pt x="245" y="70"/>
                    <a:pt x="241" y="73"/>
                    <a:pt x="239" y="73"/>
                  </a:cubicBezTo>
                  <a:cubicBezTo>
                    <a:pt x="239" y="73"/>
                    <a:pt x="240" y="72"/>
                    <a:pt x="241" y="72"/>
                  </a:cubicBezTo>
                  <a:close/>
                  <a:moveTo>
                    <a:pt x="239" y="71"/>
                  </a:moveTo>
                  <a:cubicBezTo>
                    <a:pt x="236" y="72"/>
                    <a:pt x="237" y="73"/>
                    <a:pt x="236" y="74"/>
                  </a:cubicBezTo>
                  <a:cubicBezTo>
                    <a:pt x="238" y="73"/>
                    <a:pt x="239" y="72"/>
                    <a:pt x="239" y="71"/>
                  </a:cubicBezTo>
                  <a:close/>
                  <a:moveTo>
                    <a:pt x="226" y="49"/>
                  </a:moveTo>
                  <a:cubicBezTo>
                    <a:pt x="226" y="48"/>
                    <a:pt x="225" y="49"/>
                    <a:pt x="227" y="47"/>
                  </a:cubicBezTo>
                  <a:cubicBezTo>
                    <a:pt x="225" y="49"/>
                    <a:pt x="222" y="49"/>
                    <a:pt x="221" y="51"/>
                  </a:cubicBezTo>
                  <a:cubicBezTo>
                    <a:pt x="225" y="49"/>
                    <a:pt x="224" y="50"/>
                    <a:pt x="226" y="50"/>
                  </a:cubicBezTo>
                  <a:cubicBezTo>
                    <a:pt x="224" y="51"/>
                    <a:pt x="224" y="51"/>
                    <a:pt x="222" y="51"/>
                  </a:cubicBezTo>
                  <a:cubicBezTo>
                    <a:pt x="223" y="52"/>
                    <a:pt x="227" y="50"/>
                    <a:pt x="230" y="49"/>
                  </a:cubicBezTo>
                  <a:cubicBezTo>
                    <a:pt x="230" y="48"/>
                    <a:pt x="230" y="48"/>
                    <a:pt x="231" y="47"/>
                  </a:cubicBezTo>
                  <a:cubicBezTo>
                    <a:pt x="231" y="47"/>
                    <a:pt x="231" y="48"/>
                    <a:pt x="233" y="47"/>
                  </a:cubicBezTo>
                  <a:cubicBezTo>
                    <a:pt x="233" y="46"/>
                    <a:pt x="233" y="46"/>
                    <a:pt x="233" y="46"/>
                  </a:cubicBezTo>
                  <a:cubicBezTo>
                    <a:pt x="229" y="48"/>
                    <a:pt x="228" y="48"/>
                    <a:pt x="226" y="49"/>
                  </a:cubicBezTo>
                  <a:close/>
                  <a:moveTo>
                    <a:pt x="235" y="57"/>
                  </a:moveTo>
                  <a:cubicBezTo>
                    <a:pt x="233" y="58"/>
                    <a:pt x="231" y="59"/>
                    <a:pt x="230" y="59"/>
                  </a:cubicBezTo>
                  <a:cubicBezTo>
                    <a:pt x="228" y="60"/>
                    <a:pt x="231" y="59"/>
                    <a:pt x="232" y="59"/>
                  </a:cubicBezTo>
                  <a:cubicBezTo>
                    <a:pt x="232" y="59"/>
                    <a:pt x="231" y="59"/>
                    <a:pt x="233" y="58"/>
                  </a:cubicBezTo>
                  <a:cubicBezTo>
                    <a:pt x="233" y="58"/>
                    <a:pt x="233" y="59"/>
                    <a:pt x="232" y="59"/>
                  </a:cubicBezTo>
                  <a:cubicBezTo>
                    <a:pt x="234" y="58"/>
                    <a:pt x="236" y="58"/>
                    <a:pt x="236" y="57"/>
                  </a:cubicBezTo>
                  <a:cubicBezTo>
                    <a:pt x="235" y="57"/>
                    <a:pt x="235" y="57"/>
                    <a:pt x="235" y="57"/>
                  </a:cubicBezTo>
                  <a:close/>
                  <a:moveTo>
                    <a:pt x="235" y="64"/>
                  </a:moveTo>
                  <a:cubicBezTo>
                    <a:pt x="237" y="63"/>
                    <a:pt x="235" y="65"/>
                    <a:pt x="235" y="65"/>
                  </a:cubicBezTo>
                  <a:cubicBezTo>
                    <a:pt x="238" y="64"/>
                    <a:pt x="238" y="64"/>
                    <a:pt x="238" y="63"/>
                  </a:cubicBezTo>
                  <a:cubicBezTo>
                    <a:pt x="237" y="64"/>
                    <a:pt x="235" y="64"/>
                    <a:pt x="235" y="64"/>
                  </a:cubicBezTo>
                  <a:close/>
                  <a:moveTo>
                    <a:pt x="230" y="61"/>
                  </a:moveTo>
                  <a:cubicBezTo>
                    <a:pt x="230" y="61"/>
                    <a:pt x="228" y="63"/>
                    <a:pt x="231" y="62"/>
                  </a:cubicBezTo>
                  <a:cubicBezTo>
                    <a:pt x="230" y="62"/>
                    <a:pt x="232" y="60"/>
                    <a:pt x="232" y="60"/>
                  </a:cubicBezTo>
                  <a:cubicBezTo>
                    <a:pt x="231" y="60"/>
                    <a:pt x="230" y="61"/>
                    <a:pt x="230" y="61"/>
                  </a:cubicBezTo>
                  <a:close/>
                  <a:moveTo>
                    <a:pt x="227" y="61"/>
                  </a:moveTo>
                  <a:cubicBezTo>
                    <a:pt x="227" y="62"/>
                    <a:pt x="227" y="62"/>
                    <a:pt x="227" y="62"/>
                  </a:cubicBezTo>
                  <a:cubicBezTo>
                    <a:pt x="228" y="61"/>
                    <a:pt x="229" y="60"/>
                    <a:pt x="230" y="60"/>
                  </a:cubicBezTo>
                  <a:cubicBezTo>
                    <a:pt x="230" y="60"/>
                    <a:pt x="229" y="60"/>
                    <a:pt x="227" y="61"/>
                  </a:cubicBezTo>
                  <a:close/>
                  <a:moveTo>
                    <a:pt x="225" y="71"/>
                  </a:moveTo>
                  <a:cubicBezTo>
                    <a:pt x="228" y="69"/>
                    <a:pt x="229" y="68"/>
                    <a:pt x="232" y="66"/>
                  </a:cubicBezTo>
                  <a:cubicBezTo>
                    <a:pt x="230" y="67"/>
                    <a:pt x="232" y="66"/>
                    <a:pt x="232" y="65"/>
                  </a:cubicBezTo>
                  <a:cubicBezTo>
                    <a:pt x="230" y="67"/>
                    <a:pt x="226" y="67"/>
                    <a:pt x="226" y="68"/>
                  </a:cubicBezTo>
                  <a:cubicBezTo>
                    <a:pt x="227" y="69"/>
                    <a:pt x="228" y="67"/>
                    <a:pt x="230" y="67"/>
                  </a:cubicBezTo>
                  <a:cubicBezTo>
                    <a:pt x="230" y="67"/>
                    <a:pt x="231" y="67"/>
                    <a:pt x="231" y="67"/>
                  </a:cubicBezTo>
                  <a:cubicBezTo>
                    <a:pt x="228" y="69"/>
                    <a:pt x="225" y="70"/>
                    <a:pt x="225" y="71"/>
                  </a:cubicBezTo>
                  <a:close/>
                  <a:moveTo>
                    <a:pt x="228" y="73"/>
                  </a:moveTo>
                  <a:cubicBezTo>
                    <a:pt x="228" y="73"/>
                    <a:pt x="228" y="72"/>
                    <a:pt x="226" y="73"/>
                  </a:cubicBezTo>
                  <a:cubicBezTo>
                    <a:pt x="227" y="74"/>
                    <a:pt x="227" y="74"/>
                    <a:pt x="227" y="74"/>
                  </a:cubicBezTo>
                  <a:cubicBezTo>
                    <a:pt x="228" y="73"/>
                    <a:pt x="231" y="72"/>
                    <a:pt x="230" y="72"/>
                  </a:cubicBezTo>
                  <a:lnTo>
                    <a:pt x="228" y="73"/>
                  </a:lnTo>
                  <a:close/>
                  <a:moveTo>
                    <a:pt x="221" y="77"/>
                  </a:moveTo>
                  <a:cubicBezTo>
                    <a:pt x="221" y="77"/>
                    <a:pt x="224" y="76"/>
                    <a:pt x="225" y="76"/>
                  </a:cubicBezTo>
                  <a:cubicBezTo>
                    <a:pt x="224" y="77"/>
                    <a:pt x="222" y="78"/>
                    <a:pt x="221" y="79"/>
                  </a:cubicBezTo>
                  <a:cubicBezTo>
                    <a:pt x="223" y="78"/>
                    <a:pt x="225" y="77"/>
                    <a:pt x="227" y="76"/>
                  </a:cubicBezTo>
                  <a:cubicBezTo>
                    <a:pt x="228" y="75"/>
                    <a:pt x="227" y="75"/>
                    <a:pt x="226" y="74"/>
                  </a:cubicBezTo>
                  <a:cubicBezTo>
                    <a:pt x="224" y="75"/>
                    <a:pt x="223" y="76"/>
                    <a:pt x="222" y="77"/>
                  </a:cubicBezTo>
                  <a:cubicBezTo>
                    <a:pt x="222" y="76"/>
                    <a:pt x="221" y="76"/>
                    <a:pt x="221" y="77"/>
                  </a:cubicBezTo>
                  <a:close/>
                  <a:moveTo>
                    <a:pt x="224" y="73"/>
                  </a:moveTo>
                  <a:cubicBezTo>
                    <a:pt x="220" y="76"/>
                    <a:pt x="220" y="76"/>
                    <a:pt x="220" y="76"/>
                  </a:cubicBezTo>
                  <a:cubicBezTo>
                    <a:pt x="222" y="76"/>
                    <a:pt x="221" y="76"/>
                    <a:pt x="224" y="75"/>
                  </a:cubicBezTo>
                  <a:cubicBezTo>
                    <a:pt x="223" y="74"/>
                    <a:pt x="226" y="73"/>
                    <a:pt x="224" y="73"/>
                  </a:cubicBezTo>
                  <a:close/>
                  <a:moveTo>
                    <a:pt x="206" y="64"/>
                  </a:moveTo>
                  <a:cubicBezTo>
                    <a:pt x="207" y="65"/>
                    <a:pt x="208" y="64"/>
                    <a:pt x="207" y="65"/>
                  </a:cubicBezTo>
                  <a:cubicBezTo>
                    <a:pt x="212" y="62"/>
                    <a:pt x="208" y="64"/>
                    <a:pt x="209" y="63"/>
                  </a:cubicBezTo>
                  <a:cubicBezTo>
                    <a:pt x="210" y="62"/>
                    <a:pt x="210" y="63"/>
                    <a:pt x="212" y="62"/>
                  </a:cubicBezTo>
                  <a:cubicBezTo>
                    <a:pt x="212" y="61"/>
                    <a:pt x="209" y="62"/>
                    <a:pt x="206" y="64"/>
                  </a:cubicBezTo>
                  <a:close/>
                  <a:moveTo>
                    <a:pt x="197" y="73"/>
                  </a:moveTo>
                  <a:cubicBezTo>
                    <a:pt x="198" y="73"/>
                    <a:pt x="198" y="72"/>
                    <a:pt x="198" y="73"/>
                  </a:cubicBezTo>
                  <a:cubicBezTo>
                    <a:pt x="199" y="72"/>
                    <a:pt x="200" y="71"/>
                    <a:pt x="200" y="71"/>
                  </a:cubicBezTo>
                  <a:cubicBezTo>
                    <a:pt x="198" y="72"/>
                    <a:pt x="201" y="70"/>
                    <a:pt x="200" y="70"/>
                  </a:cubicBezTo>
                  <a:cubicBezTo>
                    <a:pt x="197" y="72"/>
                    <a:pt x="200" y="72"/>
                    <a:pt x="197" y="73"/>
                  </a:cubicBezTo>
                  <a:close/>
                  <a:moveTo>
                    <a:pt x="196" y="70"/>
                  </a:moveTo>
                  <a:cubicBezTo>
                    <a:pt x="196" y="71"/>
                    <a:pt x="198" y="69"/>
                    <a:pt x="197" y="71"/>
                  </a:cubicBezTo>
                  <a:cubicBezTo>
                    <a:pt x="200" y="69"/>
                    <a:pt x="198" y="68"/>
                    <a:pt x="196" y="70"/>
                  </a:cubicBezTo>
                  <a:close/>
                  <a:moveTo>
                    <a:pt x="191" y="75"/>
                  </a:moveTo>
                  <a:cubicBezTo>
                    <a:pt x="192" y="74"/>
                    <a:pt x="194" y="72"/>
                    <a:pt x="192" y="73"/>
                  </a:cubicBezTo>
                  <a:cubicBezTo>
                    <a:pt x="192" y="74"/>
                    <a:pt x="189" y="75"/>
                    <a:pt x="191" y="75"/>
                  </a:cubicBezTo>
                  <a:close/>
                  <a:moveTo>
                    <a:pt x="187" y="76"/>
                  </a:moveTo>
                  <a:cubicBezTo>
                    <a:pt x="186" y="77"/>
                    <a:pt x="184" y="78"/>
                    <a:pt x="185" y="79"/>
                  </a:cubicBezTo>
                  <a:cubicBezTo>
                    <a:pt x="185" y="78"/>
                    <a:pt x="187" y="77"/>
                    <a:pt x="187" y="78"/>
                  </a:cubicBezTo>
                  <a:cubicBezTo>
                    <a:pt x="186" y="78"/>
                    <a:pt x="187" y="78"/>
                    <a:pt x="188" y="77"/>
                  </a:cubicBezTo>
                  <a:cubicBezTo>
                    <a:pt x="189" y="76"/>
                    <a:pt x="189" y="76"/>
                    <a:pt x="187" y="76"/>
                  </a:cubicBezTo>
                  <a:close/>
                  <a:moveTo>
                    <a:pt x="186" y="75"/>
                  </a:moveTo>
                  <a:cubicBezTo>
                    <a:pt x="185" y="76"/>
                    <a:pt x="184" y="77"/>
                    <a:pt x="184" y="77"/>
                  </a:cubicBezTo>
                  <a:cubicBezTo>
                    <a:pt x="183" y="78"/>
                    <a:pt x="188" y="76"/>
                    <a:pt x="188" y="75"/>
                  </a:cubicBezTo>
                  <a:cubicBezTo>
                    <a:pt x="186" y="76"/>
                    <a:pt x="187" y="75"/>
                    <a:pt x="186" y="75"/>
                  </a:cubicBezTo>
                  <a:close/>
                  <a:moveTo>
                    <a:pt x="186" y="95"/>
                  </a:moveTo>
                  <a:cubicBezTo>
                    <a:pt x="187" y="94"/>
                    <a:pt x="186" y="95"/>
                    <a:pt x="186" y="95"/>
                  </a:cubicBezTo>
                  <a:cubicBezTo>
                    <a:pt x="191" y="92"/>
                    <a:pt x="191" y="92"/>
                    <a:pt x="191" y="92"/>
                  </a:cubicBezTo>
                  <a:cubicBezTo>
                    <a:pt x="192" y="92"/>
                    <a:pt x="191" y="93"/>
                    <a:pt x="193" y="92"/>
                  </a:cubicBezTo>
                  <a:cubicBezTo>
                    <a:pt x="192" y="92"/>
                    <a:pt x="195" y="91"/>
                    <a:pt x="195" y="90"/>
                  </a:cubicBezTo>
                  <a:cubicBezTo>
                    <a:pt x="194" y="91"/>
                    <a:pt x="193" y="90"/>
                    <a:pt x="192" y="91"/>
                  </a:cubicBezTo>
                  <a:cubicBezTo>
                    <a:pt x="190" y="93"/>
                    <a:pt x="187" y="94"/>
                    <a:pt x="186" y="95"/>
                  </a:cubicBezTo>
                  <a:close/>
                  <a:moveTo>
                    <a:pt x="178" y="81"/>
                  </a:moveTo>
                  <a:cubicBezTo>
                    <a:pt x="176" y="83"/>
                    <a:pt x="179" y="82"/>
                    <a:pt x="180" y="81"/>
                  </a:cubicBezTo>
                  <a:cubicBezTo>
                    <a:pt x="181" y="80"/>
                    <a:pt x="183" y="79"/>
                    <a:pt x="183" y="79"/>
                  </a:cubicBezTo>
                  <a:cubicBezTo>
                    <a:pt x="180" y="81"/>
                    <a:pt x="183" y="78"/>
                    <a:pt x="178" y="81"/>
                  </a:cubicBezTo>
                  <a:close/>
                  <a:moveTo>
                    <a:pt x="182" y="80"/>
                  </a:moveTo>
                  <a:cubicBezTo>
                    <a:pt x="182" y="81"/>
                    <a:pt x="178" y="83"/>
                    <a:pt x="179" y="83"/>
                  </a:cubicBezTo>
                  <a:cubicBezTo>
                    <a:pt x="181" y="82"/>
                    <a:pt x="182" y="82"/>
                    <a:pt x="183" y="81"/>
                  </a:cubicBezTo>
                  <a:cubicBezTo>
                    <a:pt x="180" y="82"/>
                    <a:pt x="186" y="79"/>
                    <a:pt x="182" y="80"/>
                  </a:cubicBezTo>
                  <a:close/>
                  <a:moveTo>
                    <a:pt x="182" y="82"/>
                  </a:moveTo>
                  <a:cubicBezTo>
                    <a:pt x="180" y="84"/>
                    <a:pt x="178" y="86"/>
                    <a:pt x="180" y="86"/>
                  </a:cubicBezTo>
                  <a:cubicBezTo>
                    <a:pt x="180" y="85"/>
                    <a:pt x="183" y="83"/>
                    <a:pt x="181" y="85"/>
                  </a:cubicBezTo>
                  <a:cubicBezTo>
                    <a:pt x="186" y="82"/>
                    <a:pt x="180" y="85"/>
                    <a:pt x="183" y="82"/>
                  </a:cubicBezTo>
                  <a:cubicBezTo>
                    <a:pt x="182" y="82"/>
                    <a:pt x="182" y="83"/>
                    <a:pt x="182" y="82"/>
                  </a:cubicBezTo>
                  <a:close/>
                  <a:moveTo>
                    <a:pt x="165" y="91"/>
                  </a:moveTo>
                  <a:cubicBezTo>
                    <a:pt x="163" y="92"/>
                    <a:pt x="163" y="92"/>
                    <a:pt x="163" y="93"/>
                  </a:cubicBezTo>
                  <a:cubicBezTo>
                    <a:pt x="163" y="92"/>
                    <a:pt x="159" y="95"/>
                    <a:pt x="158" y="95"/>
                  </a:cubicBezTo>
                  <a:cubicBezTo>
                    <a:pt x="159" y="96"/>
                    <a:pt x="163" y="93"/>
                    <a:pt x="166" y="91"/>
                  </a:cubicBezTo>
                  <a:cubicBezTo>
                    <a:pt x="165" y="91"/>
                    <a:pt x="167" y="90"/>
                    <a:pt x="165" y="91"/>
                  </a:cubicBezTo>
                  <a:close/>
                  <a:moveTo>
                    <a:pt x="167" y="91"/>
                  </a:moveTo>
                  <a:cubicBezTo>
                    <a:pt x="169" y="90"/>
                    <a:pt x="169" y="90"/>
                    <a:pt x="171" y="90"/>
                  </a:cubicBezTo>
                  <a:cubicBezTo>
                    <a:pt x="171" y="88"/>
                    <a:pt x="176" y="85"/>
                    <a:pt x="178" y="83"/>
                  </a:cubicBezTo>
                  <a:cubicBezTo>
                    <a:pt x="176" y="84"/>
                    <a:pt x="176" y="82"/>
                    <a:pt x="174" y="84"/>
                  </a:cubicBezTo>
                  <a:cubicBezTo>
                    <a:pt x="175" y="85"/>
                    <a:pt x="170" y="87"/>
                    <a:pt x="170" y="88"/>
                  </a:cubicBezTo>
                  <a:cubicBezTo>
                    <a:pt x="169" y="88"/>
                    <a:pt x="169" y="88"/>
                    <a:pt x="169" y="87"/>
                  </a:cubicBezTo>
                  <a:cubicBezTo>
                    <a:pt x="166" y="90"/>
                    <a:pt x="167" y="90"/>
                    <a:pt x="167" y="91"/>
                  </a:cubicBezTo>
                  <a:close/>
                  <a:moveTo>
                    <a:pt x="173" y="93"/>
                  </a:moveTo>
                  <a:cubicBezTo>
                    <a:pt x="174" y="92"/>
                    <a:pt x="173" y="94"/>
                    <a:pt x="176" y="92"/>
                  </a:cubicBezTo>
                  <a:cubicBezTo>
                    <a:pt x="176" y="91"/>
                    <a:pt x="175" y="92"/>
                    <a:pt x="176" y="91"/>
                  </a:cubicBezTo>
                  <a:cubicBezTo>
                    <a:pt x="174" y="92"/>
                    <a:pt x="173" y="92"/>
                    <a:pt x="173" y="93"/>
                  </a:cubicBezTo>
                  <a:close/>
                  <a:moveTo>
                    <a:pt x="174" y="104"/>
                  </a:moveTo>
                  <a:cubicBezTo>
                    <a:pt x="174" y="105"/>
                    <a:pt x="181" y="100"/>
                    <a:pt x="180" y="100"/>
                  </a:cubicBezTo>
                  <a:cubicBezTo>
                    <a:pt x="177" y="102"/>
                    <a:pt x="177" y="103"/>
                    <a:pt x="174" y="104"/>
                  </a:cubicBezTo>
                  <a:close/>
                  <a:moveTo>
                    <a:pt x="164" y="99"/>
                  </a:moveTo>
                  <a:cubicBezTo>
                    <a:pt x="166" y="98"/>
                    <a:pt x="169" y="96"/>
                    <a:pt x="170" y="95"/>
                  </a:cubicBezTo>
                  <a:cubicBezTo>
                    <a:pt x="167" y="97"/>
                    <a:pt x="165" y="97"/>
                    <a:pt x="164" y="99"/>
                  </a:cubicBezTo>
                  <a:close/>
                  <a:moveTo>
                    <a:pt x="159" y="99"/>
                  </a:moveTo>
                  <a:cubicBezTo>
                    <a:pt x="159" y="100"/>
                    <a:pt x="158" y="100"/>
                    <a:pt x="158" y="100"/>
                  </a:cubicBezTo>
                  <a:cubicBezTo>
                    <a:pt x="160" y="99"/>
                    <a:pt x="160" y="98"/>
                    <a:pt x="161" y="97"/>
                  </a:cubicBezTo>
                  <a:cubicBezTo>
                    <a:pt x="161" y="97"/>
                    <a:pt x="161" y="98"/>
                    <a:pt x="162" y="97"/>
                  </a:cubicBezTo>
                  <a:cubicBezTo>
                    <a:pt x="163" y="96"/>
                    <a:pt x="162" y="97"/>
                    <a:pt x="162" y="97"/>
                  </a:cubicBezTo>
                  <a:cubicBezTo>
                    <a:pt x="158" y="99"/>
                    <a:pt x="158" y="99"/>
                    <a:pt x="158" y="99"/>
                  </a:cubicBezTo>
                  <a:cubicBezTo>
                    <a:pt x="158" y="100"/>
                    <a:pt x="157" y="102"/>
                    <a:pt x="159" y="99"/>
                  </a:cubicBezTo>
                  <a:close/>
                  <a:moveTo>
                    <a:pt x="153" y="99"/>
                  </a:moveTo>
                  <a:cubicBezTo>
                    <a:pt x="153" y="99"/>
                    <a:pt x="152" y="100"/>
                    <a:pt x="153" y="101"/>
                  </a:cubicBezTo>
                  <a:cubicBezTo>
                    <a:pt x="151" y="101"/>
                    <a:pt x="149" y="103"/>
                    <a:pt x="150" y="103"/>
                  </a:cubicBezTo>
                  <a:cubicBezTo>
                    <a:pt x="154" y="100"/>
                    <a:pt x="153" y="100"/>
                    <a:pt x="156" y="98"/>
                  </a:cubicBezTo>
                  <a:cubicBezTo>
                    <a:pt x="155" y="98"/>
                    <a:pt x="155" y="98"/>
                    <a:pt x="154" y="98"/>
                  </a:cubicBezTo>
                  <a:cubicBezTo>
                    <a:pt x="154" y="100"/>
                    <a:pt x="154" y="98"/>
                    <a:pt x="153" y="99"/>
                  </a:cubicBezTo>
                  <a:close/>
                  <a:moveTo>
                    <a:pt x="160" y="120"/>
                  </a:moveTo>
                  <a:cubicBezTo>
                    <a:pt x="160" y="120"/>
                    <a:pt x="160" y="121"/>
                    <a:pt x="161" y="120"/>
                  </a:cubicBezTo>
                  <a:cubicBezTo>
                    <a:pt x="162" y="119"/>
                    <a:pt x="165" y="116"/>
                    <a:pt x="163" y="117"/>
                  </a:cubicBezTo>
                  <a:cubicBezTo>
                    <a:pt x="163" y="117"/>
                    <a:pt x="162" y="119"/>
                    <a:pt x="160" y="120"/>
                  </a:cubicBezTo>
                  <a:close/>
                  <a:moveTo>
                    <a:pt x="150" y="106"/>
                  </a:moveTo>
                  <a:cubicBezTo>
                    <a:pt x="148" y="108"/>
                    <a:pt x="154" y="103"/>
                    <a:pt x="151" y="106"/>
                  </a:cubicBezTo>
                  <a:cubicBezTo>
                    <a:pt x="154" y="104"/>
                    <a:pt x="154" y="104"/>
                    <a:pt x="154" y="104"/>
                  </a:cubicBezTo>
                  <a:cubicBezTo>
                    <a:pt x="154" y="103"/>
                    <a:pt x="153" y="104"/>
                    <a:pt x="154" y="103"/>
                  </a:cubicBezTo>
                  <a:cubicBezTo>
                    <a:pt x="151" y="105"/>
                    <a:pt x="151" y="105"/>
                    <a:pt x="150" y="106"/>
                  </a:cubicBezTo>
                  <a:close/>
                  <a:moveTo>
                    <a:pt x="146" y="105"/>
                  </a:moveTo>
                  <a:cubicBezTo>
                    <a:pt x="142" y="108"/>
                    <a:pt x="147" y="106"/>
                    <a:pt x="145" y="108"/>
                  </a:cubicBezTo>
                  <a:cubicBezTo>
                    <a:pt x="147" y="106"/>
                    <a:pt x="146" y="106"/>
                    <a:pt x="149" y="104"/>
                  </a:cubicBezTo>
                  <a:cubicBezTo>
                    <a:pt x="148" y="104"/>
                    <a:pt x="149" y="103"/>
                    <a:pt x="149" y="103"/>
                  </a:cubicBezTo>
                  <a:cubicBezTo>
                    <a:pt x="145" y="105"/>
                    <a:pt x="149" y="103"/>
                    <a:pt x="146" y="106"/>
                  </a:cubicBezTo>
                  <a:cubicBezTo>
                    <a:pt x="146" y="105"/>
                    <a:pt x="147" y="104"/>
                    <a:pt x="146" y="105"/>
                  </a:cubicBezTo>
                  <a:close/>
                  <a:moveTo>
                    <a:pt x="153" y="120"/>
                  </a:moveTo>
                  <a:cubicBezTo>
                    <a:pt x="156" y="118"/>
                    <a:pt x="154" y="119"/>
                    <a:pt x="157" y="116"/>
                  </a:cubicBezTo>
                  <a:cubicBezTo>
                    <a:pt x="156" y="117"/>
                    <a:pt x="154" y="118"/>
                    <a:pt x="152" y="119"/>
                  </a:cubicBezTo>
                  <a:cubicBezTo>
                    <a:pt x="154" y="119"/>
                    <a:pt x="151" y="121"/>
                    <a:pt x="149" y="122"/>
                  </a:cubicBezTo>
                  <a:cubicBezTo>
                    <a:pt x="148" y="124"/>
                    <a:pt x="152" y="120"/>
                    <a:pt x="151" y="122"/>
                  </a:cubicBezTo>
                  <a:cubicBezTo>
                    <a:pt x="153" y="120"/>
                    <a:pt x="153" y="119"/>
                    <a:pt x="154" y="119"/>
                  </a:cubicBezTo>
                  <a:cubicBezTo>
                    <a:pt x="154" y="119"/>
                    <a:pt x="153" y="120"/>
                    <a:pt x="153" y="120"/>
                  </a:cubicBezTo>
                  <a:close/>
                  <a:moveTo>
                    <a:pt x="136" y="117"/>
                  </a:moveTo>
                  <a:cubicBezTo>
                    <a:pt x="139" y="115"/>
                    <a:pt x="135" y="118"/>
                    <a:pt x="135" y="118"/>
                  </a:cubicBezTo>
                  <a:cubicBezTo>
                    <a:pt x="138" y="116"/>
                    <a:pt x="140" y="115"/>
                    <a:pt x="142" y="113"/>
                  </a:cubicBezTo>
                  <a:cubicBezTo>
                    <a:pt x="142" y="112"/>
                    <a:pt x="147" y="109"/>
                    <a:pt x="148" y="107"/>
                  </a:cubicBezTo>
                  <a:cubicBezTo>
                    <a:pt x="147" y="108"/>
                    <a:pt x="146" y="108"/>
                    <a:pt x="146" y="108"/>
                  </a:cubicBezTo>
                  <a:cubicBezTo>
                    <a:pt x="144" y="109"/>
                    <a:pt x="144" y="110"/>
                    <a:pt x="142" y="111"/>
                  </a:cubicBezTo>
                  <a:cubicBezTo>
                    <a:pt x="141" y="113"/>
                    <a:pt x="142" y="113"/>
                    <a:pt x="141" y="113"/>
                  </a:cubicBezTo>
                  <a:cubicBezTo>
                    <a:pt x="140" y="113"/>
                    <a:pt x="136" y="116"/>
                    <a:pt x="136" y="117"/>
                  </a:cubicBezTo>
                  <a:close/>
                  <a:moveTo>
                    <a:pt x="153" y="123"/>
                  </a:moveTo>
                  <a:cubicBezTo>
                    <a:pt x="154" y="123"/>
                    <a:pt x="157" y="120"/>
                    <a:pt x="156" y="120"/>
                  </a:cubicBezTo>
                  <a:cubicBezTo>
                    <a:pt x="155" y="121"/>
                    <a:pt x="152" y="123"/>
                    <a:pt x="153" y="123"/>
                  </a:cubicBezTo>
                  <a:close/>
                  <a:moveTo>
                    <a:pt x="137" y="109"/>
                  </a:moveTo>
                  <a:cubicBezTo>
                    <a:pt x="139" y="108"/>
                    <a:pt x="141" y="106"/>
                    <a:pt x="141" y="106"/>
                  </a:cubicBezTo>
                  <a:cubicBezTo>
                    <a:pt x="139" y="107"/>
                    <a:pt x="137" y="109"/>
                    <a:pt x="137" y="109"/>
                  </a:cubicBezTo>
                  <a:close/>
                  <a:moveTo>
                    <a:pt x="136" y="114"/>
                  </a:moveTo>
                  <a:cubicBezTo>
                    <a:pt x="138" y="114"/>
                    <a:pt x="137" y="113"/>
                    <a:pt x="137" y="115"/>
                  </a:cubicBezTo>
                  <a:cubicBezTo>
                    <a:pt x="138" y="114"/>
                    <a:pt x="138" y="113"/>
                    <a:pt x="141" y="111"/>
                  </a:cubicBezTo>
                  <a:cubicBezTo>
                    <a:pt x="142" y="110"/>
                    <a:pt x="141" y="111"/>
                    <a:pt x="140" y="111"/>
                  </a:cubicBezTo>
                  <a:cubicBezTo>
                    <a:pt x="141" y="110"/>
                    <a:pt x="142" y="110"/>
                    <a:pt x="143" y="109"/>
                  </a:cubicBezTo>
                  <a:cubicBezTo>
                    <a:pt x="143" y="109"/>
                    <a:pt x="144" y="108"/>
                    <a:pt x="143" y="108"/>
                  </a:cubicBezTo>
                  <a:cubicBezTo>
                    <a:pt x="141" y="111"/>
                    <a:pt x="139" y="111"/>
                    <a:pt x="136" y="114"/>
                  </a:cubicBezTo>
                  <a:close/>
                  <a:moveTo>
                    <a:pt x="142" y="117"/>
                  </a:moveTo>
                  <a:cubicBezTo>
                    <a:pt x="140" y="118"/>
                    <a:pt x="142" y="116"/>
                    <a:pt x="144" y="115"/>
                  </a:cubicBezTo>
                  <a:cubicBezTo>
                    <a:pt x="144" y="114"/>
                    <a:pt x="142" y="115"/>
                    <a:pt x="141" y="116"/>
                  </a:cubicBezTo>
                  <a:cubicBezTo>
                    <a:pt x="141" y="116"/>
                    <a:pt x="141" y="117"/>
                    <a:pt x="140" y="117"/>
                  </a:cubicBezTo>
                  <a:cubicBezTo>
                    <a:pt x="137" y="118"/>
                    <a:pt x="139" y="119"/>
                    <a:pt x="136" y="120"/>
                  </a:cubicBezTo>
                  <a:cubicBezTo>
                    <a:pt x="136" y="121"/>
                    <a:pt x="133" y="123"/>
                    <a:pt x="132" y="124"/>
                  </a:cubicBezTo>
                  <a:cubicBezTo>
                    <a:pt x="133" y="124"/>
                    <a:pt x="131" y="125"/>
                    <a:pt x="131" y="126"/>
                  </a:cubicBezTo>
                  <a:cubicBezTo>
                    <a:pt x="133" y="124"/>
                    <a:pt x="135" y="122"/>
                    <a:pt x="134" y="124"/>
                  </a:cubicBezTo>
                  <a:cubicBezTo>
                    <a:pt x="135" y="124"/>
                    <a:pt x="139" y="121"/>
                    <a:pt x="138" y="121"/>
                  </a:cubicBezTo>
                  <a:cubicBezTo>
                    <a:pt x="137" y="121"/>
                    <a:pt x="135" y="124"/>
                    <a:pt x="135" y="123"/>
                  </a:cubicBezTo>
                  <a:cubicBezTo>
                    <a:pt x="136" y="122"/>
                    <a:pt x="135" y="122"/>
                    <a:pt x="137" y="121"/>
                  </a:cubicBezTo>
                  <a:cubicBezTo>
                    <a:pt x="139" y="119"/>
                    <a:pt x="142" y="117"/>
                    <a:pt x="142" y="117"/>
                  </a:cubicBezTo>
                  <a:close/>
                  <a:moveTo>
                    <a:pt x="143" y="118"/>
                  </a:moveTo>
                  <a:cubicBezTo>
                    <a:pt x="141" y="119"/>
                    <a:pt x="141" y="119"/>
                    <a:pt x="141" y="119"/>
                  </a:cubicBezTo>
                  <a:cubicBezTo>
                    <a:pt x="140" y="120"/>
                    <a:pt x="140" y="120"/>
                    <a:pt x="141" y="121"/>
                  </a:cubicBezTo>
                  <a:cubicBezTo>
                    <a:pt x="143" y="119"/>
                    <a:pt x="142" y="119"/>
                    <a:pt x="143" y="118"/>
                  </a:cubicBezTo>
                  <a:cubicBezTo>
                    <a:pt x="143" y="119"/>
                    <a:pt x="144" y="118"/>
                    <a:pt x="145" y="117"/>
                  </a:cubicBezTo>
                  <a:cubicBezTo>
                    <a:pt x="143" y="118"/>
                    <a:pt x="144" y="117"/>
                    <a:pt x="143" y="118"/>
                  </a:cubicBezTo>
                  <a:close/>
                  <a:moveTo>
                    <a:pt x="146" y="128"/>
                  </a:moveTo>
                  <a:cubicBezTo>
                    <a:pt x="147" y="128"/>
                    <a:pt x="145" y="129"/>
                    <a:pt x="145" y="130"/>
                  </a:cubicBezTo>
                  <a:cubicBezTo>
                    <a:pt x="146" y="129"/>
                    <a:pt x="146" y="129"/>
                    <a:pt x="148" y="128"/>
                  </a:cubicBezTo>
                  <a:cubicBezTo>
                    <a:pt x="147" y="128"/>
                    <a:pt x="147" y="127"/>
                    <a:pt x="148" y="127"/>
                  </a:cubicBezTo>
                  <a:cubicBezTo>
                    <a:pt x="147" y="127"/>
                    <a:pt x="146" y="128"/>
                    <a:pt x="146" y="128"/>
                  </a:cubicBezTo>
                  <a:close/>
                  <a:moveTo>
                    <a:pt x="133" y="117"/>
                  </a:moveTo>
                  <a:cubicBezTo>
                    <a:pt x="133" y="118"/>
                    <a:pt x="134" y="117"/>
                    <a:pt x="135" y="117"/>
                  </a:cubicBezTo>
                  <a:cubicBezTo>
                    <a:pt x="136" y="116"/>
                    <a:pt x="137" y="115"/>
                    <a:pt x="137" y="115"/>
                  </a:cubicBezTo>
                  <a:cubicBezTo>
                    <a:pt x="136" y="116"/>
                    <a:pt x="135" y="115"/>
                    <a:pt x="133" y="117"/>
                  </a:cubicBezTo>
                  <a:close/>
                  <a:moveTo>
                    <a:pt x="144" y="129"/>
                  </a:moveTo>
                  <a:cubicBezTo>
                    <a:pt x="143" y="129"/>
                    <a:pt x="141" y="129"/>
                    <a:pt x="139" y="132"/>
                  </a:cubicBezTo>
                  <a:cubicBezTo>
                    <a:pt x="139" y="133"/>
                    <a:pt x="145" y="129"/>
                    <a:pt x="146" y="127"/>
                  </a:cubicBezTo>
                  <a:cubicBezTo>
                    <a:pt x="145" y="128"/>
                    <a:pt x="144" y="128"/>
                    <a:pt x="144" y="129"/>
                  </a:cubicBezTo>
                  <a:close/>
                  <a:moveTo>
                    <a:pt x="133" y="117"/>
                  </a:moveTo>
                  <a:cubicBezTo>
                    <a:pt x="132" y="118"/>
                    <a:pt x="132" y="117"/>
                    <a:pt x="131" y="118"/>
                  </a:cubicBezTo>
                  <a:cubicBezTo>
                    <a:pt x="131" y="119"/>
                    <a:pt x="133" y="117"/>
                    <a:pt x="135" y="116"/>
                  </a:cubicBezTo>
                  <a:cubicBezTo>
                    <a:pt x="134" y="116"/>
                    <a:pt x="136" y="114"/>
                    <a:pt x="134" y="115"/>
                  </a:cubicBezTo>
                  <a:cubicBezTo>
                    <a:pt x="134" y="116"/>
                    <a:pt x="134" y="116"/>
                    <a:pt x="133" y="117"/>
                  </a:cubicBezTo>
                  <a:close/>
                  <a:moveTo>
                    <a:pt x="138" y="122"/>
                  </a:moveTo>
                  <a:cubicBezTo>
                    <a:pt x="137" y="123"/>
                    <a:pt x="137" y="123"/>
                    <a:pt x="139" y="122"/>
                  </a:cubicBezTo>
                  <a:cubicBezTo>
                    <a:pt x="140" y="121"/>
                    <a:pt x="140" y="120"/>
                    <a:pt x="138" y="122"/>
                  </a:cubicBezTo>
                  <a:close/>
                  <a:moveTo>
                    <a:pt x="139" y="137"/>
                  </a:moveTo>
                  <a:cubicBezTo>
                    <a:pt x="141" y="135"/>
                    <a:pt x="141" y="137"/>
                    <a:pt x="139" y="138"/>
                  </a:cubicBezTo>
                  <a:cubicBezTo>
                    <a:pt x="140" y="137"/>
                    <a:pt x="141" y="137"/>
                    <a:pt x="142" y="136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2" y="135"/>
                    <a:pt x="143" y="134"/>
                    <a:pt x="144" y="134"/>
                  </a:cubicBezTo>
                  <a:cubicBezTo>
                    <a:pt x="142" y="136"/>
                    <a:pt x="138" y="139"/>
                    <a:pt x="138" y="140"/>
                  </a:cubicBezTo>
                  <a:cubicBezTo>
                    <a:pt x="138" y="140"/>
                    <a:pt x="137" y="141"/>
                    <a:pt x="136" y="141"/>
                  </a:cubicBezTo>
                  <a:cubicBezTo>
                    <a:pt x="138" y="140"/>
                    <a:pt x="138" y="139"/>
                    <a:pt x="139" y="138"/>
                  </a:cubicBezTo>
                  <a:cubicBezTo>
                    <a:pt x="139" y="137"/>
                    <a:pt x="136" y="138"/>
                    <a:pt x="133" y="141"/>
                  </a:cubicBezTo>
                  <a:cubicBezTo>
                    <a:pt x="134" y="141"/>
                    <a:pt x="136" y="139"/>
                    <a:pt x="137" y="139"/>
                  </a:cubicBezTo>
                  <a:cubicBezTo>
                    <a:pt x="137" y="139"/>
                    <a:pt x="138" y="139"/>
                    <a:pt x="138" y="139"/>
                  </a:cubicBezTo>
                  <a:cubicBezTo>
                    <a:pt x="135" y="142"/>
                    <a:pt x="132" y="145"/>
                    <a:pt x="132" y="146"/>
                  </a:cubicBezTo>
                  <a:cubicBezTo>
                    <a:pt x="133" y="145"/>
                    <a:pt x="135" y="144"/>
                    <a:pt x="135" y="143"/>
                  </a:cubicBezTo>
                  <a:cubicBezTo>
                    <a:pt x="134" y="144"/>
                    <a:pt x="134" y="144"/>
                    <a:pt x="134" y="144"/>
                  </a:cubicBezTo>
                  <a:cubicBezTo>
                    <a:pt x="135" y="144"/>
                    <a:pt x="136" y="142"/>
                    <a:pt x="136" y="142"/>
                  </a:cubicBezTo>
                  <a:cubicBezTo>
                    <a:pt x="137" y="142"/>
                    <a:pt x="134" y="145"/>
                    <a:pt x="137" y="143"/>
                  </a:cubicBezTo>
                  <a:cubicBezTo>
                    <a:pt x="136" y="142"/>
                    <a:pt x="139" y="141"/>
                    <a:pt x="140" y="141"/>
                  </a:cubicBezTo>
                  <a:cubicBezTo>
                    <a:pt x="139" y="140"/>
                    <a:pt x="141" y="139"/>
                    <a:pt x="141" y="139"/>
                  </a:cubicBezTo>
                  <a:cubicBezTo>
                    <a:pt x="140" y="139"/>
                    <a:pt x="140" y="139"/>
                    <a:pt x="141" y="138"/>
                  </a:cubicBezTo>
                  <a:cubicBezTo>
                    <a:pt x="144" y="136"/>
                    <a:pt x="146" y="134"/>
                    <a:pt x="148" y="133"/>
                  </a:cubicBezTo>
                  <a:cubicBezTo>
                    <a:pt x="147" y="133"/>
                    <a:pt x="143" y="135"/>
                    <a:pt x="146" y="132"/>
                  </a:cubicBezTo>
                  <a:cubicBezTo>
                    <a:pt x="143" y="133"/>
                    <a:pt x="141" y="134"/>
                    <a:pt x="139" y="137"/>
                  </a:cubicBezTo>
                  <a:close/>
                  <a:moveTo>
                    <a:pt x="142" y="131"/>
                  </a:moveTo>
                  <a:cubicBezTo>
                    <a:pt x="142" y="131"/>
                    <a:pt x="143" y="132"/>
                    <a:pt x="144" y="130"/>
                  </a:cubicBezTo>
                  <a:cubicBezTo>
                    <a:pt x="144" y="130"/>
                    <a:pt x="144" y="130"/>
                    <a:pt x="144" y="129"/>
                  </a:cubicBezTo>
                  <a:cubicBezTo>
                    <a:pt x="144" y="130"/>
                    <a:pt x="143" y="130"/>
                    <a:pt x="142" y="131"/>
                  </a:cubicBezTo>
                  <a:close/>
                  <a:moveTo>
                    <a:pt x="142" y="143"/>
                  </a:moveTo>
                  <a:cubicBezTo>
                    <a:pt x="142" y="143"/>
                    <a:pt x="145" y="140"/>
                    <a:pt x="145" y="142"/>
                  </a:cubicBezTo>
                  <a:cubicBezTo>
                    <a:pt x="147" y="140"/>
                    <a:pt x="149" y="139"/>
                    <a:pt x="150" y="138"/>
                  </a:cubicBezTo>
                  <a:cubicBezTo>
                    <a:pt x="148" y="139"/>
                    <a:pt x="147" y="140"/>
                    <a:pt x="146" y="140"/>
                  </a:cubicBezTo>
                  <a:cubicBezTo>
                    <a:pt x="147" y="139"/>
                    <a:pt x="147" y="139"/>
                    <a:pt x="148" y="138"/>
                  </a:cubicBezTo>
                  <a:cubicBezTo>
                    <a:pt x="147" y="139"/>
                    <a:pt x="150" y="137"/>
                    <a:pt x="150" y="137"/>
                  </a:cubicBezTo>
                  <a:cubicBezTo>
                    <a:pt x="148" y="138"/>
                    <a:pt x="142" y="142"/>
                    <a:pt x="142" y="143"/>
                  </a:cubicBezTo>
                  <a:close/>
                  <a:moveTo>
                    <a:pt x="125" y="125"/>
                  </a:moveTo>
                  <a:cubicBezTo>
                    <a:pt x="126" y="125"/>
                    <a:pt x="128" y="123"/>
                    <a:pt x="128" y="124"/>
                  </a:cubicBezTo>
                  <a:cubicBezTo>
                    <a:pt x="126" y="126"/>
                    <a:pt x="124" y="127"/>
                    <a:pt x="124" y="128"/>
                  </a:cubicBezTo>
                  <a:cubicBezTo>
                    <a:pt x="129" y="124"/>
                    <a:pt x="129" y="124"/>
                    <a:pt x="129" y="124"/>
                  </a:cubicBezTo>
                  <a:cubicBezTo>
                    <a:pt x="128" y="123"/>
                    <a:pt x="132" y="121"/>
                    <a:pt x="131" y="120"/>
                  </a:cubicBezTo>
                  <a:cubicBezTo>
                    <a:pt x="129" y="122"/>
                    <a:pt x="127" y="123"/>
                    <a:pt x="125" y="125"/>
                  </a:cubicBezTo>
                  <a:close/>
                  <a:moveTo>
                    <a:pt x="131" y="122"/>
                  </a:moveTo>
                  <a:cubicBezTo>
                    <a:pt x="132" y="122"/>
                    <a:pt x="131" y="122"/>
                    <a:pt x="131" y="123"/>
                  </a:cubicBezTo>
                  <a:cubicBezTo>
                    <a:pt x="132" y="122"/>
                    <a:pt x="132" y="121"/>
                    <a:pt x="133" y="120"/>
                  </a:cubicBezTo>
                  <a:cubicBezTo>
                    <a:pt x="134" y="120"/>
                    <a:pt x="134" y="120"/>
                    <a:pt x="134" y="120"/>
                  </a:cubicBezTo>
                  <a:cubicBezTo>
                    <a:pt x="133" y="120"/>
                    <a:pt x="135" y="117"/>
                    <a:pt x="131" y="119"/>
                  </a:cubicBezTo>
                  <a:cubicBezTo>
                    <a:pt x="131" y="120"/>
                    <a:pt x="134" y="119"/>
                    <a:pt x="131" y="122"/>
                  </a:cubicBezTo>
                  <a:close/>
                  <a:moveTo>
                    <a:pt x="139" y="130"/>
                  </a:moveTo>
                  <a:cubicBezTo>
                    <a:pt x="138" y="132"/>
                    <a:pt x="142" y="129"/>
                    <a:pt x="142" y="129"/>
                  </a:cubicBezTo>
                  <a:lnTo>
                    <a:pt x="139" y="130"/>
                  </a:lnTo>
                  <a:close/>
                  <a:moveTo>
                    <a:pt x="133" y="129"/>
                  </a:moveTo>
                  <a:cubicBezTo>
                    <a:pt x="135" y="127"/>
                    <a:pt x="136" y="126"/>
                    <a:pt x="135" y="126"/>
                  </a:cubicBezTo>
                  <a:cubicBezTo>
                    <a:pt x="133" y="128"/>
                    <a:pt x="132" y="129"/>
                    <a:pt x="133" y="129"/>
                  </a:cubicBezTo>
                  <a:close/>
                  <a:moveTo>
                    <a:pt x="129" y="121"/>
                  </a:moveTo>
                  <a:cubicBezTo>
                    <a:pt x="128" y="120"/>
                    <a:pt x="126" y="121"/>
                    <a:pt x="124" y="124"/>
                  </a:cubicBezTo>
                  <a:cubicBezTo>
                    <a:pt x="125" y="123"/>
                    <a:pt x="125" y="123"/>
                    <a:pt x="124" y="124"/>
                  </a:cubicBezTo>
                  <a:cubicBezTo>
                    <a:pt x="123" y="124"/>
                    <a:pt x="121" y="127"/>
                    <a:pt x="120" y="128"/>
                  </a:cubicBezTo>
                  <a:cubicBezTo>
                    <a:pt x="121" y="128"/>
                    <a:pt x="121" y="128"/>
                    <a:pt x="120" y="130"/>
                  </a:cubicBezTo>
                  <a:cubicBezTo>
                    <a:pt x="121" y="129"/>
                    <a:pt x="121" y="129"/>
                    <a:pt x="121" y="129"/>
                  </a:cubicBezTo>
                  <a:cubicBezTo>
                    <a:pt x="125" y="126"/>
                    <a:pt x="124" y="125"/>
                    <a:pt x="128" y="123"/>
                  </a:cubicBezTo>
                  <a:cubicBezTo>
                    <a:pt x="127" y="122"/>
                    <a:pt x="126" y="123"/>
                    <a:pt x="129" y="121"/>
                  </a:cubicBezTo>
                  <a:close/>
                  <a:moveTo>
                    <a:pt x="129" y="131"/>
                  </a:moveTo>
                  <a:cubicBezTo>
                    <a:pt x="130" y="130"/>
                    <a:pt x="133" y="127"/>
                    <a:pt x="134" y="126"/>
                  </a:cubicBezTo>
                  <a:cubicBezTo>
                    <a:pt x="131" y="128"/>
                    <a:pt x="130" y="130"/>
                    <a:pt x="129" y="131"/>
                  </a:cubicBezTo>
                  <a:close/>
                  <a:moveTo>
                    <a:pt x="133" y="136"/>
                  </a:moveTo>
                  <a:cubicBezTo>
                    <a:pt x="135" y="136"/>
                    <a:pt x="137" y="136"/>
                    <a:pt x="139" y="133"/>
                  </a:cubicBezTo>
                  <a:cubicBezTo>
                    <a:pt x="136" y="135"/>
                    <a:pt x="136" y="134"/>
                    <a:pt x="133" y="136"/>
                  </a:cubicBezTo>
                  <a:close/>
                  <a:moveTo>
                    <a:pt x="124" y="131"/>
                  </a:moveTo>
                  <a:cubicBezTo>
                    <a:pt x="125" y="131"/>
                    <a:pt x="125" y="131"/>
                    <a:pt x="124" y="132"/>
                  </a:cubicBezTo>
                  <a:cubicBezTo>
                    <a:pt x="126" y="131"/>
                    <a:pt x="131" y="127"/>
                    <a:pt x="128" y="128"/>
                  </a:cubicBezTo>
                  <a:cubicBezTo>
                    <a:pt x="128" y="129"/>
                    <a:pt x="126" y="130"/>
                    <a:pt x="124" y="131"/>
                  </a:cubicBezTo>
                  <a:close/>
                  <a:moveTo>
                    <a:pt x="121" y="127"/>
                  </a:moveTo>
                  <a:cubicBezTo>
                    <a:pt x="121" y="126"/>
                    <a:pt x="121" y="125"/>
                    <a:pt x="123" y="124"/>
                  </a:cubicBezTo>
                  <a:cubicBezTo>
                    <a:pt x="120" y="126"/>
                    <a:pt x="117" y="127"/>
                    <a:pt x="117" y="128"/>
                  </a:cubicBezTo>
                  <a:cubicBezTo>
                    <a:pt x="118" y="128"/>
                    <a:pt x="120" y="126"/>
                    <a:pt x="121" y="126"/>
                  </a:cubicBezTo>
                  <a:cubicBezTo>
                    <a:pt x="120" y="126"/>
                    <a:pt x="119" y="128"/>
                    <a:pt x="121" y="127"/>
                  </a:cubicBezTo>
                  <a:close/>
                  <a:moveTo>
                    <a:pt x="120" y="131"/>
                  </a:moveTo>
                  <a:cubicBezTo>
                    <a:pt x="121" y="131"/>
                    <a:pt x="122" y="131"/>
                    <a:pt x="124" y="129"/>
                  </a:cubicBezTo>
                  <a:cubicBezTo>
                    <a:pt x="124" y="128"/>
                    <a:pt x="121" y="130"/>
                    <a:pt x="120" y="131"/>
                  </a:cubicBezTo>
                  <a:close/>
                  <a:moveTo>
                    <a:pt x="119" y="140"/>
                  </a:moveTo>
                  <a:cubicBezTo>
                    <a:pt x="121" y="139"/>
                    <a:pt x="122" y="137"/>
                    <a:pt x="124" y="135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1" y="137"/>
                    <a:pt x="119" y="139"/>
                    <a:pt x="119" y="140"/>
                  </a:cubicBezTo>
                  <a:close/>
                  <a:moveTo>
                    <a:pt x="117" y="131"/>
                  </a:moveTo>
                  <a:cubicBezTo>
                    <a:pt x="119" y="130"/>
                    <a:pt x="117" y="130"/>
                    <a:pt x="118" y="129"/>
                  </a:cubicBezTo>
                  <a:cubicBezTo>
                    <a:pt x="116" y="131"/>
                    <a:pt x="116" y="131"/>
                    <a:pt x="117" y="131"/>
                  </a:cubicBezTo>
                  <a:close/>
                  <a:moveTo>
                    <a:pt x="112" y="133"/>
                  </a:moveTo>
                  <a:cubicBezTo>
                    <a:pt x="112" y="134"/>
                    <a:pt x="114" y="132"/>
                    <a:pt x="113" y="133"/>
                  </a:cubicBezTo>
                  <a:cubicBezTo>
                    <a:pt x="117" y="130"/>
                    <a:pt x="114" y="131"/>
                    <a:pt x="112" y="133"/>
                  </a:cubicBezTo>
                  <a:close/>
                  <a:moveTo>
                    <a:pt x="117" y="138"/>
                  </a:moveTo>
                  <a:cubicBezTo>
                    <a:pt x="116" y="140"/>
                    <a:pt x="113" y="143"/>
                    <a:pt x="114" y="143"/>
                  </a:cubicBezTo>
                  <a:cubicBezTo>
                    <a:pt x="117" y="140"/>
                    <a:pt x="116" y="140"/>
                    <a:pt x="119" y="137"/>
                  </a:cubicBezTo>
                  <a:cubicBezTo>
                    <a:pt x="118" y="138"/>
                    <a:pt x="118" y="137"/>
                    <a:pt x="117" y="138"/>
                  </a:cubicBezTo>
                  <a:close/>
                  <a:moveTo>
                    <a:pt x="114" y="157"/>
                  </a:moveTo>
                  <a:cubicBezTo>
                    <a:pt x="112" y="158"/>
                    <a:pt x="113" y="158"/>
                    <a:pt x="111" y="158"/>
                  </a:cubicBezTo>
                  <a:cubicBezTo>
                    <a:pt x="113" y="158"/>
                    <a:pt x="109" y="161"/>
                    <a:pt x="109" y="161"/>
                  </a:cubicBezTo>
                  <a:cubicBezTo>
                    <a:pt x="111" y="159"/>
                    <a:pt x="109" y="160"/>
                    <a:pt x="108" y="161"/>
                  </a:cubicBezTo>
                  <a:cubicBezTo>
                    <a:pt x="108" y="162"/>
                    <a:pt x="107" y="163"/>
                    <a:pt x="107" y="164"/>
                  </a:cubicBezTo>
                  <a:cubicBezTo>
                    <a:pt x="105" y="166"/>
                    <a:pt x="105" y="164"/>
                    <a:pt x="102" y="167"/>
                  </a:cubicBezTo>
                  <a:cubicBezTo>
                    <a:pt x="102" y="169"/>
                    <a:pt x="103" y="167"/>
                    <a:pt x="104" y="167"/>
                  </a:cubicBezTo>
                  <a:cubicBezTo>
                    <a:pt x="103" y="168"/>
                    <a:pt x="102" y="168"/>
                    <a:pt x="101" y="169"/>
                  </a:cubicBezTo>
                  <a:cubicBezTo>
                    <a:pt x="103" y="169"/>
                    <a:pt x="106" y="166"/>
                    <a:pt x="107" y="164"/>
                  </a:cubicBezTo>
                  <a:cubicBezTo>
                    <a:pt x="106" y="167"/>
                    <a:pt x="101" y="172"/>
                    <a:pt x="99" y="173"/>
                  </a:cubicBezTo>
                  <a:cubicBezTo>
                    <a:pt x="99" y="173"/>
                    <a:pt x="99" y="175"/>
                    <a:pt x="98" y="175"/>
                  </a:cubicBezTo>
                  <a:cubicBezTo>
                    <a:pt x="98" y="175"/>
                    <a:pt x="99" y="175"/>
                    <a:pt x="98" y="175"/>
                  </a:cubicBezTo>
                  <a:cubicBezTo>
                    <a:pt x="99" y="175"/>
                    <a:pt x="98" y="175"/>
                    <a:pt x="99" y="175"/>
                  </a:cubicBezTo>
                  <a:cubicBezTo>
                    <a:pt x="99" y="175"/>
                    <a:pt x="100" y="174"/>
                    <a:pt x="100" y="174"/>
                  </a:cubicBezTo>
                  <a:cubicBezTo>
                    <a:pt x="100" y="174"/>
                    <a:pt x="100" y="174"/>
                    <a:pt x="100" y="174"/>
                  </a:cubicBezTo>
                  <a:cubicBezTo>
                    <a:pt x="101" y="172"/>
                    <a:pt x="101" y="172"/>
                    <a:pt x="101" y="172"/>
                  </a:cubicBezTo>
                  <a:cubicBezTo>
                    <a:pt x="102" y="172"/>
                    <a:pt x="103" y="171"/>
                    <a:pt x="104" y="170"/>
                  </a:cubicBezTo>
                  <a:cubicBezTo>
                    <a:pt x="103" y="170"/>
                    <a:pt x="106" y="168"/>
                    <a:pt x="106" y="167"/>
                  </a:cubicBezTo>
                  <a:cubicBezTo>
                    <a:pt x="108" y="166"/>
                    <a:pt x="114" y="158"/>
                    <a:pt x="117" y="157"/>
                  </a:cubicBezTo>
                  <a:cubicBezTo>
                    <a:pt x="117" y="157"/>
                    <a:pt x="116" y="157"/>
                    <a:pt x="117" y="156"/>
                  </a:cubicBezTo>
                  <a:cubicBezTo>
                    <a:pt x="119" y="155"/>
                    <a:pt x="120" y="153"/>
                    <a:pt x="123" y="151"/>
                  </a:cubicBezTo>
                  <a:cubicBezTo>
                    <a:pt x="122" y="150"/>
                    <a:pt x="125" y="150"/>
                    <a:pt x="126" y="148"/>
                  </a:cubicBezTo>
                  <a:cubicBezTo>
                    <a:pt x="126" y="148"/>
                    <a:pt x="127" y="147"/>
                    <a:pt x="126" y="147"/>
                  </a:cubicBezTo>
                  <a:cubicBezTo>
                    <a:pt x="123" y="150"/>
                    <a:pt x="122" y="148"/>
                    <a:pt x="120" y="151"/>
                  </a:cubicBezTo>
                  <a:cubicBezTo>
                    <a:pt x="121" y="150"/>
                    <a:pt x="120" y="153"/>
                    <a:pt x="119" y="153"/>
                  </a:cubicBezTo>
                  <a:cubicBezTo>
                    <a:pt x="119" y="152"/>
                    <a:pt x="117" y="155"/>
                    <a:pt x="116" y="155"/>
                  </a:cubicBezTo>
                  <a:cubicBezTo>
                    <a:pt x="117" y="154"/>
                    <a:pt x="118" y="153"/>
                    <a:pt x="118" y="152"/>
                  </a:cubicBezTo>
                  <a:cubicBezTo>
                    <a:pt x="117" y="154"/>
                    <a:pt x="116" y="154"/>
                    <a:pt x="116" y="154"/>
                  </a:cubicBezTo>
                  <a:cubicBezTo>
                    <a:pt x="116" y="154"/>
                    <a:pt x="117" y="153"/>
                    <a:pt x="117" y="153"/>
                  </a:cubicBezTo>
                  <a:cubicBezTo>
                    <a:pt x="115" y="155"/>
                    <a:pt x="115" y="155"/>
                    <a:pt x="114" y="157"/>
                  </a:cubicBezTo>
                  <a:close/>
                  <a:moveTo>
                    <a:pt x="119" y="151"/>
                  </a:moveTo>
                  <a:cubicBezTo>
                    <a:pt x="120" y="150"/>
                    <a:pt x="121" y="149"/>
                    <a:pt x="121" y="148"/>
                  </a:cubicBezTo>
                  <a:cubicBezTo>
                    <a:pt x="120" y="149"/>
                    <a:pt x="119" y="149"/>
                    <a:pt x="118" y="151"/>
                  </a:cubicBezTo>
                  <a:cubicBezTo>
                    <a:pt x="118" y="152"/>
                    <a:pt x="119" y="150"/>
                    <a:pt x="120" y="150"/>
                  </a:cubicBezTo>
                  <a:cubicBezTo>
                    <a:pt x="119" y="151"/>
                    <a:pt x="118" y="152"/>
                    <a:pt x="119" y="151"/>
                  </a:cubicBezTo>
                  <a:close/>
                  <a:moveTo>
                    <a:pt x="124" y="159"/>
                  </a:moveTo>
                  <a:cubicBezTo>
                    <a:pt x="125" y="159"/>
                    <a:pt x="128" y="159"/>
                    <a:pt x="128" y="157"/>
                  </a:cubicBezTo>
                  <a:cubicBezTo>
                    <a:pt x="125" y="160"/>
                    <a:pt x="127" y="156"/>
                    <a:pt x="124" y="159"/>
                  </a:cubicBezTo>
                  <a:close/>
                  <a:moveTo>
                    <a:pt x="112" y="142"/>
                  </a:moveTo>
                  <a:cubicBezTo>
                    <a:pt x="110" y="143"/>
                    <a:pt x="109" y="144"/>
                    <a:pt x="109" y="145"/>
                  </a:cubicBezTo>
                  <a:cubicBezTo>
                    <a:pt x="110" y="145"/>
                    <a:pt x="111" y="143"/>
                    <a:pt x="112" y="142"/>
                  </a:cubicBezTo>
                  <a:cubicBezTo>
                    <a:pt x="112" y="143"/>
                    <a:pt x="112" y="143"/>
                    <a:pt x="113" y="142"/>
                  </a:cubicBezTo>
                  <a:cubicBezTo>
                    <a:pt x="113" y="142"/>
                    <a:pt x="112" y="142"/>
                    <a:pt x="112" y="142"/>
                  </a:cubicBezTo>
                  <a:close/>
                  <a:moveTo>
                    <a:pt x="114" y="170"/>
                  </a:moveTo>
                  <a:cubicBezTo>
                    <a:pt x="115" y="170"/>
                    <a:pt x="118" y="166"/>
                    <a:pt x="117" y="166"/>
                  </a:cubicBezTo>
                  <a:cubicBezTo>
                    <a:pt x="115" y="168"/>
                    <a:pt x="116" y="167"/>
                    <a:pt x="114" y="170"/>
                  </a:cubicBezTo>
                  <a:close/>
                  <a:moveTo>
                    <a:pt x="88" y="182"/>
                  </a:moveTo>
                  <a:cubicBezTo>
                    <a:pt x="88" y="182"/>
                    <a:pt x="89" y="182"/>
                    <a:pt x="89" y="181"/>
                  </a:cubicBezTo>
                  <a:cubicBezTo>
                    <a:pt x="88" y="181"/>
                    <a:pt x="88" y="182"/>
                    <a:pt x="88" y="182"/>
                  </a:cubicBezTo>
                  <a:close/>
                  <a:moveTo>
                    <a:pt x="108" y="144"/>
                  </a:moveTo>
                  <a:cubicBezTo>
                    <a:pt x="106" y="144"/>
                    <a:pt x="109" y="142"/>
                    <a:pt x="108" y="142"/>
                  </a:cubicBezTo>
                  <a:cubicBezTo>
                    <a:pt x="107" y="142"/>
                    <a:pt x="103" y="145"/>
                    <a:pt x="103" y="145"/>
                  </a:cubicBezTo>
                  <a:cubicBezTo>
                    <a:pt x="105" y="144"/>
                    <a:pt x="106" y="145"/>
                    <a:pt x="107" y="144"/>
                  </a:cubicBezTo>
                  <a:cubicBezTo>
                    <a:pt x="109" y="143"/>
                    <a:pt x="109" y="143"/>
                    <a:pt x="110" y="141"/>
                  </a:cubicBezTo>
                  <a:cubicBezTo>
                    <a:pt x="110" y="141"/>
                    <a:pt x="110" y="141"/>
                    <a:pt x="110" y="141"/>
                  </a:cubicBezTo>
                  <a:cubicBezTo>
                    <a:pt x="107" y="143"/>
                    <a:pt x="110" y="142"/>
                    <a:pt x="108" y="144"/>
                  </a:cubicBezTo>
                  <a:close/>
                  <a:moveTo>
                    <a:pt x="802" y="247"/>
                  </a:moveTo>
                  <a:cubicBezTo>
                    <a:pt x="799" y="242"/>
                    <a:pt x="799" y="242"/>
                    <a:pt x="799" y="242"/>
                  </a:cubicBezTo>
                  <a:cubicBezTo>
                    <a:pt x="798" y="242"/>
                    <a:pt x="801" y="247"/>
                    <a:pt x="801" y="246"/>
                  </a:cubicBezTo>
                  <a:cubicBezTo>
                    <a:pt x="801" y="247"/>
                    <a:pt x="801" y="247"/>
                    <a:pt x="801" y="247"/>
                  </a:cubicBezTo>
                  <a:cubicBezTo>
                    <a:pt x="800" y="244"/>
                    <a:pt x="802" y="246"/>
                    <a:pt x="802" y="247"/>
                  </a:cubicBezTo>
                  <a:close/>
                  <a:moveTo>
                    <a:pt x="596" y="44"/>
                  </a:moveTo>
                  <a:cubicBezTo>
                    <a:pt x="592" y="42"/>
                    <a:pt x="592" y="42"/>
                    <a:pt x="592" y="42"/>
                  </a:cubicBezTo>
                  <a:cubicBezTo>
                    <a:pt x="592" y="43"/>
                    <a:pt x="593" y="43"/>
                    <a:pt x="594" y="44"/>
                  </a:cubicBezTo>
                  <a:cubicBezTo>
                    <a:pt x="591" y="43"/>
                    <a:pt x="597" y="45"/>
                    <a:pt x="596" y="44"/>
                  </a:cubicBezTo>
                  <a:close/>
                  <a:moveTo>
                    <a:pt x="493" y="9"/>
                  </a:moveTo>
                  <a:cubicBezTo>
                    <a:pt x="495" y="10"/>
                    <a:pt x="500" y="11"/>
                    <a:pt x="502" y="11"/>
                  </a:cubicBezTo>
                  <a:cubicBezTo>
                    <a:pt x="500" y="10"/>
                    <a:pt x="492" y="9"/>
                    <a:pt x="493" y="9"/>
                  </a:cubicBezTo>
                  <a:close/>
                  <a:moveTo>
                    <a:pt x="467" y="5"/>
                  </a:moveTo>
                  <a:cubicBezTo>
                    <a:pt x="469" y="5"/>
                    <a:pt x="477" y="7"/>
                    <a:pt x="475" y="6"/>
                  </a:cubicBezTo>
                  <a:cubicBezTo>
                    <a:pt x="473" y="6"/>
                    <a:pt x="466" y="4"/>
                    <a:pt x="466" y="5"/>
                  </a:cubicBezTo>
                  <a:cubicBezTo>
                    <a:pt x="467" y="6"/>
                    <a:pt x="469" y="7"/>
                    <a:pt x="470" y="6"/>
                  </a:cubicBezTo>
                  <a:cubicBezTo>
                    <a:pt x="469" y="6"/>
                    <a:pt x="468" y="6"/>
                    <a:pt x="467" y="5"/>
                  </a:cubicBezTo>
                  <a:close/>
                  <a:moveTo>
                    <a:pt x="411" y="0"/>
                  </a:moveTo>
                  <a:cubicBezTo>
                    <a:pt x="410" y="0"/>
                    <a:pt x="406" y="0"/>
                    <a:pt x="404" y="1"/>
                  </a:cubicBezTo>
                  <a:cubicBezTo>
                    <a:pt x="407" y="1"/>
                    <a:pt x="411" y="1"/>
                    <a:pt x="414" y="1"/>
                  </a:cubicBezTo>
                  <a:cubicBezTo>
                    <a:pt x="413" y="1"/>
                    <a:pt x="411" y="1"/>
                    <a:pt x="412" y="1"/>
                  </a:cubicBezTo>
                  <a:cubicBezTo>
                    <a:pt x="413" y="1"/>
                    <a:pt x="417" y="0"/>
                    <a:pt x="415" y="0"/>
                  </a:cubicBezTo>
                  <a:cubicBezTo>
                    <a:pt x="415" y="1"/>
                    <a:pt x="413" y="0"/>
                    <a:pt x="411" y="0"/>
                  </a:cubicBezTo>
                  <a:close/>
                  <a:moveTo>
                    <a:pt x="394" y="50"/>
                  </a:moveTo>
                  <a:cubicBezTo>
                    <a:pt x="394" y="49"/>
                    <a:pt x="401" y="50"/>
                    <a:pt x="399" y="50"/>
                  </a:cubicBezTo>
                  <a:cubicBezTo>
                    <a:pt x="399" y="49"/>
                    <a:pt x="391" y="49"/>
                    <a:pt x="394" y="50"/>
                  </a:cubicBezTo>
                  <a:close/>
                  <a:moveTo>
                    <a:pt x="388" y="50"/>
                  </a:moveTo>
                  <a:cubicBezTo>
                    <a:pt x="389" y="50"/>
                    <a:pt x="391" y="51"/>
                    <a:pt x="393" y="50"/>
                  </a:cubicBezTo>
                  <a:cubicBezTo>
                    <a:pt x="384" y="50"/>
                    <a:pt x="379" y="50"/>
                    <a:pt x="376" y="50"/>
                  </a:cubicBezTo>
                  <a:cubicBezTo>
                    <a:pt x="379" y="50"/>
                    <a:pt x="373" y="51"/>
                    <a:pt x="376" y="51"/>
                  </a:cubicBezTo>
                  <a:cubicBezTo>
                    <a:pt x="378" y="50"/>
                    <a:pt x="383" y="51"/>
                    <a:pt x="382" y="50"/>
                  </a:cubicBezTo>
                  <a:cubicBezTo>
                    <a:pt x="383" y="50"/>
                    <a:pt x="386" y="50"/>
                    <a:pt x="388" y="50"/>
                  </a:cubicBezTo>
                  <a:close/>
                  <a:moveTo>
                    <a:pt x="350" y="7"/>
                  </a:moveTo>
                  <a:cubicBezTo>
                    <a:pt x="351" y="6"/>
                    <a:pt x="358" y="6"/>
                    <a:pt x="359" y="6"/>
                  </a:cubicBezTo>
                  <a:cubicBezTo>
                    <a:pt x="355" y="6"/>
                    <a:pt x="351" y="7"/>
                    <a:pt x="349" y="7"/>
                  </a:cubicBezTo>
                  <a:cubicBezTo>
                    <a:pt x="350" y="7"/>
                    <a:pt x="350" y="7"/>
                    <a:pt x="350" y="7"/>
                  </a:cubicBezTo>
                  <a:cubicBezTo>
                    <a:pt x="350" y="7"/>
                    <a:pt x="349" y="7"/>
                    <a:pt x="350" y="7"/>
                  </a:cubicBezTo>
                  <a:close/>
                  <a:moveTo>
                    <a:pt x="350" y="8"/>
                  </a:moveTo>
                  <a:cubicBezTo>
                    <a:pt x="350" y="8"/>
                    <a:pt x="350" y="8"/>
                    <a:pt x="351" y="7"/>
                  </a:cubicBezTo>
                  <a:cubicBezTo>
                    <a:pt x="348" y="8"/>
                    <a:pt x="348" y="7"/>
                    <a:pt x="347" y="7"/>
                  </a:cubicBezTo>
                  <a:cubicBezTo>
                    <a:pt x="346" y="8"/>
                    <a:pt x="345" y="8"/>
                    <a:pt x="343" y="8"/>
                  </a:cubicBezTo>
                  <a:cubicBezTo>
                    <a:pt x="342" y="8"/>
                    <a:pt x="336" y="8"/>
                    <a:pt x="335" y="9"/>
                  </a:cubicBezTo>
                  <a:cubicBezTo>
                    <a:pt x="336" y="9"/>
                    <a:pt x="337" y="9"/>
                    <a:pt x="337" y="9"/>
                  </a:cubicBezTo>
                  <a:cubicBezTo>
                    <a:pt x="334" y="10"/>
                    <a:pt x="330" y="9"/>
                    <a:pt x="327" y="11"/>
                  </a:cubicBezTo>
                  <a:cubicBezTo>
                    <a:pt x="331" y="11"/>
                    <a:pt x="333" y="10"/>
                    <a:pt x="336" y="10"/>
                  </a:cubicBezTo>
                  <a:cubicBezTo>
                    <a:pt x="336" y="9"/>
                    <a:pt x="337" y="9"/>
                    <a:pt x="339" y="9"/>
                  </a:cubicBezTo>
                  <a:cubicBezTo>
                    <a:pt x="339" y="9"/>
                    <a:pt x="336" y="9"/>
                    <a:pt x="337" y="10"/>
                  </a:cubicBezTo>
                  <a:cubicBezTo>
                    <a:pt x="342" y="9"/>
                    <a:pt x="350" y="9"/>
                    <a:pt x="351" y="8"/>
                  </a:cubicBezTo>
                  <a:cubicBezTo>
                    <a:pt x="350" y="8"/>
                    <a:pt x="350" y="8"/>
                    <a:pt x="350" y="8"/>
                  </a:cubicBezTo>
                  <a:close/>
                  <a:moveTo>
                    <a:pt x="314" y="14"/>
                  </a:moveTo>
                  <a:cubicBezTo>
                    <a:pt x="315" y="14"/>
                    <a:pt x="322" y="13"/>
                    <a:pt x="320" y="13"/>
                  </a:cubicBezTo>
                  <a:cubicBezTo>
                    <a:pt x="317" y="14"/>
                    <a:pt x="316" y="13"/>
                    <a:pt x="314" y="14"/>
                  </a:cubicBezTo>
                  <a:close/>
                  <a:moveTo>
                    <a:pt x="241" y="77"/>
                  </a:moveTo>
                  <a:cubicBezTo>
                    <a:pt x="240" y="77"/>
                    <a:pt x="241" y="75"/>
                    <a:pt x="240" y="76"/>
                  </a:cubicBezTo>
                  <a:cubicBezTo>
                    <a:pt x="240" y="76"/>
                    <a:pt x="238" y="77"/>
                    <a:pt x="238" y="77"/>
                  </a:cubicBezTo>
                  <a:cubicBezTo>
                    <a:pt x="238" y="77"/>
                    <a:pt x="238" y="77"/>
                    <a:pt x="237" y="77"/>
                  </a:cubicBezTo>
                  <a:cubicBezTo>
                    <a:pt x="237" y="78"/>
                    <a:pt x="238" y="77"/>
                    <a:pt x="238" y="77"/>
                  </a:cubicBezTo>
                  <a:cubicBezTo>
                    <a:pt x="236" y="79"/>
                    <a:pt x="236" y="78"/>
                    <a:pt x="235" y="79"/>
                  </a:cubicBezTo>
                  <a:cubicBezTo>
                    <a:pt x="236" y="79"/>
                    <a:pt x="240" y="77"/>
                    <a:pt x="241" y="77"/>
                  </a:cubicBezTo>
                  <a:close/>
                  <a:moveTo>
                    <a:pt x="232" y="80"/>
                  </a:moveTo>
                  <a:cubicBezTo>
                    <a:pt x="232" y="81"/>
                    <a:pt x="233" y="81"/>
                    <a:pt x="228" y="83"/>
                  </a:cubicBezTo>
                  <a:cubicBezTo>
                    <a:pt x="231" y="83"/>
                    <a:pt x="236" y="79"/>
                    <a:pt x="241" y="77"/>
                  </a:cubicBezTo>
                  <a:cubicBezTo>
                    <a:pt x="238" y="78"/>
                    <a:pt x="235" y="79"/>
                    <a:pt x="232" y="80"/>
                  </a:cubicBezTo>
                  <a:close/>
                  <a:moveTo>
                    <a:pt x="222" y="84"/>
                  </a:moveTo>
                  <a:cubicBezTo>
                    <a:pt x="220" y="86"/>
                    <a:pt x="220" y="87"/>
                    <a:pt x="223" y="86"/>
                  </a:cubicBezTo>
                  <a:cubicBezTo>
                    <a:pt x="221" y="87"/>
                    <a:pt x="219" y="89"/>
                    <a:pt x="217" y="89"/>
                  </a:cubicBezTo>
                  <a:cubicBezTo>
                    <a:pt x="217" y="88"/>
                    <a:pt x="219" y="88"/>
                    <a:pt x="219" y="87"/>
                  </a:cubicBezTo>
                  <a:cubicBezTo>
                    <a:pt x="217" y="88"/>
                    <a:pt x="213" y="90"/>
                    <a:pt x="213" y="91"/>
                  </a:cubicBezTo>
                  <a:cubicBezTo>
                    <a:pt x="218" y="88"/>
                    <a:pt x="214" y="91"/>
                    <a:pt x="215" y="91"/>
                  </a:cubicBezTo>
                  <a:cubicBezTo>
                    <a:pt x="219" y="89"/>
                    <a:pt x="219" y="89"/>
                    <a:pt x="219" y="89"/>
                  </a:cubicBezTo>
                  <a:cubicBezTo>
                    <a:pt x="219" y="88"/>
                    <a:pt x="224" y="86"/>
                    <a:pt x="226" y="84"/>
                  </a:cubicBezTo>
                  <a:cubicBezTo>
                    <a:pt x="222" y="86"/>
                    <a:pt x="223" y="85"/>
                    <a:pt x="222" y="84"/>
                  </a:cubicBezTo>
                  <a:close/>
                  <a:moveTo>
                    <a:pt x="214" y="101"/>
                  </a:moveTo>
                  <a:cubicBezTo>
                    <a:pt x="214" y="103"/>
                    <a:pt x="210" y="104"/>
                    <a:pt x="207" y="106"/>
                  </a:cubicBezTo>
                  <a:cubicBezTo>
                    <a:pt x="211" y="104"/>
                    <a:pt x="216" y="101"/>
                    <a:pt x="220" y="99"/>
                  </a:cubicBezTo>
                  <a:cubicBezTo>
                    <a:pt x="219" y="99"/>
                    <a:pt x="215" y="102"/>
                    <a:pt x="215" y="101"/>
                  </a:cubicBezTo>
                  <a:cubicBezTo>
                    <a:pt x="219" y="99"/>
                    <a:pt x="223" y="98"/>
                    <a:pt x="226" y="95"/>
                  </a:cubicBezTo>
                  <a:cubicBezTo>
                    <a:pt x="223" y="97"/>
                    <a:pt x="219" y="98"/>
                    <a:pt x="214" y="101"/>
                  </a:cubicBezTo>
                  <a:close/>
                  <a:moveTo>
                    <a:pt x="211" y="86"/>
                  </a:moveTo>
                  <a:cubicBezTo>
                    <a:pt x="213" y="83"/>
                    <a:pt x="216" y="83"/>
                    <a:pt x="217" y="81"/>
                  </a:cubicBezTo>
                  <a:cubicBezTo>
                    <a:pt x="214" y="83"/>
                    <a:pt x="214" y="82"/>
                    <a:pt x="210" y="84"/>
                  </a:cubicBezTo>
                  <a:cubicBezTo>
                    <a:pt x="210" y="85"/>
                    <a:pt x="208" y="86"/>
                    <a:pt x="211" y="86"/>
                  </a:cubicBezTo>
                  <a:close/>
                  <a:moveTo>
                    <a:pt x="210" y="82"/>
                  </a:moveTo>
                  <a:cubicBezTo>
                    <a:pt x="211" y="82"/>
                    <a:pt x="207" y="83"/>
                    <a:pt x="208" y="84"/>
                  </a:cubicBezTo>
                  <a:cubicBezTo>
                    <a:pt x="211" y="83"/>
                    <a:pt x="211" y="82"/>
                    <a:pt x="213" y="80"/>
                  </a:cubicBezTo>
                  <a:cubicBezTo>
                    <a:pt x="214" y="80"/>
                    <a:pt x="214" y="81"/>
                    <a:pt x="215" y="80"/>
                  </a:cubicBezTo>
                  <a:cubicBezTo>
                    <a:pt x="216" y="79"/>
                    <a:pt x="212" y="81"/>
                    <a:pt x="210" y="82"/>
                  </a:cubicBezTo>
                  <a:close/>
                  <a:moveTo>
                    <a:pt x="203" y="100"/>
                  </a:moveTo>
                  <a:cubicBezTo>
                    <a:pt x="201" y="100"/>
                    <a:pt x="199" y="102"/>
                    <a:pt x="199" y="102"/>
                  </a:cubicBezTo>
                  <a:cubicBezTo>
                    <a:pt x="201" y="100"/>
                    <a:pt x="205" y="97"/>
                    <a:pt x="207" y="96"/>
                  </a:cubicBezTo>
                  <a:cubicBezTo>
                    <a:pt x="207" y="96"/>
                    <a:pt x="213" y="92"/>
                    <a:pt x="212" y="92"/>
                  </a:cubicBezTo>
                  <a:cubicBezTo>
                    <a:pt x="211" y="93"/>
                    <a:pt x="207" y="95"/>
                    <a:pt x="207" y="96"/>
                  </a:cubicBezTo>
                  <a:cubicBezTo>
                    <a:pt x="204" y="97"/>
                    <a:pt x="201" y="100"/>
                    <a:pt x="197" y="101"/>
                  </a:cubicBezTo>
                  <a:cubicBezTo>
                    <a:pt x="197" y="102"/>
                    <a:pt x="198" y="101"/>
                    <a:pt x="196" y="103"/>
                  </a:cubicBezTo>
                  <a:cubicBezTo>
                    <a:pt x="192" y="104"/>
                    <a:pt x="183" y="110"/>
                    <a:pt x="180" y="114"/>
                  </a:cubicBezTo>
                  <a:cubicBezTo>
                    <a:pt x="175" y="115"/>
                    <a:pt x="167" y="123"/>
                    <a:pt x="160" y="128"/>
                  </a:cubicBezTo>
                  <a:cubicBezTo>
                    <a:pt x="161" y="128"/>
                    <a:pt x="163" y="127"/>
                    <a:pt x="161" y="129"/>
                  </a:cubicBezTo>
                  <a:cubicBezTo>
                    <a:pt x="164" y="127"/>
                    <a:pt x="163" y="126"/>
                    <a:pt x="165" y="125"/>
                  </a:cubicBezTo>
                  <a:cubicBezTo>
                    <a:pt x="166" y="125"/>
                    <a:pt x="167" y="124"/>
                    <a:pt x="165" y="127"/>
                  </a:cubicBezTo>
                  <a:cubicBezTo>
                    <a:pt x="167" y="125"/>
                    <a:pt x="166" y="126"/>
                    <a:pt x="168" y="125"/>
                  </a:cubicBezTo>
                  <a:cubicBezTo>
                    <a:pt x="168" y="124"/>
                    <a:pt x="169" y="122"/>
                    <a:pt x="167" y="123"/>
                  </a:cubicBezTo>
                  <a:cubicBezTo>
                    <a:pt x="172" y="119"/>
                    <a:pt x="174" y="119"/>
                    <a:pt x="177" y="116"/>
                  </a:cubicBezTo>
                  <a:cubicBezTo>
                    <a:pt x="176" y="117"/>
                    <a:pt x="178" y="116"/>
                    <a:pt x="179" y="115"/>
                  </a:cubicBezTo>
                  <a:cubicBezTo>
                    <a:pt x="179" y="115"/>
                    <a:pt x="178" y="115"/>
                    <a:pt x="179" y="114"/>
                  </a:cubicBezTo>
                  <a:cubicBezTo>
                    <a:pt x="183" y="113"/>
                    <a:pt x="189" y="107"/>
                    <a:pt x="193" y="105"/>
                  </a:cubicBezTo>
                  <a:cubicBezTo>
                    <a:pt x="193" y="105"/>
                    <a:pt x="192" y="105"/>
                    <a:pt x="194" y="104"/>
                  </a:cubicBezTo>
                  <a:cubicBezTo>
                    <a:pt x="193" y="106"/>
                    <a:pt x="196" y="103"/>
                    <a:pt x="198" y="102"/>
                  </a:cubicBezTo>
                  <a:cubicBezTo>
                    <a:pt x="198" y="103"/>
                    <a:pt x="189" y="108"/>
                    <a:pt x="194" y="106"/>
                  </a:cubicBezTo>
                  <a:cubicBezTo>
                    <a:pt x="192" y="107"/>
                    <a:pt x="190" y="108"/>
                    <a:pt x="190" y="108"/>
                  </a:cubicBezTo>
                  <a:cubicBezTo>
                    <a:pt x="194" y="106"/>
                    <a:pt x="190" y="109"/>
                    <a:pt x="189" y="110"/>
                  </a:cubicBezTo>
                  <a:cubicBezTo>
                    <a:pt x="194" y="107"/>
                    <a:pt x="196" y="106"/>
                    <a:pt x="200" y="103"/>
                  </a:cubicBezTo>
                  <a:cubicBezTo>
                    <a:pt x="201" y="103"/>
                    <a:pt x="200" y="103"/>
                    <a:pt x="201" y="102"/>
                  </a:cubicBezTo>
                  <a:cubicBezTo>
                    <a:pt x="202" y="102"/>
                    <a:pt x="205" y="100"/>
                    <a:pt x="205" y="99"/>
                  </a:cubicBezTo>
                  <a:cubicBezTo>
                    <a:pt x="207" y="98"/>
                    <a:pt x="210" y="96"/>
                    <a:pt x="210" y="97"/>
                  </a:cubicBezTo>
                  <a:cubicBezTo>
                    <a:pt x="212" y="96"/>
                    <a:pt x="213" y="96"/>
                    <a:pt x="213" y="95"/>
                  </a:cubicBezTo>
                  <a:cubicBezTo>
                    <a:pt x="211" y="96"/>
                    <a:pt x="215" y="94"/>
                    <a:pt x="214" y="94"/>
                  </a:cubicBezTo>
                  <a:cubicBezTo>
                    <a:pt x="213" y="95"/>
                    <a:pt x="213" y="94"/>
                    <a:pt x="211" y="95"/>
                  </a:cubicBezTo>
                  <a:cubicBezTo>
                    <a:pt x="211" y="96"/>
                    <a:pt x="207" y="98"/>
                    <a:pt x="205" y="99"/>
                  </a:cubicBezTo>
                  <a:cubicBezTo>
                    <a:pt x="205" y="99"/>
                    <a:pt x="202" y="101"/>
                    <a:pt x="202" y="101"/>
                  </a:cubicBezTo>
                  <a:cubicBezTo>
                    <a:pt x="200" y="101"/>
                    <a:pt x="205" y="99"/>
                    <a:pt x="203" y="100"/>
                  </a:cubicBezTo>
                  <a:close/>
                  <a:moveTo>
                    <a:pt x="201" y="82"/>
                  </a:moveTo>
                  <a:cubicBezTo>
                    <a:pt x="203" y="81"/>
                    <a:pt x="203" y="82"/>
                    <a:pt x="205" y="81"/>
                  </a:cubicBezTo>
                  <a:cubicBezTo>
                    <a:pt x="205" y="80"/>
                    <a:pt x="206" y="80"/>
                    <a:pt x="205" y="79"/>
                  </a:cubicBezTo>
                  <a:cubicBezTo>
                    <a:pt x="203" y="80"/>
                    <a:pt x="202" y="81"/>
                    <a:pt x="201" y="82"/>
                  </a:cubicBezTo>
                  <a:close/>
                  <a:moveTo>
                    <a:pt x="192" y="82"/>
                  </a:moveTo>
                  <a:cubicBezTo>
                    <a:pt x="192" y="81"/>
                    <a:pt x="194" y="80"/>
                    <a:pt x="194" y="80"/>
                  </a:cubicBezTo>
                  <a:cubicBezTo>
                    <a:pt x="192" y="80"/>
                    <a:pt x="187" y="84"/>
                    <a:pt x="190" y="83"/>
                  </a:cubicBezTo>
                  <a:cubicBezTo>
                    <a:pt x="192" y="81"/>
                    <a:pt x="191" y="83"/>
                    <a:pt x="191" y="83"/>
                  </a:cubicBezTo>
                  <a:cubicBezTo>
                    <a:pt x="192" y="83"/>
                    <a:pt x="194" y="82"/>
                    <a:pt x="195" y="81"/>
                  </a:cubicBezTo>
                  <a:cubicBezTo>
                    <a:pt x="195" y="81"/>
                    <a:pt x="195" y="82"/>
                    <a:pt x="195" y="82"/>
                  </a:cubicBezTo>
                  <a:cubicBezTo>
                    <a:pt x="197" y="81"/>
                    <a:pt x="197" y="81"/>
                    <a:pt x="197" y="81"/>
                  </a:cubicBezTo>
                  <a:cubicBezTo>
                    <a:pt x="197" y="80"/>
                    <a:pt x="197" y="80"/>
                    <a:pt x="197" y="80"/>
                  </a:cubicBezTo>
                  <a:cubicBezTo>
                    <a:pt x="194" y="82"/>
                    <a:pt x="193" y="81"/>
                    <a:pt x="192" y="82"/>
                  </a:cubicBezTo>
                  <a:close/>
                  <a:moveTo>
                    <a:pt x="196" y="84"/>
                  </a:moveTo>
                  <a:cubicBezTo>
                    <a:pt x="193" y="86"/>
                    <a:pt x="192" y="85"/>
                    <a:pt x="192" y="85"/>
                  </a:cubicBezTo>
                  <a:cubicBezTo>
                    <a:pt x="192" y="86"/>
                    <a:pt x="191" y="86"/>
                    <a:pt x="191" y="87"/>
                  </a:cubicBezTo>
                  <a:cubicBezTo>
                    <a:pt x="193" y="86"/>
                    <a:pt x="192" y="87"/>
                    <a:pt x="194" y="87"/>
                  </a:cubicBezTo>
                  <a:cubicBezTo>
                    <a:pt x="196" y="86"/>
                    <a:pt x="195" y="86"/>
                    <a:pt x="197" y="85"/>
                  </a:cubicBezTo>
                  <a:cubicBezTo>
                    <a:pt x="198" y="84"/>
                    <a:pt x="195" y="86"/>
                    <a:pt x="195" y="85"/>
                  </a:cubicBezTo>
                  <a:cubicBezTo>
                    <a:pt x="195" y="85"/>
                    <a:pt x="198" y="82"/>
                    <a:pt x="196" y="83"/>
                  </a:cubicBezTo>
                  <a:cubicBezTo>
                    <a:pt x="196" y="83"/>
                    <a:pt x="196" y="83"/>
                    <a:pt x="196" y="84"/>
                  </a:cubicBezTo>
                  <a:close/>
                  <a:moveTo>
                    <a:pt x="187" y="104"/>
                  </a:moveTo>
                  <a:cubicBezTo>
                    <a:pt x="188" y="103"/>
                    <a:pt x="188" y="105"/>
                    <a:pt x="192" y="103"/>
                  </a:cubicBezTo>
                  <a:cubicBezTo>
                    <a:pt x="192" y="102"/>
                    <a:pt x="190" y="103"/>
                    <a:pt x="190" y="103"/>
                  </a:cubicBezTo>
                  <a:cubicBezTo>
                    <a:pt x="192" y="102"/>
                    <a:pt x="193" y="101"/>
                    <a:pt x="194" y="99"/>
                  </a:cubicBezTo>
                  <a:cubicBezTo>
                    <a:pt x="195" y="100"/>
                    <a:pt x="195" y="100"/>
                    <a:pt x="195" y="100"/>
                  </a:cubicBezTo>
                  <a:cubicBezTo>
                    <a:pt x="197" y="98"/>
                    <a:pt x="198" y="98"/>
                    <a:pt x="201" y="96"/>
                  </a:cubicBezTo>
                  <a:cubicBezTo>
                    <a:pt x="200" y="96"/>
                    <a:pt x="201" y="94"/>
                    <a:pt x="200" y="95"/>
                  </a:cubicBezTo>
                  <a:cubicBezTo>
                    <a:pt x="196" y="97"/>
                    <a:pt x="191" y="101"/>
                    <a:pt x="189" y="102"/>
                  </a:cubicBezTo>
                  <a:cubicBezTo>
                    <a:pt x="188" y="103"/>
                    <a:pt x="191" y="102"/>
                    <a:pt x="188" y="103"/>
                  </a:cubicBezTo>
                  <a:cubicBezTo>
                    <a:pt x="188" y="103"/>
                    <a:pt x="187" y="104"/>
                    <a:pt x="187" y="104"/>
                  </a:cubicBezTo>
                  <a:close/>
                  <a:moveTo>
                    <a:pt x="198" y="107"/>
                  </a:moveTo>
                  <a:cubicBezTo>
                    <a:pt x="200" y="106"/>
                    <a:pt x="201" y="105"/>
                    <a:pt x="202" y="105"/>
                  </a:cubicBezTo>
                  <a:cubicBezTo>
                    <a:pt x="201" y="105"/>
                    <a:pt x="199" y="106"/>
                    <a:pt x="198" y="106"/>
                  </a:cubicBezTo>
                  <a:cubicBezTo>
                    <a:pt x="200" y="105"/>
                    <a:pt x="200" y="104"/>
                    <a:pt x="202" y="103"/>
                  </a:cubicBezTo>
                  <a:cubicBezTo>
                    <a:pt x="201" y="104"/>
                    <a:pt x="203" y="102"/>
                    <a:pt x="205" y="102"/>
                  </a:cubicBezTo>
                  <a:cubicBezTo>
                    <a:pt x="204" y="101"/>
                    <a:pt x="200" y="104"/>
                    <a:pt x="197" y="105"/>
                  </a:cubicBezTo>
                  <a:cubicBezTo>
                    <a:pt x="199" y="105"/>
                    <a:pt x="196" y="108"/>
                    <a:pt x="198" y="107"/>
                  </a:cubicBezTo>
                  <a:close/>
                  <a:moveTo>
                    <a:pt x="186" y="99"/>
                  </a:moveTo>
                  <a:cubicBezTo>
                    <a:pt x="183" y="101"/>
                    <a:pt x="173" y="108"/>
                    <a:pt x="182" y="103"/>
                  </a:cubicBezTo>
                  <a:cubicBezTo>
                    <a:pt x="183" y="101"/>
                    <a:pt x="187" y="99"/>
                    <a:pt x="183" y="102"/>
                  </a:cubicBezTo>
                  <a:cubicBezTo>
                    <a:pt x="186" y="100"/>
                    <a:pt x="187" y="99"/>
                    <a:pt x="188" y="98"/>
                  </a:cubicBezTo>
                  <a:cubicBezTo>
                    <a:pt x="187" y="99"/>
                    <a:pt x="187" y="98"/>
                    <a:pt x="186" y="99"/>
                  </a:cubicBezTo>
                  <a:close/>
                  <a:moveTo>
                    <a:pt x="169" y="89"/>
                  </a:moveTo>
                  <a:cubicBezTo>
                    <a:pt x="171" y="89"/>
                    <a:pt x="178" y="83"/>
                    <a:pt x="174" y="85"/>
                  </a:cubicBezTo>
                  <a:cubicBezTo>
                    <a:pt x="174" y="86"/>
                    <a:pt x="171" y="88"/>
                    <a:pt x="169" y="89"/>
                  </a:cubicBezTo>
                  <a:close/>
                  <a:moveTo>
                    <a:pt x="182" y="123"/>
                  </a:moveTo>
                  <a:cubicBezTo>
                    <a:pt x="187" y="120"/>
                    <a:pt x="189" y="118"/>
                    <a:pt x="195" y="114"/>
                  </a:cubicBezTo>
                  <a:cubicBezTo>
                    <a:pt x="194" y="115"/>
                    <a:pt x="195" y="113"/>
                    <a:pt x="194" y="114"/>
                  </a:cubicBezTo>
                  <a:cubicBezTo>
                    <a:pt x="194" y="114"/>
                    <a:pt x="191" y="117"/>
                    <a:pt x="189" y="118"/>
                  </a:cubicBezTo>
                  <a:cubicBezTo>
                    <a:pt x="190" y="117"/>
                    <a:pt x="190" y="117"/>
                    <a:pt x="190" y="116"/>
                  </a:cubicBezTo>
                  <a:cubicBezTo>
                    <a:pt x="188" y="118"/>
                    <a:pt x="186" y="120"/>
                    <a:pt x="183" y="121"/>
                  </a:cubicBezTo>
                  <a:cubicBezTo>
                    <a:pt x="184" y="121"/>
                    <a:pt x="184" y="120"/>
                    <a:pt x="183" y="121"/>
                  </a:cubicBezTo>
                  <a:cubicBezTo>
                    <a:pt x="183" y="121"/>
                    <a:pt x="182" y="123"/>
                    <a:pt x="182" y="123"/>
                  </a:cubicBezTo>
                  <a:close/>
                  <a:moveTo>
                    <a:pt x="178" y="110"/>
                  </a:moveTo>
                  <a:cubicBezTo>
                    <a:pt x="180" y="109"/>
                    <a:pt x="180" y="109"/>
                    <a:pt x="180" y="109"/>
                  </a:cubicBezTo>
                  <a:cubicBezTo>
                    <a:pt x="178" y="111"/>
                    <a:pt x="182" y="109"/>
                    <a:pt x="182" y="108"/>
                  </a:cubicBezTo>
                  <a:cubicBezTo>
                    <a:pt x="181" y="108"/>
                    <a:pt x="179" y="109"/>
                    <a:pt x="178" y="110"/>
                  </a:cubicBezTo>
                  <a:close/>
                  <a:moveTo>
                    <a:pt x="178" y="117"/>
                  </a:moveTo>
                  <a:cubicBezTo>
                    <a:pt x="177" y="118"/>
                    <a:pt x="176" y="118"/>
                    <a:pt x="175" y="120"/>
                  </a:cubicBezTo>
                  <a:cubicBezTo>
                    <a:pt x="176" y="119"/>
                    <a:pt x="176" y="119"/>
                    <a:pt x="177" y="119"/>
                  </a:cubicBezTo>
                  <a:cubicBezTo>
                    <a:pt x="178" y="118"/>
                    <a:pt x="182" y="116"/>
                    <a:pt x="181" y="116"/>
                  </a:cubicBezTo>
                  <a:cubicBezTo>
                    <a:pt x="177" y="119"/>
                    <a:pt x="181" y="114"/>
                    <a:pt x="178" y="117"/>
                  </a:cubicBezTo>
                  <a:close/>
                  <a:moveTo>
                    <a:pt x="164" y="122"/>
                  </a:moveTo>
                  <a:cubicBezTo>
                    <a:pt x="169" y="117"/>
                    <a:pt x="172" y="117"/>
                    <a:pt x="177" y="112"/>
                  </a:cubicBezTo>
                  <a:cubicBezTo>
                    <a:pt x="174" y="114"/>
                    <a:pt x="176" y="112"/>
                    <a:pt x="174" y="113"/>
                  </a:cubicBezTo>
                  <a:cubicBezTo>
                    <a:pt x="171" y="116"/>
                    <a:pt x="165" y="119"/>
                    <a:pt x="164" y="122"/>
                  </a:cubicBezTo>
                  <a:close/>
                  <a:moveTo>
                    <a:pt x="159" y="111"/>
                  </a:moveTo>
                  <a:cubicBezTo>
                    <a:pt x="160" y="110"/>
                    <a:pt x="164" y="108"/>
                    <a:pt x="164" y="107"/>
                  </a:cubicBezTo>
                  <a:cubicBezTo>
                    <a:pt x="162" y="109"/>
                    <a:pt x="158" y="112"/>
                    <a:pt x="159" y="111"/>
                  </a:cubicBezTo>
                  <a:close/>
                  <a:moveTo>
                    <a:pt x="170" y="123"/>
                  </a:moveTo>
                  <a:cubicBezTo>
                    <a:pt x="172" y="122"/>
                    <a:pt x="175" y="118"/>
                    <a:pt x="172" y="121"/>
                  </a:cubicBezTo>
                  <a:cubicBezTo>
                    <a:pt x="172" y="121"/>
                    <a:pt x="173" y="120"/>
                    <a:pt x="173" y="121"/>
                  </a:cubicBezTo>
                  <a:cubicBezTo>
                    <a:pt x="172" y="121"/>
                    <a:pt x="168" y="124"/>
                    <a:pt x="170" y="123"/>
                  </a:cubicBezTo>
                  <a:close/>
                  <a:moveTo>
                    <a:pt x="125" y="113"/>
                  </a:moveTo>
                  <a:cubicBezTo>
                    <a:pt x="123" y="114"/>
                    <a:pt x="123" y="114"/>
                    <a:pt x="123" y="114"/>
                  </a:cubicBezTo>
                  <a:cubicBezTo>
                    <a:pt x="123" y="115"/>
                    <a:pt x="122" y="116"/>
                    <a:pt x="123" y="115"/>
                  </a:cubicBezTo>
                  <a:cubicBezTo>
                    <a:pt x="125" y="114"/>
                    <a:pt x="125" y="114"/>
                    <a:pt x="125" y="113"/>
                  </a:cubicBezTo>
                  <a:cubicBezTo>
                    <a:pt x="125" y="113"/>
                    <a:pt x="126" y="113"/>
                    <a:pt x="126" y="112"/>
                  </a:cubicBezTo>
                  <a:cubicBezTo>
                    <a:pt x="125" y="113"/>
                    <a:pt x="125" y="113"/>
                    <a:pt x="125" y="113"/>
                  </a:cubicBezTo>
                  <a:close/>
                  <a:moveTo>
                    <a:pt x="107" y="138"/>
                  </a:moveTo>
                  <a:cubicBezTo>
                    <a:pt x="106" y="138"/>
                    <a:pt x="106" y="138"/>
                    <a:pt x="105" y="139"/>
                  </a:cubicBezTo>
                  <a:cubicBezTo>
                    <a:pt x="105" y="138"/>
                    <a:pt x="107" y="136"/>
                    <a:pt x="107" y="136"/>
                  </a:cubicBezTo>
                  <a:cubicBezTo>
                    <a:pt x="105" y="138"/>
                    <a:pt x="104" y="139"/>
                    <a:pt x="102" y="141"/>
                  </a:cubicBezTo>
                  <a:cubicBezTo>
                    <a:pt x="104" y="141"/>
                    <a:pt x="106" y="140"/>
                    <a:pt x="108" y="139"/>
                  </a:cubicBezTo>
                  <a:cubicBezTo>
                    <a:pt x="104" y="141"/>
                    <a:pt x="110" y="134"/>
                    <a:pt x="107" y="137"/>
                  </a:cubicBezTo>
                  <a:cubicBezTo>
                    <a:pt x="107" y="137"/>
                    <a:pt x="107" y="137"/>
                    <a:pt x="107" y="138"/>
                  </a:cubicBezTo>
                  <a:close/>
                  <a:moveTo>
                    <a:pt x="128" y="160"/>
                  </a:moveTo>
                  <a:cubicBezTo>
                    <a:pt x="127" y="161"/>
                    <a:pt x="126" y="161"/>
                    <a:pt x="126" y="161"/>
                  </a:cubicBezTo>
                  <a:cubicBezTo>
                    <a:pt x="125" y="163"/>
                    <a:pt x="128" y="160"/>
                    <a:pt x="128" y="162"/>
                  </a:cubicBezTo>
                  <a:cubicBezTo>
                    <a:pt x="127" y="163"/>
                    <a:pt x="126" y="164"/>
                    <a:pt x="125" y="164"/>
                  </a:cubicBezTo>
                  <a:cubicBezTo>
                    <a:pt x="125" y="165"/>
                    <a:pt x="128" y="162"/>
                    <a:pt x="129" y="162"/>
                  </a:cubicBezTo>
                  <a:cubicBezTo>
                    <a:pt x="128" y="162"/>
                    <a:pt x="127" y="163"/>
                    <a:pt x="127" y="163"/>
                  </a:cubicBezTo>
                  <a:cubicBezTo>
                    <a:pt x="131" y="161"/>
                    <a:pt x="128" y="162"/>
                    <a:pt x="131" y="159"/>
                  </a:cubicBezTo>
                  <a:cubicBezTo>
                    <a:pt x="130" y="159"/>
                    <a:pt x="127" y="162"/>
                    <a:pt x="128" y="160"/>
                  </a:cubicBezTo>
                  <a:close/>
                  <a:moveTo>
                    <a:pt x="95" y="148"/>
                  </a:moveTo>
                  <a:cubicBezTo>
                    <a:pt x="95" y="148"/>
                    <a:pt x="96" y="148"/>
                    <a:pt x="96" y="148"/>
                  </a:cubicBezTo>
                  <a:cubicBezTo>
                    <a:pt x="94" y="149"/>
                    <a:pt x="94" y="150"/>
                    <a:pt x="94" y="150"/>
                  </a:cubicBezTo>
                  <a:cubicBezTo>
                    <a:pt x="98" y="147"/>
                    <a:pt x="99" y="145"/>
                    <a:pt x="101" y="143"/>
                  </a:cubicBezTo>
                  <a:cubicBezTo>
                    <a:pt x="102" y="143"/>
                    <a:pt x="102" y="142"/>
                    <a:pt x="102" y="141"/>
                  </a:cubicBezTo>
                  <a:cubicBezTo>
                    <a:pt x="100" y="143"/>
                    <a:pt x="97" y="147"/>
                    <a:pt x="95" y="148"/>
                  </a:cubicBezTo>
                  <a:close/>
                  <a:moveTo>
                    <a:pt x="110" y="169"/>
                  </a:moveTo>
                  <a:cubicBezTo>
                    <a:pt x="110" y="169"/>
                    <a:pt x="111" y="169"/>
                    <a:pt x="111" y="169"/>
                  </a:cubicBezTo>
                  <a:cubicBezTo>
                    <a:pt x="110" y="170"/>
                    <a:pt x="109" y="171"/>
                    <a:pt x="109" y="171"/>
                  </a:cubicBezTo>
                  <a:cubicBezTo>
                    <a:pt x="112" y="168"/>
                    <a:pt x="113" y="166"/>
                    <a:pt x="114" y="165"/>
                  </a:cubicBezTo>
                  <a:cubicBezTo>
                    <a:pt x="114" y="165"/>
                    <a:pt x="114" y="165"/>
                    <a:pt x="114" y="165"/>
                  </a:cubicBezTo>
                  <a:cubicBezTo>
                    <a:pt x="112" y="167"/>
                    <a:pt x="111" y="169"/>
                    <a:pt x="110" y="169"/>
                  </a:cubicBezTo>
                  <a:close/>
                  <a:moveTo>
                    <a:pt x="91" y="154"/>
                  </a:moveTo>
                  <a:cubicBezTo>
                    <a:pt x="92" y="155"/>
                    <a:pt x="92" y="155"/>
                    <a:pt x="92" y="155"/>
                  </a:cubicBezTo>
                  <a:cubicBezTo>
                    <a:pt x="94" y="153"/>
                    <a:pt x="93" y="153"/>
                    <a:pt x="94" y="152"/>
                  </a:cubicBezTo>
                  <a:cubicBezTo>
                    <a:pt x="94" y="152"/>
                    <a:pt x="94" y="152"/>
                    <a:pt x="95" y="152"/>
                  </a:cubicBezTo>
                  <a:cubicBezTo>
                    <a:pt x="95" y="152"/>
                    <a:pt x="95" y="151"/>
                    <a:pt x="95" y="151"/>
                  </a:cubicBezTo>
                  <a:cubicBezTo>
                    <a:pt x="94" y="151"/>
                    <a:pt x="94" y="151"/>
                    <a:pt x="94" y="152"/>
                  </a:cubicBezTo>
                  <a:cubicBezTo>
                    <a:pt x="93" y="153"/>
                    <a:pt x="93" y="153"/>
                    <a:pt x="91" y="154"/>
                  </a:cubicBezTo>
                  <a:close/>
                  <a:moveTo>
                    <a:pt x="92" y="162"/>
                  </a:moveTo>
                  <a:cubicBezTo>
                    <a:pt x="94" y="162"/>
                    <a:pt x="97" y="157"/>
                    <a:pt x="99" y="155"/>
                  </a:cubicBezTo>
                  <a:cubicBezTo>
                    <a:pt x="96" y="158"/>
                    <a:pt x="95" y="159"/>
                    <a:pt x="92" y="162"/>
                  </a:cubicBezTo>
                  <a:close/>
                  <a:moveTo>
                    <a:pt x="88" y="161"/>
                  </a:moveTo>
                  <a:cubicBezTo>
                    <a:pt x="87" y="161"/>
                    <a:pt x="87" y="161"/>
                    <a:pt x="87" y="161"/>
                  </a:cubicBezTo>
                  <a:cubicBezTo>
                    <a:pt x="87" y="161"/>
                    <a:pt x="87" y="161"/>
                    <a:pt x="87" y="161"/>
                  </a:cubicBezTo>
                  <a:cubicBezTo>
                    <a:pt x="87" y="162"/>
                    <a:pt x="87" y="162"/>
                    <a:pt x="87" y="162"/>
                  </a:cubicBezTo>
                  <a:cubicBezTo>
                    <a:pt x="87" y="162"/>
                    <a:pt x="87" y="162"/>
                    <a:pt x="87" y="162"/>
                  </a:cubicBezTo>
                  <a:cubicBezTo>
                    <a:pt x="87" y="162"/>
                    <a:pt x="87" y="163"/>
                    <a:pt x="87" y="163"/>
                  </a:cubicBezTo>
                  <a:cubicBezTo>
                    <a:pt x="87" y="163"/>
                    <a:pt x="87" y="162"/>
                    <a:pt x="87" y="162"/>
                  </a:cubicBezTo>
                  <a:cubicBezTo>
                    <a:pt x="87" y="162"/>
                    <a:pt x="87" y="162"/>
                    <a:pt x="88" y="161"/>
                  </a:cubicBezTo>
                  <a:cubicBezTo>
                    <a:pt x="89" y="160"/>
                    <a:pt x="89" y="160"/>
                    <a:pt x="89" y="160"/>
                  </a:cubicBezTo>
                  <a:cubicBezTo>
                    <a:pt x="88" y="162"/>
                    <a:pt x="90" y="159"/>
                    <a:pt x="91" y="158"/>
                  </a:cubicBezTo>
                  <a:cubicBezTo>
                    <a:pt x="91" y="157"/>
                    <a:pt x="93" y="157"/>
                    <a:pt x="94" y="156"/>
                  </a:cubicBezTo>
                  <a:cubicBezTo>
                    <a:pt x="92" y="156"/>
                    <a:pt x="90" y="158"/>
                    <a:pt x="88" y="161"/>
                  </a:cubicBezTo>
                  <a:close/>
                  <a:moveTo>
                    <a:pt x="106" y="176"/>
                  </a:moveTo>
                  <a:cubicBezTo>
                    <a:pt x="106" y="177"/>
                    <a:pt x="105" y="177"/>
                    <a:pt x="105" y="178"/>
                  </a:cubicBezTo>
                  <a:cubicBezTo>
                    <a:pt x="104" y="178"/>
                    <a:pt x="104" y="178"/>
                    <a:pt x="104" y="178"/>
                  </a:cubicBezTo>
                  <a:cubicBezTo>
                    <a:pt x="104" y="179"/>
                    <a:pt x="103" y="179"/>
                    <a:pt x="103" y="180"/>
                  </a:cubicBezTo>
                  <a:cubicBezTo>
                    <a:pt x="104" y="179"/>
                    <a:pt x="104" y="180"/>
                    <a:pt x="104" y="179"/>
                  </a:cubicBezTo>
                  <a:cubicBezTo>
                    <a:pt x="105" y="179"/>
                    <a:pt x="105" y="180"/>
                    <a:pt x="106" y="179"/>
                  </a:cubicBezTo>
                  <a:cubicBezTo>
                    <a:pt x="105" y="179"/>
                    <a:pt x="105" y="179"/>
                    <a:pt x="105" y="179"/>
                  </a:cubicBezTo>
                  <a:cubicBezTo>
                    <a:pt x="105" y="178"/>
                    <a:pt x="105" y="179"/>
                    <a:pt x="106" y="178"/>
                  </a:cubicBezTo>
                  <a:cubicBezTo>
                    <a:pt x="105" y="179"/>
                    <a:pt x="108" y="175"/>
                    <a:pt x="108" y="175"/>
                  </a:cubicBezTo>
                  <a:cubicBezTo>
                    <a:pt x="108" y="175"/>
                    <a:pt x="108" y="175"/>
                    <a:pt x="109" y="175"/>
                  </a:cubicBezTo>
                  <a:cubicBezTo>
                    <a:pt x="108" y="175"/>
                    <a:pt x="107" y="175"/>
                    <a:pt x="106" y="176"/>
                  </a:cubicBezTo>
                  <a:close/>
                  <a:moveTo>
                    <a:pt x="109" y="180"/>
                  </a:moveTo>
                  <a:cubicBezTo>
                    <a:pt x="108" y="180"/>
                    <a:pt x="108" y="180"/>
                    <a:pt x="108" y="180"/>
                  </a:cubicBezTo>
                  <a:cubicBezTo>
                    <a:pt x="108" y="181"/>
                    <a:pt x="108" y="181"/>
                    <a:pt x="108" y="181"/>
                  </a:cubicBezTo>
                  <a:cubicBezTo>
                    <a:pt x="107" y="181"/>
                    <a:pt x="107" y="181"/>
                    <a:pt x="107" y="181"/>
                  </a:cubicBezTo>
                  <a:cubicBezTo>
                    <a:pt x="107" y="181"/>
                    <a:pt x="107" y="181"/>
                    <a:pt x="107" y="181"/>
                  </a:cubicBezTo>
                  <a:cubicBezTo>
                    <a:pt x="106" y="182"/>
                    <a:pt x="106" y="183"/>
                    <a:pt x="105" y="184"/>
                  </a:cubicBezTo>
                  <a:cubicBezTo>
                    <a:pt x="106" y="184"/>
                    <a:pt x="107" y="183"/>
                    <a:pt x="107" y="182"/>
                  </a:cubicBezTo>
                  <a:cubicBezTo>
                    <a:pt x="108" y="182"/>
                    <a:pt x="108" y="182"/>
                    <a:pt x="108" y="182"/>
                  </a:cubicBezTo>
                  <a:cubicBezTo>
                    <a:pt x="108" y="182"/>
                    <a:pt x="108" y="182"/>
                    <a:pt x="110" y="180"/>
                  </a:cubicBezTo>
                  <a:cubicBezTo>
                    <a:pt x="110" y="180"/>
                    <a:pt x="109" y="180"/>
                    <a:pt x="109" y="180"/>
                  </a:cubicBezTo>
                  <a:close/>
                  <a:moveTo>
                    <a:pt x="88" y="171"/>
                  </a:moveTo>
                  <a:cubicBezTo>
                    <a:pt x="89" y="170"/>
                    <a:pt x="88" y="170"/>
                    <a:pt x="88" y="170"/>
                  </a:cubicBezTo>
                  <a:cubicBezTo>
                    <a:pt x="89" y="171"/>
                    <a:pt x="90" y="169"/>
                    <a:pt x="90" y="169"/>
                  </a:cubicBezTo>
                  <a:cubicBezTo>
                    <a:pt x="90" y="169"/>
                    <a:pt x="90" y="168"/>
                    <a:pt x="89" y="169"/>
                  </a:cubicBezTo>
                  <a:cubicBezTo>
                    <a:pt x="89" y="169"/>
                    <a:pt x="88" y="170"/>
                    <a:pt x="88" y="171"/>
                  </a:cubicBezTo>
                  <a:close/>
                  <a:moveTo>
                    <a:pt x="98" y="180"/>
                  </a:moveTo>
                  <a:cubicBezTo>
                    <a:pt x="99" y="179"/>
                    <a:pt x="99" y="180"/>
                    <a:pt x="100" y="180"/>
                  </a:cubicBezTo>
                  <a:cubicBezTo>
                    <a:pt x="99" y="179"/>
                    <a:pt x="98" y="179"/>
                    <a:pt x="98" y="180"/>
                  </a:cubicBezTo>
                  <a:close/>
                  <a:moveTo>
                    <a:pt x="102" y="183"/>
                  </a:moveTo>
                  <a:cubicBezTo>
                    <a:pt x="102" y="182"/>
                    <a:pt x="101" y="182"/>
                    <a:pt x="102" y="182"/>
                  </a:cubicBezTo>
                  <a:cubicBezTo>
                    <a:pt x="102" y="182"/>
                    <a:pt x="102" y="183"/>
                    <a:pt x="102" y="182"/>
                  </a:cubicBezTo>
                  <a:cubicBezTo>
                    <a:pt x="102" y="182"/>
                    <a:pt x="101" y="182"/>
                    <a:pt x="101" y="182"/>
                  </a:cubicBezTo>
                  <a:cubicBezTo>
                    <a:pt x="102" y="182"/>
                    <a:pt x="101" y="183"/>
                    <a:pt x="102" y="183"/>
                  </a:cubicBezTo>
                  <a:close/>
                  <a:moveTo>
                    <a:pt x="102" y="191"/>
                  </a:moveTo>
                  <a:cubicBezTo>
                    <a:pt x="102" y="191"/>
                    <a:pt x="104" y="189"/>
                    <a:pt x="104" y="188"/>
                  </a:cubicBezTo>
                  <a:cubicBezTo>
                    <a:pt x="103" y="187"/>
                    <a:pt x="103" y="186"/>
                    <a:pt x="102" y="187"/>
                  </a:cubicBezTo>
                  <a:cubicBezTo>
                    <a:pt x="104" y="188"/>
                    <a:pt x="101" y="190"/>
                    <a:pt x="102" y="191"/>
                  </a:cubicBezTo>
                  <a:close/>
                  <a:moveTo>
                    <a:pt x="100" y="187"/>
                  </a:moveTo>
                  <a:cubicBezTo>
                    <a:pt x="100" y="187"/>
                    <a:pt x="99" y="187"/>
                    <a:pt x="100" y="187"/>
                  </a:cubicBezTo>
                  <a:cubicBezTo>
                    <a:pt x="100" y="187"/>
                    <a:pt x="101" y="187"/>
                    <a:pt x="101" y="187"/>
                  </a:cubicBezTo>
                  <a:cubicBezTo>
                    <a:pt x="100" y="187"/>
                    <a:pt x="100" y="187"/>
                    <a:pt x="100" y="187"/>
                  </a:cubicBezTo>
                  <a:close/>
                  <a:moveTo>
                    <a:pt x="99" y="192"/>
                  </a:moveTo>
                  <a:cubicBezTo>
                    <a:pt x="97" y="193"/>
                    <a:pt x="94" y="197"/>
                    <a:pt x="94" y="198"/>
                  </a:cubicBezTo>
                  <a:cubicBezTo>
                    <a:pt x="95" y="197"/>
                    <a:pt x="96" y="196"/>
                    <a:pt x="97" y="194"/>
                  </a:cubicBezTo>
                  <a:cubicBezTo>
                    <a:pt x="97" y="195"/>
                    <a:pt x="97" y="195"/>
                    <a:pt x="97" y="194"/>
                  </a:cubicBezTo>
                  <a:cubicBezTo>
                    <a:pt x="98" y="192"/>
                    <a:pt x="101" y="192"/>
                    <a:pt x="102" y="189"/>
                  </a:cubicBezTo>
                  <a:cubicBezTo>
                    <a:pt x="101" y="189"/>
                    <a:pt x="101" y="190"/>
                    <a:pt x="101" y="190"/>
                  </a:cubicBezTo>
                  <a:cubicBezTo>
                    <a:pt x="100" y="189"/>
                    <a:pt x="102" y="189"/>
                    <a:pt x="102" y="188"/>
                  </a:cubicBezTo>
                  <a:cubicBezTo>
                    <a:pt x="100" y="189"/>
                    <a:pt x="100" y="191"/>
                    <a:pt x="98" y="191"/>
                  </a:cubicBezTo>
                  <a:cubicBezTo>
                    <a:pt x="99" y="191"/>
                    <a:pt x="99" y="192"/>
                    <a:pt x="99" y="192"/>
                  </a:cubicBezTo>
                  <a:close/>
                  <a:moveTo>
                    <a:pt x="95" y="191"/>
                  </a:moveTo>
                  <a:cubicBezTo>
                    <a:pt x="96" y="191"/>
                    <a:pt x="95" y="192"/>
                    <a:pt x="96" y="192"/>
                  </a:cubicBezTo>
                  <a:cubicBezTo>
                    <a:pt x="96" y="191"/>
                    <a:pt x="98" y="191"/>
                    <a:pt x="97" y="190"/>
                  </a:cubicBezTo>
                  <a:cubicBezTo>
                    <a:pt x="98" y="190"/>
                    <a:pt x="98" y="189"/>
                    <a:pt x="98" y="189"/>
                  </a:cubicBezTo>
                  <a:cubicBezTo>
                    <a:pt x="98" y="189"/>
                    <a:pt x="97" y="189"/>
                    <a:pt x="98" y="189"/>
                  </a:cubicBezTo>
                  <a:cubicBezTo>
                    <a:pt x="98" y="189"/>
                    <a:pt x="99" y="189"/>
                    <a:pt x="100" y="188"/>
                  </a:cubicBezTo>
                  <a:cubicBezTo>
                    <a:pt x="99" y="187"/>
                    <a:pt x="99" y="187"/>
                    <a:pt x="99" y="187"/>
                  </a:cubicBezTo>
                  <a:cubicBezTo>
                    <a:pt x="98" y="187"/>
                    <a:pt x="99" y="188"/>
                    <a:pt x="98" y="188"/>
                  </a:cubicBezTo>
                  <a:cubicBezTo>
                    <a:pt x="98" y="187"/>
                    <a:pt x="96" y="189"/>
                    <a:pt x="97" y="19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0"/>
                    <a:pt x="97" y="190"/>
                    <a:pt x="96" y="191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1"/>
                    <a:pt x="96" y="191"/>
                    <a:pt x="95" y="191"/>
                  </a:cubicBezTo>
                  <a:close/>
                  <a:moveTo>
                    <a:pt x="85" y="191"/>
                  </a:moveTo>
                  <a:cubicBezTo>
                    <a:pt x="85" y="194"/>
                    <a:pt x="82" y="195"/>
                    <a:pt x="81" y="197"/>
                  </a:cubicBezTo>
                  <a:cubicBezTo>
                    <a:pt x="82" y="198"/>
                    <a:pt x="82" y="197"/>
                    <a:pt x="82" y="197"/>
                  </a:cubicBezTo>
                  <a:cubicBezTo>
                    <a:pt x="84" y="195"/>
                    <a:pt x="85" y="193"/>
                    <a:pt x="87" y="192"/>
                  </a:cubicBezTo>
                  <a:cubicBezTo>
                    <a:pt x="87" y="192"/>
                    <a:pt x="87" y="193"/>
                    <a:pt x="88" y="193"/>
                  </a:cubicBezTo>
                  <a:cubicBezTo>
                    <a:pt x="88" y="193"/>
                    <a:pt x="89" y="191"/>
                    <a:pt x="90" y="191"/>
                  </a:cubicBezTo>
                  <a:cubicBezTo>
                    <a:pt x="89" y="190"/>
                    <a:pt x="89" y="190"/>
                    <a:pt x="89" y="190"/>
                  </a:cubicBezTo>
                  <a:cubicBezTo>
                    <a:pt x="89" y="191"/>
                    <a:pt x="88" y="193"/>
                    <a:pt x="87" y="192"/>
                  </a:cubicBezTo>
                  <a:cubicBezTo>
                    <a:pt x="87" y="191"/>
                    <a:pt x="88" y="190"/>
                    <a:pt x="89" y="189"/>
                  </a:cubicBezTo>
                  <a:cubicBezTo>
                    <a:pt x="88" y="189"/>
                    <a:pt x="88" y="188"/>
                    <a:pt x="87" y="189"/>
                  </a:cubicBezTo>
                  <a:cubicBezTo>
                    <a:pt x="88" y="189"/>
                    <a:pt x="87" y="190"/>
                    <a:pt x="88" y="190"/>
                  </a:cubicBezTo>
                  <a:cubicBezTo>
                    <a:pt x="87" y="190"/>
                    <a:pt x="88" y="190"/>
                    <a:pt x="87" y="190"/>
                  </a:cubicBezTo>
                  <a:cubicBezTo>
                    <a:pt x="86" y="190"/>
                    <a:pt x="86" y="192"/>
                    <a:pt x="85" y="191"/>
                  </a:cubicBezTo>
                  <a:cubicBezTo>
                    <a:pt x="86" y="191"/>
                    <a:pt x="86" y="191"/>
                    <a:pt x="86" y="191"/>
                  </a:cubicBezTo>
                  <a:cubicBezTo>
                    <a:pt x="85" y="191"/>
                    <a:pt x="86" y="191"/>
                    <a:pt x="85" y="191"/>
                  </a:cubicBezTo>
                  <a:close/>
                  <a:moveTo>
                    <a:pt x="94" y="201"/>
                  </a:moveTo>
                  <a:cubicBezTo>
                    <a:pt x="95" y="200"/>
                    <a:pt x="94" y="199"/>
                    <a:pt x="95" y="200"/>
                  </a:cubicBezTo>
                  <a:cubicBezTo>
                    <a:pt x="95" y="199"/>
                    <a:pt x="95" y="199"/>
                    <a:pt x="96" y="199"/>
                  </a:cubicBezTo>
                  <a:cubicBezTo>
                    <a:pt x="94" y="198"/>
                    <a:pt x="94" y="200"/>
                    <a:pt x="94" y="201"/>
                  </a:cubicBezTo>
                  <a:close/>
                  <a:moveTo>
                    <a:pt x="93" y="198"/>
                  </a:moveTo>
                  <a:cubicBezTo>
                    <a:pt x="93" y="199"/>
                    <a:pt x="93" y="199"/>
                    <a:pt x="92" y="199"/>
                  </a:cubicBezTo>
                  <a:cubicBezTo>
                    <a:pt x="93" y="200"/>
                    <a:pt x="91" y="200"/>
                    <a:pt x="92" y="200"/>
                  </a:cubicBezTo>
                  <a:cubicBezTo>
                    <a:pt x="92" y="199"/>
                    <a:pt x="94" y="199"/>
                    <a:pt x="93" y="198"/>
                  </a:cubicBezTo>
                  <a:close/>
                  <a:moveTo>
                    <a:pt x="91" y="201"/>
                  </a:moveTo>
                  <a:cubicBezTo>
                    <a:pt x="91" y="202"/>
                    <a:pt x="91" y="201"/>
                    <a:pt x="90" y="201"/>
                  </a:cubicBezTo>
                  <a:cubicBezTo>
                    <a:pt x="90" y="202"/>
                    <a:pt x="91" y="202"/>
                    <a:pt x="91" y="202"/>
                  </a:cubicBezTo>
                  <a:cubicBezTo>
                    <a:pt x="91" y="202"/>
                    <a:pt x="91" y="202"/>
                    <a:pt x="91" y="203"/>
                  </a:cubicBezTo>
                  <a:cubicBezTo>
                    <a:pt x="91" y="202"/>
                    <a:pt x="92" y="202"/>
                    <a:pt x="91" y="202"/>
                  </a:cubicBezTo>
                  <a:cubicBezTo>
                    <a:pt x="92" y="201"/>
                    <a:pt x="92" y="202"/>
                    <a:pt x="92" y="201"/>
                  </a:cubicBezTo>
                  <a:cubicBezTo>
                    <a:pt x="92" y="201"/>
                    <a:pt x="92" y="201"/>
                    <a:pt x="92" y="201"/>
                  </a:cubicBezTo>
                  <a:cubicBezTo>
                    <a:pt x="92" y="200"/>
                    <a:pt x="92" y="201"/>
                    <a:pt x="93" y="201"/>
                  </a:cubicBezTo>
                  <a:cubicBezTo>
                    <a:pt x="93" y="200"/>
                    <a:pt x="93" y="200"/>
                    <a:pt x="93" y="200"/>
                  </a:cubicBezTo>
                  <a:cubicBezTo>
                    <a:pt x="92" y="199"/>
                    <a:pt x="92" y="201"/>
                    <a:pt x="91" y="201"/>
                  </a:cubicBezTo>
                  <a:close/>
                  <a:moveTo>
                    <a:pt x="87" y="202"/>
                  </a:moveTo>
                  <a:cubicBezTo>
                    <a:pt x="87" y="203"/>
                    <a:pt x="86" y="204"/>
                    <a:pt x="86" y="205"/>
                  </a:cubicBezTo>
                  <a:cubicBezTo>
                    <a:pt x="88" y="203"/>
                    <a:pt x="89" y="204"/>
                    <a:pt x="90" y="205"/>
                  </a:cubicBezTo>
                  <a:cubicBezTo>
                    <a:pt x="89" y="204"/>
                    <a:pt x="90" y="204"/>
                    <a:pt x="90" y="204"/>
                  </a:cubicBezTo>
                  <a:cubicBezTo>
                    <a:pt x="90" y="204"/>
                    <a:pt x="89" y="204"/>
                    <a:pt x="89" y="203"/>
                  </a:cubicBezTo>
                  <a:cubicBezTo>
                    <a:pt x="89" y="204"/>
                    <a:pt x="89" y="203"/>
                    <a:pt x="88" y="203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88" y="203"/>
                    <a:pt x="88" y="203"/>
                    <a:pt x="88" y="203"/>
                  </a:cubicBezTo>
                  <a:cubicBezTo>
                    <a:pt x="88" y="203"/>
                    <a:pt x="88" y="202"/>
                    <a:pt x="89" y="202"/>
                  </a:cubicBezTo>
                  <a:cubicBezTo>
                    <a:pt x="87" y="202"/>
                    <a:pt x="88" y="201"/>
                    <a:pt x="87" y="202"/>
                  </a:cubicBezTo>
                  <a:close/>
                  <a:moveTo>
                    <a:pt x="64" y="186"/>
                  </a:moveTo>
                  <a:cubicBezTo>
                    <a:pt x="65" y="186"/>
                    <a:pt x="65" y="186"/>
                    <a:pt x="65" y="186"/>
                  </a:cubicBezTo>
                  <a:cubicBezTo>
                    <a:pt x="65" y="186"/>
                    <a:pt x="65" y="186"/>
                    <a:pt x="65" y="186"/>
                  </a:cubicBezTo>
                  <a:cubicBezTo>
                    <a:pt x="65" y="186"/>
                    <a:pt x="65" y="186"/>
                    <a:pt x="65" y="186"/>
                  </a:cubicBezTo>
                  <a:cubicBezTo>
                    <a:pt x="65" y="186"/>
                    <a:pt x="65" y="186"/>
                    <a:pt x="65" y="186"/>
                  </a:cubicBezTo>
                  <a:cubicBezTo>
                    <a:pt x="65" y="186"/>
                    <a:pt x="64" y="186"/>
                    <a:pt x="64" y="186"/>
                  </a:cubicBezTo>
                  <a:close/>
                  <a:moveTo>
                    <a:pt x="86" y="208"/>
                  </a:moveTo>
                  <a:cubicBezTo>
                    <a:pt x="86" y="208"/>
                    <a:pt x="86" y="207"/>
                    <a:pt x="86" y="207"/>
                  </a:cubicBezTo>
                  <a:cubicBezTo>
                    <a:pt x="85" y="207"/>
                    <a:pt x="87" y="207"/>
                    <a:pt x="87" y="206"/>
                  </a:cubicBezTo>
                  <a:cubicBezTo>
                    <a:pt x="86" y="206"/>
                    <a:pt x="85" y="208"/>
                    <a:pt x="86" y="208"/>
                  </a:cubicBezTo>
                  <a:close/>
                  <a:moveTo>
                    <a:pt x="84" y="206"/>
                  </a:moveTo>
                  <a:cubicBezTo>
                    <a:pt x="84" y="206"/>
                    <a:pt x="84" y="207"/>
                    <a:pt x="85" y="206"/>
                  </a:cubicBezTo>
                  <a:cubicBezTo>
                    <a:pt x="84" y="206"/>
                    <a:pt x="84" y="205"/>
                    <a:pt x="84" y="206"/>
                  </a:cubicBezTo>
                  <a:cubicBezTo>
                    <a:pt x="84" y="206"/>
                    <a:pt x="83" y="205"/>
                    <a:pt x="84" y="206"/>
                  </a:cubicBezTo>
                  <a:close/>
                  <a:moveTo>
                    <a:pt x="79" y="215"/>
                  </a:moveTo>
                  <a:cubicBezTo>
                    <a:pt x="79" y="215"/>
                    <a:pt x="79" y="215"/>
                    <a:pt x="80" y="215"/>
                  </a:cubicBezTo>
                  <a:cubicBezTo>
                    <a:pt x="80" y="214"/>
                    <a:pt x="82" y="213"/>
                    <a:pt x="81" y="212"/>
                  </a:cubicBezTo>
                  <a:cubicBezTo>
                    <a:pt x="81" y="212"/>
                    <a:pt x="81" y="212"/>
                    <a:pt x="81" y="212"/>
                  </a:cubicBezTo>
                  <a:cubicBezTo>
                    <a:pt x="81" y="212"/>
                    <a:pt x="80" y="212"/>
                    <a:pt x="80" y="212"/>
                  </a:cubicBezTo>
                  <a:cubicBezTo>
                    <a:pt x="81" y="212"/>
                    <a:pt x="81" y="212"/>
                    <a:pt x="81" y="213"/>
                  </a:cubicBezTo>
                  <a:cubicBezTo>
                    <a:pt x="80" y="212"/>
                    <a:pt x="80" y="213"/>
                    <a:pt x="80" y="212"/>
                  </a:cubicBezTo>
                  <a:cubicBezTo>
                    <a:pt x="79" y="212"/>
                    <a:pt x="79" y="212"/>
                    <a:pt x="79" y="213"/>
                  </a:cubicBezTo>
                  <a:cubicBezTo>
                    <a:pt x="79" y="214"/>
                    <a:pt x="77" y="216"/>
                    <a:pt x="76" y="217"/>
                  </a:cubicBezTo>
                  <a:cubicBezTo>
                    <a:pt x="77" y="217"/>
                    <a:pt x="77" y="216"/>
                    <a:pt x="77" y="217"/>
                  </a:cubicBezTo>
                  <a:cubicBezTo>
                    <a:pt x="77" y="217"/>
                    <a:pt x="77" y="217"/>
                    <a:pt x="77" y="217"/>
                  </a:cubicBezTo>
                  <a:cubicBezTo>
                    <a:pt x="77" y="217"/>
                    <a:pt x="78" y="216"/>
                    <a:pt x="79" y="216"/>
                  </a:cubicBezTo>
                  <a:cubicBezTo>
                    <a:pt x="78" y="216"/>
                    <a:pt x="78" y="215"/>
                    <a:pt x="78" y="215"/>
                  </a:cubicBezTo>
                  <a:cubicBezTo>
                    <a:pt x="79" y="215"/>
                    <a:pt x="78" y="215"/>
                    <a:pt x="79" y="215"/>
                  </a:cubicBezTo>
                  <a:cubicBezTo>
                    <a:pt x="79" y="215"/>
                    <a:pt x="79" y="215"/>
                    <a:pt x="79" y="215"/>
                  </a:cubicBezTo>
                  <a:close/>
                  <a:moveTo>
                    <a:pt x="74" y="207"/>
                  </a:moveTo>
                  <a:cubicBezTo>
                    <a:pt x="73" y="207"/>
                    <a:pt x="73" y="208"/>
                    <a:pt x="72" y="207"/>
                  </a:cubicBezTo>
                  <a:cubicBezTo>
                    <a:pt x="71" y="209"/>
                    <a:pt x="70" y="210"/>
                    <a:pt x="69" y="210"/>
                  </a:cubicBezTo>
                  <a:cubicBezTo>
                    <a:pt x="68" y="211"/>
                    <a:pt x="69" y="210"/>
                    <a:pt x="69" y="211"/>
                  </a:cubicBezTo>
                  <a:cubicBezTo>
                    <a:pt x="68" y="211"/>
                    <a:pt x="69" y="212"/>
                    <a:pt x="68" y="212"/>
                  </a:cubicBezTo>
                  <a:cubicBezTo>
                    <a:pt x="69" y="212"/>
                    <a:pt x="69" y="211"/>
                    <a:pt x="68" y="211"/>
                  </a:cubicBezTo>
                  <a:cubicBezTo>
                    <a:pt x="68" y="212"/>
                    <a:pt x="67" y="212"/>
                    <a:pt x="68" y="213"/>
                  </a:cubicBezTo>
                  <a:cubicBezTo>
                    <a:pt x="68" y="213"/>
                    <a:pt x="68" y="213"/>
                    <a:pt x="68" y="213"/>
                  </a:cubicBezTo>
                  <a:cubicBezTo>
                    <a:pt x="69" y="212"/>
                    <a:pt x="69" y="213"/>
                    <a:pt x="69" y="214"/>
                  </a:cubicBezTo>
                  <a:cubicBezTo>
                    <a:pt x="70" y="213"/>
                    <a:pt x="70" y="211"/>
                    <a:pt x="71" y="211"/>
                  </a:cubicBezTo>
                  <a:cubicBezTo>
                    <a:pt x="70" y="211"/>
                    <a:pt x="70" y="212"/>
                    <a:pt x="70" y="212"/>
                  </a:cubicBezTo>
                  <a:cubicBezTo>
                    <a:pt x="71" y="212"/>
                    <a:pt x="71" y="212"/>
                    <a:pt x="71" y="212"/>
                  </a:cubicBezTo>
                  <a:cubicBezTo>
                    <a:pt x="71" y="213"/>
                    <a:pt x="70" y="213"/>
                    <a:pt x="71" y="214"/>
                  </a:cubicBezTo>
                  <a:cubicBezTo>
                    <a:pt x="69" y="213"/>
                    <a:pt x="70" y="215"/>
                    <a:pt x="69" y="216"/>
                  </a:cubicBezTo>
                  <a:cubicBezTo>
                    <a:pt x="68" y="217"/>
                    <a:pt x="66" y="218"/>
                    <a:pt x="67" y="219"/>
                  </a:cubicBezTo>
                  <a:cubicBezTo>
                    <a:pt x="65" y="219"/>
                    <a:pt x="64" y="222"/>
                    <a:pt x="62" y="223"/>
                  </a:cubicBezTo>
                  <a:cubicBezTo>
                    <a:pt x="63" y="223"/>
                    <a:pt x="62" y="223"/>
                    <a:pt x="63" y="223"/>
                  </a:cubicBezTo>
                  <a:cubicBezTo>
                    <a:pt x="63" y="223"/>
                    <a:pt x="62" y="225"/>
                    <a:pt x="63" y="225"/>
                  </a:cubicBezTo>
                  <a:cubicBezTo>
                    <a:pt x="63" y="224"/>
                    <a:pt x="63" y="223"/>
                    <a:pt x="64" y="223"/>
                  </a:cubicBezTo>
                  <a:cubicBezTo>
                    <a:pt x="64" y="221"/>
                    <a:pt x="67" y="221"/>
                    <a:pt x="67" y="219"/>
                  </a:cubicBezTo>
                  <a:cubicBezTo>
                    <a:pt x="68" y="218"/>
                    <a:pt x="68" y="218"/>
                    <a:pt x="69" y="217"/>
                  </a:cubicBezTo>
                  <a:cubicBezTo>
                    <a:pt x="69" y="217"/>
                    <a:pt x="68" y="217"/>
                    <a:pt x="69" y="216"/>
                  </a:cubicBezTo>
                  <a:cubicBezTo>
                    <a:pt x="70" y="217"/>
                    <a:pt x="69" y="216"/>
                    <a:pt x="69" y="216"/>
                  </a:cubicBezTo>
                  <a:cubicBezTo>
                    <a:pt x="70" y="216"/>
                    <a:pt x="73" y="213"/>
                    <a:pt x="72" y="212"/>
                  </a:cubicBezTo>
                  <a:cubicBezTo>
                    <a:pt x="73" y="212"/>
                    <a:pt x="73" y="212"/>
                    <a:pt x="73" y="212"/>
                  </a:cubicBezTo>
                  <a:cubicBezTo>
                    <a:pt x="73" y="211"/>
                    <a:pt x="73" y="210"/>
                    <a:pt x="72" y="210"/>
                  </a:cubicBezTo>
                  <a:cubicBezTo>
                    <a:pt x="73" y="210"/>
                    <a:pt x="73" y="210"/>
                    <a:pt x="73" y="211"/>
                  </a:cubicBezTo>
                  <a:cubicBezTo>
                    <a:pt x="72" y="210"/>
                    <a:pt x="72" y="211"/>
                    <a:pt x="72" y="211"/>
                  </a:cubicBezTo>
                  <a:cubicBezTo>
                    <a:pt x="72" y="210"/>
                    <a:pt x="72" y="209"/>
                    <a:pt x="72" y="209"/>
                  </a:cubicBezTo>
                  <a:cubicBezTo>
                    <a:pt x="72" y="210"/>
                    <a:pt x="71" y="210"/>
                    <a:pt x="71" y="210"/>
                  </a:cubicBezTo>
                  <a:cubicBezTo>
                    <a:pt x="72" y="210"/>
                    <a:pt x="71" y="209"/>
                    <a:pt x="72" y="209"/>
                  </a:cubicBezTo>
                  <a:cubicBezTo>
                    <a:pt x="73" y="209"/>
                    <a:pt x="72" y="207"/>
                    <a:pt x="74" y="208"/>
                  </a:cubicBezTo>
                  <a:cubicBezTo>
                    <a:pt x="74" y="208"/>
                    <a:pt x="74" y="207"/>
                    <a:pt x="74" y="207"/>
                  </a:cubicBezTo>
                  <a:close/>
                  <a:moveTo>
                    <a:pt x="64" y="211"/>
                  </a:moveTo>
                  <a:cubicBezTo>
                    <a:pt x="66" y="211"/>
                    <a:pt x="67" y="206"/>
                    <a:pt x="68" y="207"/>
                  </a:cubicBezTo>
                  <a:cubicBezTo>
                    <a:pt x="68" y="206"/>
                    <a:pt x="70" y="205"/>
                    <a:pt x="69" y="204"/>
                  </a:cubicBezTo>
                  <a:cubicBezTo>
                    <a:pt x="68" y="206"/>
                    <a:pt x="66" y="208"/>
                    <a:pt x="64" y="211"/>
                  </a:cubicBezTo>
                  <a:close/>
                  <a:moveTo>
                    <a:pt x="73" y="215"/>
                  </a:moveTo>
                  <a:cubicBezTo>
                    <a:pt x="73" y="215"/>
                    <a:pt x="74" y="214"/>
                    <a:pt x="73" y="214"/>
                  </a:cubicBezTo>
                  <a:cubicBezTo>
                    <a:pt x="73" y="215"/>
                    <a:pt x="72" y="214"/>
                    <a:pt x="72" y="215"/>
                  </a:cubicBezTo>
                  <a:cubicBezTo>
                    <a:pt x="72" y="215"/>
                    <a:pt x="71" y="215"/>
                    <a:pt x="71" y="217"/>
                  </a:cubicBezTo>
                  <a:cubicBezTo>
                    <a:pt x="71" y="217"/>
                    <a:pt x="71" y="217"/>
                    <a:pt x="71" y="217"/>
                  </a:cubicBezTo>
                  <a:cubicBezTo>
                    <a:pt x="72" y="217"/>
                    <a:pt x="73" y="215"/>
                    <a:pt x="74" y="216"/>
                  </a:cubicBezTo>
                  <a:cubicBezTo>
                    <a:pt x="74" y="216"/>
                    <a:pt x="74" y="215"/>
                    <a:pt x="75" y="215"/>
                  </a:cubicBezTo>
                  <a:cubicBezTo>
                    <a:pt x="74" y="214"/>
                    <a:pt x="74" y="214"/>
                    <a:pt x="74" y="213"/>
                  </a:cubicBezTo>
                  <a:cubicBezTo>
                    <a:pt x="75" y="213"/>
                    <a:pt x="75" y="212"/>
                    <a:pt x="76" y="212"/>
                  </a:cubicBezTo>
                  <a:cubicBezTo>
                    <a:pt x="75" y="212"/>
                    <a:pt x="76" y="211"/>
                    <a:pt x="76" y="211"/>
                  </a:cubicBezTo>
                  <a:cubicBezTo>
                    <a:pt x="75" y="211"/>
                    <a:pt x="74" y="213"/>
                    <a:pt x="73" y="214"/>
                  </a:cubicBezTo>
                  <a:cubicBezTo>
                    <a:pt x="74" y="214"/>
                    <a:pt x="74" y="215"/>
                    <a:pt x="73" y="215"/>
                  </a:cubicBezTo>
                  <a:close/>
                  <a:moveTo>
                    <a:pt x="74" y="210"/>
                  </a:moveTo>
                  <a:cubicBezTo>
                    <a:pt x="74" y="210"/>
                    <a:pt x="74" y="210"/>
                    <a:pt x="74" y="210"/>
                  </a:cubicBezTo>
                  <a:cubicBezTo>
                    <a:pt x="75" y="211"/>
                    <a:pt x="75" y="211"/>
                    <a:pt x="75" y="211"/>
                  </a:cubicBezTo>
                  <a:cubicBezTo>
                    <a:pt x="75" y="210"/>
                    <a:pt x="75" y="210"/>
                    <a:pt x="75" y="210"/>
                  </a:cubicBezTo>
                  <a:cubicBezTo>
                    <a:pt x="75" y="210"/>
                    <a:pt x="75" y="210"/>
                    <a:pt x="75" y="210"/>
                  </a:cubicBezTo>
                  <a:cubicBezTo>
                    <a:pt x="75" y="210"/>
                    <a:pt x="74" y="210"/>
                    <a:pt x="74" y="210"/>
                  </a:cubicBezTo>
                  <a:close/>
                  <a:moveTo>
                    <a:pt x="48" y="194"/>
                  </a:moveTo>
                  <a:cubicBezTo>
                    <a:pt x="47" y="194"/>
                    <a:pt x="49" y="193"/>
                    <a:pt x="48" y="193"/>
                  </a:cubicBezTo>
                  <a:cubicBezTo>
                    <a:pt x="47" y="193"/>
                    <a:pt x="47" y="195"/>
                    <a:pt x="48" y="194"/>
                  </a:cubicBezTo>
                  <a:close/>
                  <a:moveTo>
                    <a:pt x="75" y="220"/>
                  </a:moveTo>
                  <a:cubicBezTo>
                    <a:pt x="76" y="219"/>
                    <a:pt x="77" y="219"/>
                    <a:pt x="77" y="217"/>
                  </a:cubicBezTo>
                  <a:cubicBezTo>
                    <a:pt x="76" y="218"/>
                    <a:pt x="75" y="219"/>
                    <a:pt x="75" y="220"/>
                  </a:cubicBezTo>
                  <a:close/>
                  <a:moveTo>
                    <a:pt x="39" y="198"/>
                  </a:moveTo>
                  <a:cubicBezTo>
                    <a:pt x="39" y="199"/>
                    <a:pt x="39" y="198"/>
                    <a:pt x="39" y="199"/>
                  </a:cubicBezTo>
                  <a:cubicBezTo>
                    <a:pt x="40" y="199"/>
                    <a:pt x="40" y="198"/>
                    <a:pt x="40" y="198"/>
                  </a:cubicBezTo>
                  <a:cubicBezTo>
                    <a:pt x="40" y="198"/>
                    <a:pt x="39" y="198"/>
                    <a:pt x="39" y="198"/>
                  </a:cubicBezTo>
                  <a:close/>
                  <a:moveTo>
                    <a:pt x="67" y="230"/>
                  </a:moveTo>
                  <a:cubicBezTo>
                    <a:pt x="68" y="230"/>
                    <a:pt x="68" y="229"/>
                    <a:pt x="67" y="229"/>
                  </a:cubicBezTo>
                  <a:cubicBezTo>
                    <a:pt x="67" y="229"/>
                    <a:pt x="66" y="229"/>
                    <a:pt x="67" y="230"/>
                  </a:cubicBezTo>
                  <a:cubicBezTo>
                    <a:pt x="67" y="230"/>
                    <a:pt x="67" y="230"/>
                    <a:pt x="67" y="230"/>
                  </a:cubicBezTo>
                  <a:cubicBezTo>
                    <a:pt x="68" y="230"/>
                    <a:pt x="71" y="228"/>
                    <a:pt x="70" y="227"/>
                  </a:cubicBezTo>
                  <a:cubicBezTo>
                    <a:pt x="70" y="228"/>
                    <a:pt x="69" y="228"/>
                    <a:pt x="68" y="228"/>
                  </a:cubicBezTo>
                  <a:cubicBezTo>
                    <a:pt x="68" y="228"/>
                    <a:pt x="67" y="228"/>
                    <a:pt x="68" y="227"/>
                  </a:cubicBezTo>
                  <a:cubicBezTo>
                    <a:pt x="67" y="228"/>
                    <a:pt x="67" y="229"/>
                    <a:pt x="68" y="229"/>
                  </a:cubicBezTo>
                  <a:cubicBezTo>
                    <a:pt x="68" y="229"/>
                    <a:pt x="68" y="229"/>
                    <a:pt x="68" y="230"/>
                  </a:cubicBezTo>
                  <a:cubicBezTo>
                    <a:pt x="68" y="229"/>
                    <a:pt x="67" y="230"/>
                    <a:pt x="67" y="230"/>
                  </a:cubicBezTo>
                  <a:close/>
                  <a:moveTo>
                    <a:pt x="57" y="232"/>
                  </a:moveTo>
                  <a:cubicBezTo>
                    <a:pt x="56" y="231"/>
                    <a:pt x="57" y="233"/>
                    <a:pt x="56" y="233"/>
                  </a:cubicBezTo>
                  <a:cubicBezTo>
                    <a:pt x="56" y="233"/>
                    <a:pt x="57" y="233"/>
                    <a:pt x="57" y="232"/>
                  </a:cubicBezTo>
                  <a:cubicBezTo>
                    <a:pt x="57" y="231"/>
                    <a:pt x="60" y="229"/>
                    <a:pt x="61" y="228"/>
                  </a:cubicBezTo>
                  <a:cubicBezTo>
                    <a:pt x="60" y="228"/>
                    <a:pt x="60" y="227"/>
                    <a:pt x="60" y="227"/>
                  </a:cubicBezTo>
                  <a:cubicBezTo>
                    <a:pt x="61" y="227"/>
                    <a:pt x="62" y="226"/>
                    <a:pt x="62" y="226"/>
                  </a:cubicBezTo>
                  <a:cubicBezTo>
                    <a:pt x="61" y="226"/>
                    <a:pt x="61" y="226"/>
                    <a:pt x="60" y="226"/>
                  </a:cubicBezTo>
                  <a:cubicBezTo>
                    <a:pt x="61" y="226"/>
                    <a:pt x="61" y="227"/>
                    <a:pt x="61" y="227"/>
                  </a:cubicBezTo>
                  <a:cubicBezTo>
                    <a:pt x="59" y="228"/>
                    <a:pt x="58" y="230"/>
                    <a:pt x="57" y="232"/>
                  </a:cubicBezTo>
                  <a:close/>
                  <a:moveTo>
                    <a:pt x="66" y="232"/>
                  </a:moveTo>
                  <a:cubicBezTo>
                    <a:pt x="67" y="232"/>
                    <a:pt x="65" y="232"/>
                    <a:pt x="65" y="231"/>
                  </a:cubicBezTo>
                  <a:cubicBezTo>
                    <a:pt x="66" y="232"/>
                    <a:pt x="64" y="232"/>
                    <a:pt x="64" y="233"/>
                  </a:cubicBezTo>
                  <a:cubicBezTo>
                    <a:pt x="65" y="233"/>
                    <a:pt x="65" y="233"/>
                    <a:pt x="66" y="233"/>
                  </a:cubicBezTo>
                  <a:cubicBezTo>
                    <a:pt x="65" y="232"/>
                    <a:pt x="65" y="233"/>
                    <a:pt x="65" y="233"/>
                  </a:cubicBezTo>
                  <a:cubicBezTo>
                    <a:pt x="65" y="232"/>
                    <a:pt x="65" y="232"/>
                    <a:pt x="66" y="232"/>
                  </a:cubicBezTo>
                  <a:cubicBezTo>
                    <a:pt x="66" y="232"/>
                    <a:pt x="66" y="232"/>
                    <a:pt x="66" y="233"/>
                  </a:cubicBezTo>
                  <a:cubicBezTo>
                    <a:pt x="67" y="232"/>
                    <a:pt x="68" y="232"/>
                    <a:pt x="67" y="231"/>
                  </a:cubicBezTo>
                  <a:cubicBezTo>
                    <a:pt x="67" y="231"/>
                    <a:pt x="67" y="232"/>
                    <a:pt x="66" y="232"/>
                  </a:cubicBezTo>
                  <a:close/>
                  <a:moveTo>
                    <a:pt x="50" y="233"/>
                  </a:moveTo>
                  <a:cubicBezTo>
                    <a:pt x="50" y="232"/>
                    <a:pt x="50" y="232"/>
                    <a:pt x="50" y="232"/>
                  </a:cubicBezTo>
                  <a:cubicBezTo>
                    <a:pt x="49" y="233"/>
                    <a:pt x="49" y="233"/>
                    <a:pt x="49" y="233"/>
                  </a:cubicBezTo>
                  <a:cubicBezTo>
                    <a:pt x="49" y="233"/>
                    <a:pt x="49" y="233"/>
                    <a:pt x="49" y="233"/>
                  </a:cubicBezTo>
                  <a:cubicBezTo>
                    <a:pt x="48" y="233"/>
                    <a:pt x="48" y="234"/>
                    <a:pt x="47" y="235"/>
                  </a:cubicBezTo>
                  <a:cubicBezTo>
                    <a:pt x="48" y="233"/>
                    <a:pt x="49" y="231"/>
                    <a:pt x="50" y="229"/>
                  </a:cubicBezTo>
                  <a:cubicBezTo>
                    <a:pt x="52" y="228"/>
                    <a:pt x="53" y="226"/>
                    <a:pt x="55" y="224"/>
                  </a:cubicBezTo>
                  <a:cubicBezTo>
                    <a:pt x="55" y="225"/>
                    <a:pt x="54" y="226"/>
                    <a:pt x="53" y="227"/>
                  </a:cubicBezTo>
                  <a:cubicBezTo>
                    <a:pt x="52" y="228"/>
                    <a:pt x="53" y="228"/>
                    <a:pt x="52" y="229"/>
                  </a:cubicBezTo>
                  <a:cubicBezTo>
                    <a:pt x="52" y="229"/>
                    <a:pt x="52" y="230"/>
                    <a:pt x="52" y="229"/>
                  </a:cubicBezTo>
                  <a:cubicBezTo>
                    <a:pt x="52" y="231"/>
                    <a:pt x="50" y="232"/>
                    <a:pt x="50" y="233"/>
                  </a:cubicBezTo>
                  <a:close/>
                  <a:moveTo>
                    <a:pt x="51" y="231"/>
                  </a:moveTo>
                  <a:cubicBezTo>
                    <a:pt x="51" y="231"/>
                    <a:pt x="50" y="231"/>
                    <a:pt x="50" y="231"/>
                  </a:cubicBezTo>
                  <a:cubicBezTo>
                    <a:pt x="50" y="232"/>
                    <a:pt x="50" y="232"/>
                    <a:pt x="51" y="231"/>
                  </a:cubicBezTo>
                  <a:close/>
                  <a:moveTo>
                    <a:pt x="47" y="227"/>
                  </a:moveTo>
                  <a:cubicBezTo>
                    <a:pt x="47" y="226"/>
                    <a:pt x="48" y="225"/>
                    <a:pt x="48" y="225"/>
                  </a:cubicBezTo>
                  <a:cubicBezTo>
                    <a:pt x="47" y="225"/>
                    <a:pt x="47" y="225"/>
                    <a:pt x="47" y="225"/>
                  </a:cubicBezTo>
                  <a:cubicBezTo>
                    <a:pt x="48" y="226"/>
                    <a:pt x="46" y="226"/>
                    <a:pt x="47" y="227"/>
                  </a:cubicBezTo>
                  <a:close/>
                  <a:moveTo>
                    <a:pt x="64" y="239"/>
                  </a:moveTo>
                  <a:cubicBezTo>
                    <a:pt x="64" y="238"/>
                    <a:pt x="65" y="238"/>
                    <a:pt x="64" y="238"/>
                  </a:cubicBezTo>
                  <a:cubicBezTo>
                    <a:pt x="64" y="238"/>
                    <a:pt x="64" y="238"/>
                    <a:pt x="64" y="238"/>
                  </a:cubicBezTo>
                  <a:cubicBezTo>
                    <a:pt x="65" y="238"/>
                    <a:pt x="63" y="239"/>
                    <a:pt x="64" y="239"/>
                  </a:cubicBezTo>
                  <a:close/>
                  <a:moveTo>
                    <a:pt x="54" y="231"/>
                  </a:moveTo>
                  <a:cubicBezTo>
                    <a:pt x="53" y="232"/>
                    <a:pt x="53" y="232"/>
                    <a:pt x="53" y="232"/>
                  </a:cubicBezTo>
                  <a:cubicBezTo>
                    <a:pt x="53" y="231"/>
                    <a:pt x="53" y="231"/>
                    <a:pt x="53" y="231"/>
                  </a:cubicBezTo>
                  <a:cubicBezTo>
                    <a:pt x="53" y="231"/>
                    <a:pt x="52" y="231"/>
                    <a:pt x="52" y="231"/>
                  </a:cubicBezTo>
                  <a:cubicBezTo>
                    <a:pt x="52" y="232"/>
                    <a:pt x="53" y="232"/>
                    <a:pt x="52" y="232"/>
                  </a:cubicBezTo>
                  <a:cubicBezTo>
                    <a:pt x="51" y="232"/>
                    <a:pt x="51" y="234"/>
                    <a:pt x="50" y="235"/>
                  </a:cubicBezTo>
                  <a:cubicBezTo>
                    <a:pt x="50" y="235"/>
                    <a:pt x="51" y="236"/>
                    <a:pt x="51" y="235"/>
                  </a:cubicBezTo>
                  <a:cubicBezTo>
                    <a:pt x="52" y="235"/>
                    <a:pt x="50" y="235"/>
                    <a:pt x="51" y="235"/>
                  </a:cubicBezTo>
                  <a:cubicBezTo>
                    <a:pt x="51" y="235"/>
                    <a:pt x="52" y="235"/>
                    <a:pt x="52" y="234"/>
                  </a:cubicBezTo>
                  <a:cubicBezTo>
                    <a:pt x="51" y="234"/>
                    <a:pt x="51" y="234"/>
                    <a:pt x="51" y="233"/>
                  </a:cubicBezTo>
                  <a:cubicBezTo>
                    <a:pt x="52" y="233"/>
                    <a:pt x="52" y="232"/>
                    <a:pt x="53" y="232"/>
                  </a:cubicBezTo>
                  <a:cubicBezTo>
                    <a:pt x="53" y="232"/>
                    <a:pt x="53" y="233"/>
                    <a:pt x="53" y="233"/>
                  </a:cubicBezTo>
                  <a:cubicBezTo>
                    <a:pt x="54" y="232"/>
                    <a:pt x="54" y="231"/>
                    <a:pt x="53" y="231"/>
                  </a:cubicBezTo>
                  <a:cubicBezTo>
                    <a:pt x="53" y="231"/>
                    <a:pt x="54" y="231"/>
                    <a:pt x="54" y="231"/>
                  </a:cubicBezTo>
                  <a:close/>
                  <a:moveTo>
                    <a:pt x="53" y="236"/>
                  </a:moveTo>
                  <a:cubicBezTo>
                    <a:pt x="54" y="237"/>
                    <a:pt x="51" y="238"/>
                    <a:pt x="52" y="239"/>
                  </a:cubicBezTo>
                  <a:cubicBezTo>
                    <a:pt x="53" y="237"/>
                    <a:pt x="55" y="235"/>
                    <a:pt x="56" y="233"/>
                  </a:cubicBezTo>
                  <a:cubicBezTo>
                    <a:pt x="55" y="234"/>
                    <a:pt x="55" y="235"/>
                    <a:pt x="54" y="235"/>
                  </a:cubicBezTo>
                  <a:cubicBezTo>
                    <a:pt x="54" y="236"/>
                    <a:pt x="54" y="236"/>
                    <a:pt x="54" y="235"/>
                  </a:cubicBezTo>
                  <a:cubicBezTo>
                    <a:pt x="54" y="236"/>
                    <a:pt x="53" y="237"/>
                    <a:pt x="53" y="236"/>
                  </a:cubicBezTo>
                  <a:close/>
                  <a:moveTo>
                    <a:pt x="59" y="240"/>
                  </a:moveTo>
                  <a:cubicBezTo>
                    <a:pt x="59" y="240"/>
                    <a:pt x="60" y="240"/>
                    <a:pt x="60" y="240"/>
                  </a:cubicBezTo>
                  <a:cubicBezTo>
                    <a:pt x="60" y="239"/>
                    <a:pt x="60" y="240"/>
                    <a:pt x="59" y="239"/>
                  </a:cubicBezTo>
                  <a:cubicBezTo>
                    <a:pt x="60" y="239"/>
                    <a:pt x="59" y="239"/>
                    <a:pt x="59" y="239"/>
                  </a:cubicBezTo>
                  <a:cubicBezTo>
                    <a:pt x="60" y="240"/>
                    <a:pt x="59" y="240"/>
                    <a:pt x="59" y="240"/>
                  </a:cubicBezTo>
                  <a:close/>
                  <a:moveTo>
                    <a:pt x="46" y="234"/>
                  </a:moveTo>
                  <a:cubicBezTo>
                    <a:pt x="47" y="234"/>
                    <a:pt x="47" y="233"/>
                    <a:pt x="47" y="233"/>
                  </a:cubicBezTo>
                  <a:cubicBezTo>
                    <a:pt x="46" y="234"/>
                    <a:pt x="46" y="232"/>
                    <a:pt x="46" y="233"/>
                  </a:cubicBezTo>
                  <a:cubicBezTo>
                    <a:pt x="46" y="233"/>
                    <a:pt x="46" y="233"/>
                    <a:pt x="46" y="233"/>
                  </a:cubicBezTo>
                  <a:cubicBezTo>
                    <a:pt x="46" y="233"/>
                    <a:pt x="46" y="234"/>
                    <a:pt x="46" y="234"/>
                  </a:cubicBezTo>
                  <a:close/>
                  <a:moveTo>
                    <a:pt x="48" y="236"/>
                  </a:moveTo>
                  <a:cubicBezTo>
                    <a:pt x="48" y="237"/>
                    <a:pt x="49" y="237"/>
                    <a:pt x="49" y="238"/>
                  </a:cubicBezTo>
                  <a:cubicBezTo>
                    <a:pt x="49" y="237"/>
                    <a:pt x="51" y="237"/>
                    <a:pt x="51" y="236"/>
                  </a:cubicBezTo>
                  <a:cubicBezTo>
                    <a:pt x="50" y="236"/>
                    <a:pt x="50" y="236"/>
                    <a:pt x="49" y="237"/>
                  </a:cubicBezTo>
                  <a:cubicBezTo>
                    <a:pt x="49" y="236"/>
                    <a:pt x="50" y="236"/>
                    <a:pt x="49" y="235"/>
                  </a:cubicBezTo>
                  <a:cubicBezTo>
                    <a:pt x="49" y="236"/>
                    <a:pt x="49" y="236"/>
                    <a:pt x="48" y="236"/>
                  </a:cubicBezTo>
                  <a:close/>
                  <a:moveTo>
                    <a:pt x="24" y="224"/>
                  </a:moveTo>
                  <a:cubicBezTo>
                    <a:pt x="24" y="223"/>
                    <a:pt x="24" y="224"/>
                    <a:pt x="25" y="223"/>
                  </a:cubicBezTo>
                  <a:cubicBezTo>
                    <a:pt x="24" y="223"/>
                    <a:pt x="24" y="223"/>
                    <a:pt x="23" y="223"/>
                  </a:cubicBezTo>
                  <a:cubicBezTo>
                    <a:pt x="24" y="224"/>
                    <a:pt x="24" y="223"/>
                    <a:pt x="24" y="224"/>
                  </a:cubicBezTo>
                  <a:cubicBezTo>
                    <a:pt x="24" y="224"/>
                    <a:pt x="24" y="224"/>
                    <a:pt x="24" y="224"/>
                  </a:cubicBezTo>
                  <a:close/>
                  <a:moveTo>
                    <a:pt x="17" y="230"/>
                  </a:moveTo>
                  <a:cubicBezTo>
                    <a:pt x="18" y="228"/>
                    <a:pt x="19" y="228"/>
                    <a:pt x="19" y="227"/>
                  </a:cubicBezTo>
                  <a:cubicBezTo>
                    <a:pt x="19" y="227"/>
                    <a:pt x="16" y="229"/>
                    <a:pt x="17" y="230"/>
                  </a:cubicBezTo>
                  <a:close/>
                  <a:moveTo>
                    <a:pt x="45" y="246"/>
                  </a:moveTo>
                  <a:cubicBezTo>
                    <a:pt x="45" y="246"/>
                    <a:pt x="46" y="247"/>
                    <a:pt x="46" y="247"/>
                  </a:cubicBezTo>
                  <a:cubicBezTo>
                    <a:pt x="45" y="247"/>
                    <a:pt x="45" y="248"/>
                    <a:pt x="45" y="248"/>
                  </a:cubicBezTo>
                  <a:cubicBezTo>
                    <a:pt x="46" y="248"/>
                    <a:pt x="46" y="247"/>
                    <a:pt x="47" y="247"/>
                  </a:cubicBezTo>
                  <a:cubicBezTo>
                    <a:pt x="47" y="247"/>
                    <a:pt x="47" y="247"/>
                    <a:pt x="47" y="247"/>
                  </a:cubicBezTo>
                  <a:cubicBezTo>
                    <a:pt x="46" y="247"/>
                    <a:pt x="46" y="245"/>
                    <a:pt x="45" y="246"/>
                  </a:cubicBezTo>
                  <a:close/>
                  <a:moveTo>
                    <a:pt x="19" y="231"/>
                  </a:moveTo>
                  <a:cubicBezTo>
                    <a:pt x="19" y="231"/>
                    <a:pt x="18" y="231"/>
                    <a:pt x="18" y="231"/>
                  </a:cubicBezTo>
                  <a:cubicBezTo>
                    <a:pt x="19" y="232"/>
                    <a:pt x="19" y="230"/>
                    <a:pt x="18" y="230"/>
                  </a:cubicBezTo>
                  <a:cubicBezTo>
                    <a:pt x="18" y="231"/>
                    <a:pt x="19" y="230"/>
                    <a:pt x="19" y="231"/>
                  </a:cubicBezTo>
                  <a:close/>
                  <a:moveTo>
                    <a:pt x="18" y="232"/>
                  </a:moveTo>
                  <a:cubicBezTo>
                    <a:pt x="18" y="234"/>
                    <a:pt x="17" y="234"/>
                    <a:pt x="17" y="235"/>
                  </a:cubicBezTo>
                  <a:cubicBezTo>
                    <a:pt x="17" y="235"/>
                    <a:pt x="17" y="234"/>
                    <a:pt x="18" y="234"/>
                  </a:cubicBezTo>
                  <a:cubicBezTo>
                    <a:pt x="18" y="233"/>
                    <a:pt x="19" y="232"/>
                    <a:pt x="18" y="232"/>
                  </a:cubicBezTo>
                  <a:cubicBezTo>
                    <a:pt x="17" y="232"/>
                    <a:pt x="18" y="233"/>
                    <a:pt x="18" y="232"/>
                  </a:cubicBezTo>
                  <a:close/>
                  <a:moveTo>
                    <a:pt x="4" y="256"/>
                  </a:moveTo>
                  <a:cubicBezTo>
                    <a:pt x="5" y="255"/>
                    <a:pt x="5" y="254"/>
                    <a:pt x="6" y="253"/>
                  </a:cubicBezTo>
                  <a:cubicBezTo>
                    <a:pt x="5" y="254"/>
                    <a:pt x="4" y="255"/>
                    <a:pt x="4" y="256"/>
                  </a:cubicBezTo>
                  <a:close/>
                  <a:moveTo>
                    <a:pt x="5" y="258"/>
                  </a:moveTo>
                  <a:cubicBezTo>
                    <a:pt x="6" y="257"/>
                    <a:pt x="6" y="258"/>
                    <a:pt x="6" y="257"/>
                  </a:cubicBezTo>
                  <a:cubicBezTo>
                    <a:pt x="6" y="257"/>
                    <a:pt x="6" y="256"/>
                    <a:pt x="6" y="257"/>
                  </a:cubicBezTo>
                  <a:cubicBezTo>
                    <a:pt x="6" y="257"/>
                    <a:pt x="6" y="257"/>
                    <a:pt x="6" y="257"/>
                  </a:cubicBezTo>
                  <a:cubicBezTo>
                    <a:pt x="5" y="257"/>
                    <a:pt x="5" y="257"/>
                    <a:pt x="5" y="258"/>
                  </a:cubicBezTo>
                  <a:close/>
                  <a:moveTo>
                    <a:pt x="810" y="264"/>
                  </a:moveTo>
                  <a:cubicBezTo>
                    <a:pt x="810" y="263"/>
                    <a:pt x="808" y="261"/>
                    <a:pt x="809" y="261"/>
                  </a:cubicBezTo>
                  <a:cubicBezTo>
                    <a:pt x="810" y="263"/>
                    <a:pt x="809" y="259"/>
                    <a:pt x="809" y="258"/>
                  </a:cubicBezTo>
                  <a:cubicBezTo>
                    <a:pt x="810" y="258"/>
                    <a:pt x="811" y="261"/>
                    <a:pt x="811" y="261"/>
                  </a:cubicBezTo>
                  <a:cubicBezTo>
                    <a:pt x="809" y="256"/>
                    <a:pt x="809" y="255"/>
                    <a:pt x="807" y="251"/>
                  </a:cubicBezTo>
                  <a:cubicBezTo>
                    <a:pt x="808" y="254"/>
                    <a:pt x="807" y="252"/>
                    <a:pt x="806" y="253"/>
                  </a:cubicBezTo>
                  <a:cubicBezTo>
                    <a:pt x="806" y="253"/>
                    <a:pt x="807" y="260"/>
                    <a:pt x="805" y="261"/>
                  </a:cubicBezTo>
                  <a:cubicBezTo>
                    <a:pt x="805" y="261"/>
                    <a:pt x="804" y="259"/>
                    <a:pt x="804" y="259"/>
                  </a:cubicBezTo>
                  <a:cubicBezTo>
                    <a:pt x="803" y="261"/>
                    <a:pt x="804" y="266"/>
                    <a:pt x="801" y="262"/>
                  </a:cubicBezTo>
                  <a:cubicBezTo>
                    <a:pt x="805" y="271"/>
                    <a:pt x="805" y="267"/>
                    <a:pt x="806" y="266"/>
                  </a:cubicBezTo>
                  <a:cubicBezTo>
                    <a:pt x="806" y="266"/>
                    <a:pt x="810" y="269"/>
                    <a:pt x="808" y="265"/>
                  </a:cubicBezTo>
                  <a:cubicBezTo>
                    <a:pt x="809" y="266"/>
                    <a:pt x="810" y="269"/>
                    <a:pt x="810" y="268"/>
                  </a:cubicBezTo>
                  <a:cubicBezTo>
                    <a:pt x="811" y="267"/>
                    <a:pt x="808" y="263"/>
                    <a:pt x="810" y="264"/>
                  </a:cubicBezTo>
                  <a:close/>
                  <a:moveTo>
                    <a:pt x="440" y="4"/>
                  </a:moveTo>
                  <a:cubicBezTo>
                    <a:pt x="437" y="3"/>
                    <a:pt x="437" y="4"/>
                    <a:pt x="434" y="4"/>
                  </a:cubicBezTo>
                  <a:cubicBezTo>
                    <a:pt x="434" y="3"/>
                    <a:pt x="433" y="3"/>
                    <a:pt x="433" y="3"/>
                  </a:cubicBezTo>
                  <a:cubicBezTo>
                    <a:pt x="435" y="3"/>
                    <a:pt x="437" y="3"/>
                    <a:pt x="438" y="2"/>
                  </a:cubicBezTo>
                  <a:cubicBezTo>
                    <a:pt x="434" y="2"/>
                    <a:pt x="429" y="3"/>
                    <a:pt x="425" y="3"/>
                  </a:cubicBezTo>
                  <a:cubicBezTo>
                    <a:pt x="428" y="3"/>
                    <a:pt x="433" y="4"/>
                    <a:pt x="437" y="4"/>
                  </a:cubicBezTo>
                  <a:cubicBezTo>
                    <a:pt x="436" y="4"/>
                    <a:pt x="434" y="4"/>
                    <a:pt x="434" y="4"/>
                  </a:cubicBezTo>
                  <a:cubicBezTo>
                    <a:pt x="439" y="4"/>
                    <a:pt x="441" y="4"/>
                    <a:pt x="443" y="5"/>
                  </a:cubicBezTo>
                  <a:cubicBezTo>
                    <a:pt x="442" y="4"/>
                    <a:pt x="446" y="5"/>
                    <a:pt x="446" y="5"/>
                  </a:cubicBezTo>
                  <a:cubicBezTo>
                    <a:pt x="444" y="4"/>
                    <a:pt x="444" y="5"/>
                    <a:pt x="440" y="4"/>
                  </a:cubicBezTo>
                  <a:close/>
                  <a:moveTo>
                    <a:pt x="399" y="5"/>
                  </a:moveTo>
                  <a:cubicBezTo>
                    <a:pt x="398" y="4"/>
                    <a:pt x="401" y="4"/>
                    <a:pt x="398" y="4"/>
                  </a:cubicBezTo>
                  <a:cubicBezTo>
                    <a:pt x="393" y="5"/>
                    <a:pt x="386" y="4"/>
                    <a:pt x="382" y="5"/>
                  </a:cubicBezTo>
                  <a:cubicBezTo>
                    <a:pt x="385" y="5"/>
                    <a:pt x="389" y="5"/>
                    <a:pt x="390" y="6"/>
                  </a:cubicBezTo>
                  <a:cubicBezTo>
                    <a:pt x="395" y="5"/>
                    <a:pt x="398" y="6"/>
                    <a:pt x="400" y="5"/>
                  </a:cubicBezTo>
                  <a:lnTo>
                    <a:pt x="399" y="5"/>
                  </a:lnTo>
                  <a:close/>
                  <a:moveTo>
                    <a:pt x="142" y="101"/>
                  </a:moveTo>
                  <a:cubicBezTo>
                    <a:pt x="142" y="102"/>
                    <a:pt x="141" y="103"/>
                    <a:pt x="143" y="102"/>
                  </a:cubicBezTo>
                  <a:cubicBezTo>
                    <a:pt x="147" y="98"/>
                    <a:pt x="152" y="95"/>
                    <a:pt x="156" y="91"/>
                  </a:cubicBezTo>
                  <a:cubicBezTo>
                    <a:pt x="154" y="92"/>
                    <a:pt x="153" y="93"/>
                    <a:pt x="152" y="94"/>
                  </a:cubicBezTo>
                  <a:cubicBezTo>
                    <a:pt x="153" y="93"/>
                    <a:pt x="154" y="92"/>
                    <a:pt x="154" y="91"/>
                  </a:cubicBezTo>
                  <a:cubicBezTo>
                    <a:pt x="149" y="95"/>
                    <a:pt x="141" y="101"/>
                    <a:pt x="134" y="107"/>
                  </a:cubicBezTo>
                  <a:cubicBezTo>
                    <a:pt x="135" y="107"/>
                    <a:pt x="140" y="103"/>
                    <a:pt x="142" y="101"/>
                  </a:cubicBezTo>
                  <a:close/>
                  <a:moveTo>
                    <a:pt x="84" y="158"/>
                  </a:moveTo>
                  <a:cubicBezTo>
                    <a:pt x="84" y="159"/>
                    <a:pt x="84" y="160"/>
                    <a:pt x="83" y="160"/>
                  </a:cubicBezTo>
                  <a:cubicBezTo>
                    <a:pt x="83" y="161"/>
                    <a:pt x="83" y="162"/>
                    <a:pt x="84" y="161"/>
                  </a:cubicBezTo>
                  <a:cubicBezTo>
                    <a:pt x="84" y="161"/>
                    <a:pt x="84" y="161"/>
                    <a:pt x="84" y="161"/>
                  </a:cubicBezTo>
                  <a:cubicBezTo>
                    <a:pt x="84" y="160"/>
                    <a:pt x="84" y="160"/>
                    <a:pt x="84" y="160"/>
                  </a:cubicBezTo>
                  <a:cubicBezTo>
                    <a:pt x="85" y="160"/>
                    <a:pt x="84" y="161"/>
                    <a:pt x="85" y="161"/>
                  </a:cubicBezTo>
                  <a:cubicBezTo>
                    <a:pt x="85" y="160"/>
                    <a:pt x="86" y="160"/>
                    <a:pt x="85" y="160"/>
                  </a:cubicBezTo>
                  <a:cubicBezTo>
                    <a:pt x="85" y="160"/>
                    <a:pt x="85" y="160"/>
                    <a:pt x="85" y="160"/>
                  </a:cubicBezTo>
                  <a:cubicBezTo>
                    <a:pt x="85" y="160"/>
                    <a:pt x="85" y="159"/>
                    <a:pt x="85" y="159"/>
                  </a:cubicBezTo>
                  <a:cubicBezTo>
                    <a:pt x="85" y="159"/>
                    <a:pt x="86" y="159"/>
                    <a:pt x="87" y="158"/>
                  </a:cubicBezTo>
                  <a:cubicBezTo>
                    <a:pt x="85" y="159"/>
                    <a:pt x="86" y="157"/>
                    <a:pt x="84" y="158"/>
                  </a:cubicBezTo>
                  <a:close/>
                  <a:moveTo>
                    <a:pt x="103" y="180"/>
                  </a:moveTo>
                  <a:cubicBezTo>
                    <a:pt x="102" y="180"/>
                    <a:pt x="102" y="181"/>
                    <a:pt x="102" y="181"/>
                  </a:cubicBezTo>
                  <a:cubicBezTo>
                    <a:pt x="102" y="181"/>
                    <a:pt x="103" y="181"/>
                    <a:pt x="103" y="181"/>
                  </a:cubicBezTo>
                  <a:cubicBezTo>
                    <a:pt x="103" y="181"/>
                    <a:pt x="102" y="181"/>
                    <a:pt x="103" y="182"/>
                  </a:cubicBezTo>
                  <a:cubicBezTo>
                    <a:pt x="103" y="182"/>
                    <a:pt x="103" y="181"/>
                    <a:pt x="104" y="181"/>
                  </a:cubicBezTo>
                  <a:cubicBezTo>
                    <a:pt x="103" y="182"/>
                    <a:pt x="103" y="182"/>
                    <a:pt x="103" y="183"/>
                  </a:cubicBezTo>
                  <a:cubicBezTo>
                    <a:pt x="103" y="182"/>
                    <a:pt x="104" y="182"/>
                    <a:pt x="104" y="181"/>
                  </a:cubicBezTo>
                  <a:cubicBezTo>
                    <a:pt x="103" y="182"/>
                    <a:pt x="104" y="180"/>
                    <a:pt x="103" y="180"/>
                  </a:cubicBezTo>
                  <a:close/>
                  <a:moveTo>
                    <a:pt x="77" y="160"/>
                  </a:moveTo>
                  <a:cubicBezTo>
                    <a:pt x="79" y="161"/>
                    <a:pt x="79" y="158"/>
                    <a:pt x="80" y="158"/>
                  </a:cubicBezTo>
                  <a:cubicBezTo>
                    <a:pt x="80" y="157"/>
                    <a:pt x="80" y="157"/>
                    <a:pt x="80" y="157"/>
                  </a:cubicBezTo>
                  <a:cubicBezTo>
                    <a:pt x="79" y="157"/>
                    <a:pt x="78" y="159"/>
                    <a:pt x="77" y="160"/>
                  </a:cubicBezTo>
                  <a:close/>
                  <a:moveTo>
                    <a:pt x="81" y="163"/>
                  </a:moveTo>
                  <a:cubicBezTo>
                    <a:pt x="81" y="163"/>
                    <a:pt x="81" y="164"/>
                    <a:pt x="81" y="164"/>
                  </a:cubicBezTo>
                  <a:cubicBezTo>
                    <a:pt x="81" y="164"/>
                    <a:pt x="80" y="165"/>
                    <a:pt x="80" y="165"/>
                  </a:cubicBezTo>
                  <a:cubicBezTo>
                    <a:pt x="82" y="164"/>
                    <a:pt x="83" y="163"/>
                    <a:pt x="83" y="162"/>
                  </a:cubicBezTo>
                  <a:cubicBezTo>
                    <a:pt x="83" y="161"/>
                    <a:pt x="83" y="161"/>
                    <a:pt x="82" y="161"/>
                  </a:cubicBezTo>
                  <a:cubicBezTo>
                    <a:pt x="81" y="161"/>
                    <a:pt x="82" y="163"/>
                    <a:pt x="81" y="163"/>
                  </a:cubicBezTo>
                  <a:close/>
                  <a:moveTo>
                    <a:pt x="95" y="192"/>
                  </a:moveTo>
                  <a:cubicBezTo>
                    <a:pt x="95" y="192"/>
                    <a:pt x="95" y="192"/>
                    <a:pt x="94" y="192"/>
                  </a:cubicBezTo>
                  <a:cubicBezTo>
                    <a:pt x="94" y="192"/>
                    <a:pt x="94" y="193"/>
                    <a:pt x="94" y="193"/>
                  </a:cubicBezTo>
                  <a:cubicBezTo>
                    <a:pt x="93" y="193"/>
                    <a:pt x="93" y="194"/>
                    <a:pt x="94" y="194"/>
                  </a:cubicBezTo>
                  <a:cubicBezTo>
                    <a:pt x="93" y="194"/>
                    <a:pt x="91" y="196"/>
                    <a:pt x="91" y="197"/>
                  </a:cubicBezTo>
                  <a:cubicBezTo>
                    <a:pt x="91" y="197"/>
                    <a:pt x="91" y="197"/>
                    <a:pt x="91" y="197"/>
                  </a:cubicBezTo>
                  <a:cubicBezTo>
                    <a:pt x="91" y="198"/>
                    <a:pt x="90" y="198"/>
                    <a:pt x="90" y="199"/>
                  </a:cubicBezTo>
                  <a:cubicBezTo>
                    <a:pt x="91" y="197"/>
                    <a:pt x="92" y="197"/>
                    <a:pt x="93" y="197"/>
                  </a:cubicBezTo>
                  <a:cubicBezTo>
                    <a:pt x="93" y="197"/>
                    <a:pt x="93" y="197"/>
                    <a:pt x="93" y="196"/>
                  </a:cubicBezTo>
                  <a:cubicBezTo>
                    <a:pt x="93" y="196"/>
                    <a:pt x="94" y="195"/>
                    <a:pt x="94" y="195"/>
                  </a:cubicBezTo>
                  <a:cubicBezTo>
                    <a:pt x="94" y="195"/>
                    <a:pt x="94" y="195"/>
                    <a:pt x="94" y="196"/>
                  </a:cubicBezTo>
                  <a:cubicBezTo>
                    <a:pt x="95" y="194"/>
                    <a:pt x="95" y="192"/>
                    <a:pt x="96" y="193"/>
                  </a:cubicBezTo>
                  <a:cubicBezTo>
                    <a:pt x="96" y="193"/>
                    <a:pt x="96" y="193"/>
                    <a:pt x="96" y="193"/>
                  </a:cubicBezTo>
                  <a:cubicBezTo>
                    <a:pt x="97" y="193"/>
                    <a:pt x="97" y="193"/>
                    <a:pt x="97" y="192"/>
                  </a:cubicBezTo>
                  <a:cubicBezTo>
                    <a:pt x="96" y="193"/>
                    <a:pt x="97" y="192"/>
                    <a:pt x="96" y="192"/>
                  </a:cubicBezTo>
                  <a:cubicBezTo>
                    <a:pt x="96" y="193"/>
                    <a:pt x="96" y="192"/>
                    <a:pt x="95" y="192"/>
                  </a:cubicBezTo>
                  <a:close/>
                  <a:moveTo>
                    <a:pt x="65" y="175"/>
                  </a:moveTo>
                  <a:cubicBezTo>
                    <a:pt x="64" y="175"/>
                    <a:pt x="64" y="175"/>
                    <a:pt x="63" y="175"/>
                  </a:cubicBezTo>
                  <a:cubicBezTo>
                    <a:pt x="63" y="175"/>
                    <a:pt x="63" y="175"/>
                    <a:pt x="63" y="176"/>
                  </a:cubicBezTo>
                  <a:cubicBezTo>
                    <a:pt x="64" y="176"/>
                    <a:pt x="64" y="176"/>
                    <a:pt x="64" y="177"/>
                  </a:cubicBezTo>
                  <a:cubicBezTo>
                    <a:pt x="65" y="175"/>
                    <a:pt x="66" y="175"/>
                    <a:pt x="67" y="173"/>
                  </a:cubicBezTo>
                  <a:cubicBezTo>
                    <a:pt x="65" y="173"/>
                    <a:pt x="66" y="174"/>
                    <a:pt x="65" y="175"/>
                  </a:cubicBezTo>
                  <a:close/>
                  <a:moveTo>
                    <a:pt x="45" y="240"/>
                  </a:moveTo>
                  <a:cubicBezTo>
                    <a:pt x="46" y="241"/>
                    <a:pt x="46" y="241"/>
                    <a:pt x="46" y="241"/>
                  </a:cubicBezTo>
                  <a:cubicBezTo>
                    <a:pt x="45" y="241"/>
                    <a:pt x="45" y="242"/>
                    <a:pt x="44" y="243"/>
                  </a:cubicBezTo>
                  <a:cubicBezTo>
                    <a:pt x="44" y="243"/>
                    <a:pt x="43" y="243"/>
                    <a:pt x="43" y="243"/>
                  </a:cubicBezTo>
                  <a:cubicBezTo>
                    <a:pt x="43" y="244"/>
                    <a:pt x="43" y="244"/>
                    <a:pt x="42" y="245"/>
                  </a:cubicBezTo>
                  <a:cubicBezTo>
                    <a:pt x="43" y="245"/>
                    <a:pt x="43" y="245"/>
                    <a:pt x="44" y="244"/>
                  </a:cubicBezTo>
                  <a:cubicBezTo>
                    <a:pt x="44" y="244"/>
                    <a:pt x="44" y="244"/>
                    <a:pt x="44" y="244"/>
                  </a:cubicBezTo>
                  <a:cubicBezTo>
                    <a:pt x="44" y="244"/>
                    <a:pt x="45" y="243"/>
                    <a:pt x="45" y="244"/>
                  </a:cubicBezTo>
                  <a:cubicBezTo>
                    <a:pt x="45" y="241"/>
                    <a:pt x="47" y="241"/>
                    <a:pt x="48" y="239"/>
                  </a:cubicBezTo>
                  <a:cubicBezTo>
                    <a:pt x="47" y="238"/>
                    <a:pt x="48" y="238"/>
                    <a:pt x="48" y="237"/>
                  </a:cubicBezTo>
                  <a:cubicBezTo>
                    <a:pt x="47" y="238"/>
                    <a:pt x="47" y="240"/>
                    <a:pt x="45" y="240"/>
                  </a:cubicBezTo>
                  <a:close/>
                  <a:moveTo>
                    <a:pt x="820" y="180"/>
                  </a:moveTo>
                  <a:cubicBezTo>
                    <a:pt x="820" y="181"/>
                    <a:pt x="820" y="181"/>
                    <a:pt x="820" y="181"/>
                  </a:cubicBezTo>
                  <a:cubicBezTo>
                    <a:pt x="821" y="181"/>
                    <a:pt x="820" y="180"/>
                    <a:pt x="820" y="180"/>
                  </a:cubicBezTo>
                  <a:close/>
                  <a:moveTo>
                    <a:pt x="866" y="171"/>
                  </a:moveTo>
                  <a:cubicBezTo>
                    <a:pt x="865" y="171"/>
                    <a:pt x="865" y="172"/>
                    <a:pt x="865" y="172"/>
                  </a:cubicBezTo>
                  <a:cubicBezTo>
                    <a:pt x="865" y="172"/>
                    <a:pt x="866" y="172"/>
                    <a:pt x="866" y="171"/>
                  </a:cubicBezTo>
                  <a:close/>
                  <a:moveTo>
                    <a:pt x="867" y="170"/>
                  </a:moveTo>
                  <a:cubicBezTo>
                    <a:pt x="867" y="170"/>
                    <a:pt x="866" y="171"/>
                    <a:pt x="866" y="171"/>
                  </a:cubicBezTo>
                  <a:cubicBezTo>
                    <a:pt x="867" y="171"/>
                    <a:pt x="867" y="170"/>
                    <a:pt x="867" y="170"/>
                  </a:cubicBezTo>
                  <a:close/>
                  <a:moveTo>
                    <a:pt x="861" y="164"/>
                  </a:moveTo>
                  <a:cubicBezTo>
                    <a:pt x="861" y="164"/>
                    <a:pt x="861" y="165"/>
                    <a:pt x="861" y="165"/>
                  </a:cubicBezTo>
                  <a:cubicBezTo>
                    <a:pt x="861" y="164"/>
                    <a:pt x="861" y="164"/>
                    <a:pt x="861" y="164"/>
                  </a:cubicBezTo>
                  <a:close/>
                  <a:moveTo>
                    <a:pt x="868" y="162"/>
                  </a:moveTo>
                  <a:cubicBezTo>
                    <a:pt x="868" y="163"/>
                    <a:pt x="868" y="163"/>
                    <a:pt x="868" y="164"/>
                  </a:cubicBezTo>
                  <a:cubicBezTo>
                    <a:pt x="868" y="163"/>
                    <a:pt x="868" y="162"/>
                    <a:pt x="868" y="162"/>
                  </a:cubicBezTo>
                  <a:close/>
                  <a:moveTo>
                    <a:pt x="837" y="147"/>
                  </a:moveTo>
                  <a:cubicBezTo>
                    <a:pt x="837" y="148"/>
                    <a:pt x="837" y="150"/>
                    <a:pt x="836" y="151"/>
                  </a:cubicBezTo>
                  <a:cubicBezTo>
                    <a:pt x="837" y="150"/>
                    <a:pt x="837" y="148"/>
                    <a:pt x="837" y="147"/>
                  </a:cubicBezTo>
                  <a:close/>
                  <a:moveTo>
                    <a:pt x="852" y="150"/>
                  </a:moveTo>
                  <a:cubicBezTo>
                    <a:pt x="852" y="149"/>
                    <a:pt x="852" y="149"/>
                    <a:pt x="852" y="149"/>
                  </a:cubicBezTo>
                  <a:cubicBezTo>
                    <a:pt x="852" y="148"/>
                    <a:pt x="853" y="145"/>
                    <a:pt x="852" y="146"/>
                  </a:cubicBezTo>
                  <a:cubicBezTo>
                    <a:pt x="852" y="147"/>
                    <a:pt x="851" y="150"/>
                    <a:pt x="851" y="151"/>
                  </a:cubicBezTo>
                  <a:cubicBezTo>
                    <a:pt x="852" y="151"/>
                    <a:pt x="852" y="150"/>
                    <a:pt x="852" y="150"/>
                  </a:cubicBezTo>
                  <a:close/>
                  <a:moveTo>
                    <a:pt x="857" y="134"/>
                  </a:moveTo>
                  <a:cubicBezTo>
                    <a:pt x="857" y="134"/>
                    <a:pt x="857" y="134"/>
                    <a:pt x="857" y="134"/>
                  </a:cubicBezTo>
                  <a:cubicBezTo>
                    <a:pt x="857" y="135"/>
                    <a:pt x="857" y="135"/>
                    <a:pt x="857" y="135"/>
                  </a:cubicBezTo>
                  <a:lnTo>
                    <a:pt x="857" y="134"/>
                  </a:lnTo>
                  <a:close/>
                  <a:moveTo>
                    <a:pt x="855" y="121"/>
                  </a:moveTo>
                  <a:cubicBezTo>
                    <a:pt x="855" y="119"/>
                    <a:pt x="855" y="121"/>
                    <a:pt x="855" y="122"/>
                  </a:cubicBezTo>
                  <a:cubicBezTo>
                    <a:pt x="854" y="122"/>
                    <a:pt x="855" y="122"/>
                    <a:pt x="855" y="122"/>
                  </a:cubicBezTo>
                  <a:cubicBezTo>
                    <a:pt x="854" y="123"/>
                    <a:pt x="853" y="126"/>
                    <a:pt x="854" y="127"/>
                  </a:cubicBezTo>
                  <a:cubicBezTo>
                    <a:pt x="854" y="125"/>
                    <a:pt x="855" y="123"/>
                    <a:pt x="855" y="121"/>
                  </a:cubicBezTo>
                  <a:close/>
                  <a:moveTo>
                    <a:pt x="861" y="127"/>
                  </a:moveTo>
                  <a:cubicBezTo>
                    <a:pt x="861" y="127"/>
                    <a:pt x="861" y="128"/>
                    <a:pt x="861" y="128"/>
                  </a:cubicBezTo>
                  <a:cubicBezTo>
                    <a:pt x="862" y="128"/>
                    <a:pt x="862" y="127"/>
                    <a:pt x="861" y="127"/>
                  </a:cubicBezTo>
                  <a:close/>
                  <a:moveTo>
                    <a:pt x="843" y="120"/>
                  </a:moveTo>
                  <a:cubicBezTo>
                    <a:pt x="843" y="121"/>
                    <a:pt x="842" y="121"/>
                    <a:pt x="842" y="122"/>
                  </a:cubicBezTo>
                  <a:cubicBezTo>
                    <a:pt x="843" y="121"/>
                    <a:pt x="843" y="120"/>
                    <a:pt x="843" y="120"/>
                  </a:cubicBezTo>
                  <a:close/>
                  <a:moveTo>
                    <a:pt x="859" y="124"/>
                  </a:moveTo>
                  <a:cubicBezTo>
                    <a:pt x="859" y="125"/>
                    <a:pt x="859" y="126"/>
                    <a:pt x="859" y="126"/>
                  </a:cubicBezTo>
                  <a:cubicBezTo>
                    <a:pt x="859" y="125"/>
                    <a:pt x="860" y="124"/>
                    <a:pt x="859" y="124"/>
                  </a:cubicBezTo>
                  <a:close/>
                  <a:moveTo>
                    <a:pt x="862" y="124"/>
                  </a:moveTo>
                  <a:cubicBezTo>
                    <a:pt x="862" y="124"/>
                    <a:pt x="861" y="125"/>
                    <a:pt x="862" y="126"/>
                  </a:cubicBezTo>
                  <a:cubicBezTo>
                    <a:pt x="862" y="125"/>
                    <a:pt x="862" y="124"/>
                    <a:pt x="862" y="124"/>
                  </a:cubicBezTo>
                  <a:close/>
                  <a:moveTo>
                    <a:pt x="839" y="118"/>
                  </a:moveTo>
                  <a:cubicBezTo>
                    <a:pt x="839" y="118"/>
                    <a:pt x="839" y="119"/>
                    <a:pt x="839" y="119"/>
                  </a:cubicBezTo>
                  <a:cubicBezTo>
                    <a:pt x="839" y="119"/>
                    <a:pt x="839" y="118"/>
                    <a:pt x="839" y="118"/>
                  </a:cubicBezTo>
                  <a:close/>
                  <a:moveTo>
                    <a:pt x="844" y="116"/>
                  </a:moveTo>
                  <a:cubicBezTo>
                    <a:pt x="843" y="117"/>
                    <a:pt x="843" y="119"/>
                    <a:pt x="843" y="119"/>
                  </a:cubicBezTo>
                  <a:cubicBezTo>
                    <a:pt x="843" y="118"/>
                    <a:pt x="844" y="117"/>
                    <a:pt x="844" y="116"/>
                  </a:cubicBezTo>
                  <a:close/>
                  <a:moveTo>
                    <a:pt x="862" y="120"/>
                  </a:moveTo>
                  <a:cubicBezTo>
                    <a:pt x="862" y="121"/>
                    <a:pt x="861" y="122"/>
                    <a:pt x="862" y="123"/>
                  </a:cubicBezTo>
                  <a:cubicBezTo>
                    <a:pt x="862" y="122"/>
                    <a:pt x="863" y="121"/>
                    <a:pt x="862" y="120"/>
                  </a:cubicBezTo>
                  <a:close/>
                  <a:moveTo>
                    <a:pt x="855" y="118"/>
                  </a:moveTo>
                  <a:cubicBezTo>
                    <a:pt x="855" y="118"/>
                    <a:pt x="855" y="119"/>
                    <a:pt x="855" y="119"/>
                  </a:cubicBezTo>
                  <a:cubicBezTo>
                    <a:pt x="855" y="119"/>
                    <a:pt x="856" y="118"/>
                    <a:pt x="855" y="118"/>
                  </a:cubicBezTo>
                  <a:close/>
                  <a:moveTo>
                    <a:pt x="858" y="117"/>
                  </a:moveTo>
                  <a:cubicBezTo>
                    <a:pt x="857" y="117"/>
                    <a:pt x="857" y="118"/>
                    <a:pt x="857" y="118"/>
                  </a:cubicBezTo>
                  <a:cubicBezTo>
                    <a:pt x="857" y="118"/>
                    <a:pt x="858" y="117"/>
                    <a:pt x="858" y="117"/>
                  </a:cubicBezTo>
                  <a:close/>
                  <a:moveTo>
                    <a:pt x="860" y="116"/>
                  </a:moveTo>
                  <a:cubicBezTo>
                    <a:pt x="860" y="116"/>
                    <a:pt x="860" y="116"/>
                    <a:pt x="860" y="116"/>
                  </a:cubicBezTo>
                  <a:cubicBezTo>
                    <a:pt x="859" y="115"/>
                    <a:pt x="859" y="117"/>
                    <a:pt x="859" y="117"/>
                  </a:cubicBezTo>
                  <a:cubicBezTo>
                    <a:pt x="860" y="117"/>
                    <a:pt x="859" y="117"/>
                    <a:pt x="860" y="116"/>
                  </a:cubicBezTo>
                  <a:close/>
                  <a:moveTo>
                    <a:pt x="849" y="110"/>
                  </a:moveTo>
                  <a:cubicBezTo>
                    <a:pt x="848" y="113"/>
                    <a:pt x="849" y="111"/>
                    <a:pt x="849" y="110"/>
                  </a:cubicBezTo>
                  <a:close/>
                  <a:moveTo>
                    <a:pt x="845" y="105"/>
                  </a:moveTo>
                  <a:cubicBezTo>
                    <a:pt x="844" y="106"/>
                    <a:pt x="844" y="106"/>
                    <a:pt x="844" y="107"/>
                  </a:cubicBezTo>
                  <a:cubicBezTo>
                    <a:pt x="844" y="107"/>
                    <a:pt x="845" y="105"/>
                    <a:pt x="845" y="105"/>
                  </a:cubicBezTo>
                  <a:close/>
                  <a:moveTo>
                    <a:pt x="844" y="105"/>
                  </a:moveTo>
                  <a:cubicBezTo>
                    <a:pt x="843" y="105"/>
                    <a:pt x="843" y="106"/>
                    <a:pt x="843" y="106"/>
                  </a:cubicBezTo>
                  <a:lnTo>
                    <a:pt x="844" y="105"/>
                  </a:lnTo>
                  <a:close/>
                  <a:moveTo>
                    <a:pt x="836" y="101"/>
                  </a:moveTo>
                  <a:cubicBezTo>
                    <a:pt x="836" y="102"/>
                    <a:pt x="836" y="102"/>
                    <a:pt x="836" y="102"/>
                  </a:cubicBezTo>
                  <a:cubicBezTo>
                    <a:pt x="836" y="102"/>
                    <a:pt x="836" y="101"/>
                    <a:pt x="836" y="101"/>
                  </a:cubicBezTo>
                  <a:close/>
                  <a:moveTo>
                    <a:pt x="838" y="98"/>
                  </a:moveTo>
                  <a:cubicBezTo>
                    <a:pt x="839" y="95"/>
                    <a:pt x="838" y="96"/>
                    <a:pt x="838" y="98"/>
                  </a:cubicBezTo>
                  <a:close/>
                  <a:moveTo>
                    <a:pt x="828" y="135"/>
                  </a:moveTo>
                  <a:cubicBezTo>
                    <a:pt x="828" y="136"/>
                    <a:pt x="828" y="137"/>
                    <a:pt x="827" y="137"/>
                  </a:cubicBezTo>
                  <a:cubicBezTo>
                    <a:pt x="828" y="138"/>
                    <a:pt x="828" y="138"/>
                    <a:pt x="828" y="138"/>
                  </a:cubicBezTo>
                  <a:cubicBezTo>
                    <a:pt x="828" y="137"/>
                    <a:pt x="829" y="136"/>
                    <a:pt x="828" y="135"/>
                  </a:cubicBezTo>
                  <a:close/>
                  <a:moveTo>
                    <a:pt x="846" y="121"/>
                  </a:moveTo>
                  <a:cubicBezTo>
                    <a:pt x="847" y="121"/>
                    <a:pt x="846" y="122"/>
                    <a:pt x="846" y="123"/>
                  </a:cubicBezTo>
                  <a:cubicBezTo>
                    <a:pt x="847" y="121"/>
                    <a:pt x="848" y="117"/>
                    <a:pt x="848" y="115"/>
                  </a:cubicBezTo>
                  <a:cubicBezTo>
                    <a:pt x="848" y="117"/>
                    <a:pt x="846" y="118"/>
                    <a:pt x="847" y="119"/>
                  </a:cubicBezTo>
                  <a:cubicBezTo>
                    <a:pt x="847" y="119"/>
                    <a:pt x="847" y="119"/>
                    <a:pt x="847" y="118"/>
                  </a:cubicBezTo>
                  <a:cubicBezTo>
                    <a:pt x="846" y="119"/>
                    <a:pt x="846" y="120"/>
                    <a:pt x="846" y="121"/>
                  </a:cubicBezTo>
                  <a:cubicBezTo>
                    <a:pt x="846" y="121"/>
                    <a:pt x="846" y="120"/>
                    <a:pt x="846" y="120"/>
                  </a:cubicBezTo>
                  <a:cubicBezTo>
                    <a:pt x="846" y="121"/>
                    <a:pt x="845" y="121"/>
                    <a:pt x="845" y="121"/>
                  </a:cubicBezTo>
                  <a:cubicBezTo>
                    <a:pt x="846" y="122"/>
                    <a:pt x="846" y="121"/>
                    <a:pt x="846" y="121"/>
                  </a:cubicBezTo>
                  <a:close/>
                  <a:moveTo>
                    <a:pt x="860" y="122"/>
                  </a:moveTo>
                  <a:cubicBezTo>
                    <a:pt x="860" y="122"/>
                    <a:pt x="859" y="123"/>
                    <a:pt x="860" y="123"/>
                  </a:cubicBezTo>
                  <a:cubicBezTo>
                    <a:pt x="860" y="123"/>
                    <a:pt x="860" y="123"/>
                    <a:pt x="860" y="123"/>
                  </a:cubicBezTo>
                  <a:cubicBezTo>
                    <a:pt x="859" y="124"/>
                    <a:pt x="860" y="122"/>
                    <a:pt x="860" y="122"/>
                  </a:cubicBezTo>
                  <a:close/>
                  <a:moveTo>
                    <a:pt x="861" y="115"/>
                  </a:moveTo>
                  <a:cubicBezTo>
                    <a:pt x="861" y="115"/>
                    <a:pt x="861" y="115"/>
                    <a:pt x="861" y="115"/>
                  </a:cubicBezTo>
                  <a:cubicBezTo>
                    <a:pt x="862" y="117"/>
                    <a:pt x="859" y="120"/>
                    <a:pt x="860" y="122"/>
                  </a:cubicBezTo>
                  <a:cubicBezTo>
                    <a:pt x="860" y="118"/>
                    <a:pt x="862" y="115"/>
                    <a:pt x="862" y="112"/>
                  </a:cubicBezTo>
                  <a:cubicBezTo>
                    <a:pt x="862" y="112"/>
                    <a:pt x="862" y="111"/>
                    <a:pt x="862" y="111"/>
                  </a:cubicBezTo>
                  <a:cubicBezTo>
                    <a:pt x="862" y="110"/>
                    <a:pt x="864" y="107"/>
                    <a:pt x="863" y="106"/>
                  </a:cubicBezTo>
                  <a:cubicBezTo>
                    <a:pt x="863" y="107"/>
                    <a:pt x="862" y="108"/>
                    <a:pt x="862" y="110"/>
                  </a:cubicBezTo>
                  <a:cubicBezTo>
                    <a:pt x="861" y="109"/>
                    <a:pt x="861" y="109"/>
                    <a:pt x="861" y="109"/>
                  </a:cubicBezTo>
                  <a:cubicBezTo>
                    <a:pt x="862" y="111"/>
                    <a:pt x="861" y="114"/>
                    <a:pt x="861" y="115"/>
                  </a:cubicBezTo>
                  <a:close/>
                  <a:moveTo>
                    <a:pt x="842" y="104"/>
                  </a:moveTo>
                  <a:cubicBezTo>
                    <a:pt x="842" y="105"/>
                    <a:pt x="842" y="105"/>
                    <a:pt x="842" y="106"/>
                  </a:cubicBezTo>
                  <a:cubicBezTo>
                    <a:pt x="843" y="105"/>
                    <a:pt x="842" y="104"/>
                    <a:pt x="842" y="104"/>
                  </a:cubicBezTo>
                  <a:close/>
                  <a:moveTo>
                    <a:pt x="707" y="252"/>
                  </a:moveTo>
                  <a:cubicBezTo>
                    <a:pt x="708" y="252"/>
                    <a:pt x="709" y="252"/>
                    <a:pt x="710" y="253"/>
                  </a:cubicBezTo>
                  <a:cubicBezTo>
                    <a:pt x="710" y="254"/>
                    <a:pt x="709" y="255"/>
                    <a:pt x="710" y="256"/>
                  </a:cubicBezTo>
                  <a:cubicBezTo>
                    <a:pt x="712" y="257"/>
                    <a:pt x="715" y="253"/>
                    <a:pt x="715" y="256"/>
                  </a:cubicBezTo>
                  <a:cubicBezTo>
                    <a:pt x="717" y="258"/>
                    <a:pt x="720" y="259"/>
                    <a:pt x="723" y="259"/>
                  </a:cubicBezTo>
                  <a:cubicBezTo>
                    <a:pt x="725" y="260"/>
                    <a:pt x="726" y="261"/>
                    <a:pt x="728" y="262"/>
                  </a:cubicBezTo>
                  <a:cubicBezTo>
                    <a:pt x="730" y="262"/>
                    <a:pt x="733" y="262"/>
                    <a:pt x="734" y="263"/>
                  </a:cubicBezTo>
                  <a:cubicBezTo>
                    <a:pt x="736" y="263"/>
                    <a:pt x="737" y="264"/>
                    <a:pt x="739" y="265"/>
                  </a:cubicBezTo>
                  <a:cubicBezTo>
                    <a:pt x="744" y="267"/>
                    <a:pt x="749" y="267"/>
                    <a:pt x="753" y="269"/>
                  </a:cubicBezTo>
                  <a:cubicBezTo>
                    <a:pt x="756" y="269"/>
                    <a:pt x="760" y="271"/>
                    <a:pt x="762" y="272"/>
                  </a:cubicBezTo>
                  <a:cubicBezTo>
                    <a:pt x="765" y="272"/>
                    <a:pt x="768" y="274"/>
                    <a:pt x="771" y="275"/>
                  </a:cubicBezTo>
                  <a:cubicBezTo>
                    <a:pt x="772" y="275"/>
                    <a:pt x="774" y="275"/>
                    <a:pt x="776" y="276"/>
                  </a:cubicBezTo>
                  <a:cubicBezTo>
                    <a:pt x="776" y="276"/>
                    <a:pt x="777" y="276"/>
                    <a:pt x="777" y="276"/>
                  </a:cubicBezTo>
                  <a:cubicBezTo>
                    <a:pt x="779" y="277"/>
                    <a:pt x="781" y="277"/>
                    <a:pt x="782" y="277"/>
                  </a:cubicBezTo>
                  <a:cubicBezTo>
                    <a:pt x="784" y="278"/>
                    <a:pt x="785" y="279"/>
                    <a:pt x="787" y="279"/>
                  </a:cubicBezTo>
                  <a:cubicBezTo>
                    <a:pt x="789" y="280"/>
                    <a:pt x="792" y="281"/>
                    <a:pt x="795" y="281"/>
                  </a:cubicBezTo>
                  <a:cubicBezTo>
                    <a:pt x="796" y="282"/>
                    <a:pt x="798" y="282"/>
                    <a:pt x="799" y="282"/>
                  </a:cubicBezTo>
                  <a:cubicBezTo>
                    <a:pt x="800" y="283"/>
                    <a:pt x="800" y="283"/>
                    <a:pt x="801" y="283"/>
                  </a:cubicBezTo>
                  <a:cubicBezTo>
                    <a:pt x="802" y="283"/>
                    <a:pt x="802" y="283"/>
                    <a:pt x="802" y="283"/>
                  </a:cubicBezTo>
                  <a:cubicBezTo>
                    <a:pt x="803" y="284"/>
                    <a:pt x="803" y="284"/>
                    <a:pt x="803" y="284"/>
                  </a:cubicBezTo>
                  <a:cubicBezTo>
                    <a:pt x="803" y="284"/>
                    <a:pt x="803" y="284"/>
                    <a:pt x="803" y="284"/>
                  </a:cubicBezTo>
                  <a:cubicBezTo>
                    <a:pt x="803" y="284"/>
                    <a:pt x="803" y="284"/>
                    <a:pt x="803" y="284"/>
                  </a:cubicBezTo>
                  <a:cubicBezTo>
                    <a:pt x="804" y="285"/>
                    <a:pt x="805" y="284"/>
                    <a:pt x="806" y="285"/>
                  </a:cubicBezTo>
                  <a:cubicBezTo>
                    <a:pt x="807" y="285"/>
                    <a:pt x="808" y="286"/>
                    <a:pt x="809" y="287"/>
                  </a:cubicBezTo>
                  <a:cubicBezTo>
                    <a:pt x="810" y="286"/>
                    <a:pt x="811" y="287"/>
                    <a:pt x="812" y="288"/>
                  </a:cubicBezTo>
                  <a:cubicBezTo>
                    <a:pt x="813" y="288"/>
                    <a:pt x="813" y="288"/>
                    <a:pt x="813" y="288"/>
                  </a:cubicBezTo>
                  <a:cubicBezTo>
                    <a:pt x="813" y="288"/>
                    <a:pt x="813" y="287"/>
                    <a:pt x="813" y="287"/>
                  </a:cubicBezTo>
                  <a:cubicBezTo>
                    <a:pt x="813" y="287"/>
                    <a:pt x="813" y="287"/>
                    <a:pt x="813" y="286"/>
                  </a:cubicBezTo>
                  <a:cubicBezTo>
                    <a:pt x="813" y="286"/>
                    <a:pt x="813" y="286"/>
                    <a:pt x="813" y="286"/>
                  </a:cubicBezTo>
                  <a:cubicBezTo>
                    <a:pt x="813" y="285"/>
                    <a:pt x="813" y="285"/>
                    <a:pt x="813" y="284"/>
                  </a:cubicBezTo>
                  <a:cubicBezTo>
                    <a:pt x="813" y="282"/>
                    <a:pt x="813" y="282"/>
                    <a:pt x="813" y="282"/>
                  </a:cubicBezTo>
                  <a:cubicBezTo>
                    <a:pt x="813" y="282"/>
                    <a:pt x="812" y="281"/>
                    <a:pt x="812" y="280"/>
                  </a:cubicBezTo>
                  <a:cubicBezTo>
                    <a:pt x="812" y="280"/>
                    <a:pt x="813" y="280"/>
                    <a:pt x="813" y="279"/>
                  </a:cubicBezTo>
                  <a:cubicBezTo>
                    <a:pt x="813" y="279"/>
                    <a:pt x="812" y="279"/>
                    <a:pt x="812" y="279"/>
                  </a:cubicBezTo>
                  <a:cubicBezTo>
                    <a:pt x="812" y="278"/>
                    <a:pt x="812" y="278"/>
                    <a:pt x="812" y="278"/>
                  </a:cubicBezTo>
                  <a:cubicBezTo>
                    <a:pt x="812" y="277"/>
                    <a:pt x="812" y="277"/>
                    <a:pt x="812" y="277"/>
                  </a:cubicBezTo>
                  <a:cubicBezTo>
                    <a:pt x="812" y="276"/>
                    <a:pt x="812" y="276"/>
                    <a:pt x="812" y="275"/>
                  </a:cubicBezTo>
                  <a:cubicBezTo>
                    <a:pt x="813" y="270"/>
                    <a:pt x="813" y="265"/>
                    <a:pt x="813" y="259"/>
                  </a:cubicBezTo>
                  <a:cubicBezTo>
                    <a:pt x="813" y="254"/>
                    <a:pt x="813" y="250"/>
                    <a:pt x="813" y="245"/>
                  </a:cubicBezTo>
                  <a:cubicBezTo>
                    <a:pt x="815" y="226"/>
                    <a:pt x="815" y="226"/>
                    <a:pt x="815" y="226"/>
                  </a:cubicBezTo>
                  <a:cubicBezTo>
                    <a:pt x="815" y="219"/>
                    <a:pt x="816" y="212"/>
                    <a:pt x="817" y="206"/>
                  </a:cubicBezTo>
                  <a:cubicBezTo>
                    <a:pt x="817" y="206"/>
                    <a:pt x="818" y="205"/>
                    <a:pt x="818" y="205"/>
                  </a:cubicBezTo>
                  <a:cubicBezTo>
                    <a:pt x="818" y="204"/>
                    <a:pt x="817" y="204"/>
                    <a:pt x="818" y="204"/>
                  </a:cubicBezTo>
                  <a:cubicBezTo>
                    <a:pt x="818" y="203"/>
                    <a:pt x="818" y="203"/>
                    <a:pt x="818" y="203"/>
                  </a:cubicBezTo>
                  <a:cubicBezTo>
                    <a:pt x="819" y="197"/>
                    <a:pt x="820" y="192"/>
                    <a:pt x="822" y="186"/>
                  </a:cubicBezTo>
                  <a:cubicBezTo>
                    <a:pt x="822" y="185"/>
                    <a:pt x="822" y="186"/>
                    <a:pt x="822" y="186"/>
                  </a:cubicBezTo>
                  <a:cubicBezTo>
                    <a:pt x="823" y="183"/>
                    <a:pt x="824" y="178"/>
                    <a:pt x="825" y="175"/>
                  </a:cubicBezTo>
                  <a:cubicBezTo>
                    <a:pt x="825" y="173"/>
                    <a:pt x="825" y="171"/>
                    <a:pt x="826" y="170"/>
                  </a:cubicBezTo>
                  <a:cubicBezTo>
                    <a:pt x="826" y="169"/>
                    <a:pt x="825" y="169"/>
                    <a:pt x="825" y="169"/>
                  </a:cubicBezTo>
                  <a:cubicBezTo>
                    <a:pt x="826" y="169"/>
                    <a:pt x="826" y="169"/>
                    <a:pt x="826" y="169"/>
                  </a:cubicBezTo>
                  <a:cubicBezTo>
                    <a:pt x="826" y="167"/>
                    <a:pt x="826" y="167"/>
                    <a:pt x="826" y="167"/>
                  </a:cubicBezTo>
                  <a:cubicBezTo>
                    <a:pt x="827" y="164"/>
                    <a:pt x="828" y="160"/>
                    <a:pt x="829" y="156"/>
                  </a:cubicBezTo>
                  <a:cubicBezTo>
                    <a:pt x="829" y="155"/>
                    <a:pt x="829" y="155"/>
                    <a:pt x="829" y="154"/>
                  </a:cubicBezTo>
                  <a:cubicBezTo>
                    <a:pt x="830" y="154"/>
                    <a:pt x="830" y="154"/>
                    <a:pt x="829" y="153"/>
                  </a:cubicBezTo>
                  <a:cubicBezTo>
                    <a:pt x="829" y="153"/>
                    <a:pt x="830" y="151"/>
                    <a:pt x="830" y="152"/>
                  </a:cubicBezTo>
                  <a:cubicBezTo>
                    <a:pt x="830" y="151"/>
                    <a:pt x="830" y="152"/>
                    <a:pt x="830" y="152"/>
                  </a:cubicBezTo>
                  <a:cubicBezTo>
                    <a:pt x="831" y="151"/>
                    <a:pt x="831" y="149"/>
                    <a:pt x="831" y="147"/>
                  </a:cubicBezTo>
                  <a:cubicBezTo>
                    <a:pt x="831" y="146"/>
                    <a:pt x="832" y="144"/>
                    <a:pt x="833" y="142"/>
                  </a:cubicBezTo>
                  <a:cubicBezTo>
                    <a:pt x="833" y="144"/>
                    <a:pt x="833" y="146"/>
                    <a:pt x="835" y="147"/>
                  </a:cubicBezTo>
                  <a:cubicBezTo>
                    <a:pt x="836" y="145"/>
                    <a:pt x="836" y="141"/>
                    <a:pt x="837" y="140"/>
                  </a:cubicBezTo>
                  <a:cubicBezTo>
                    <a:pt x="838" y="135"/>
                    <a:pt x="839" y="130"/>
                    <a:pt x="840" y="125"/>
                  </a:cubicBezTo>
                  <a:cubicBezTo>
                    <a:pt x="840" y="124"/>
                    <a:pt x="840" y="124"/>
                    <a:pt x="840" y="124"/>
                  </a:cubicBezTo>
                  <a:cubicBezTo>
                    <a:pt x="842" y="119"/>
                    <a:pt x="842" y="114"/>
                    <a:pt x="844" y="108"/>
                  </a:cubicBezTo>
                  <a:cubicBezTo>
                    <a:pt x="842" y="119"/>
                    <a:pt x="839" y="128"/>
                    <a:pt x="838" y="138"/>
                  </a:cubicBezTo>
                  <a:cubicBezTo>
                    <a:pt x="837" y="140"/>
                    <a:pt x="836" y="146"/>
                    <a:pt x="835" y="150"/>
                  </a:cubicBezTo>
                  <a:cubicBezTo>
                    <a:pt x="835" y="152"/>
                    <a:pt x="836" y="153"/>
                    <a:pt x="838" y="152"/>
                  </a:cubicBezTo>
                  <a:cubicBezTo>
                    <a:pt x="840" y="150"/>
                    <a:pt x="839" y="147"/>
                    <a:pt x="840" y="145"/>
                  </a:cubicBezTo>
                  <a:cubicBezTo>
                    <a:pt x="841" y="145"/>
                    <a:pt x="841" y="144"/>
                    <a:pt x="842" y="145"/>
                  </a:cubicBezTo>
                  <a:cubicBezTo>
                    <a:pt x="842" y="150"/>
                    <a:pt x="840" y="156"/>
                    <a:pt x="840" y="160"/>
                  </a:cubicBezTo>
                  <a:cubicBezTo>
                    <a:pt x="840" y="161"/>
                    <a:pt x="840" y="162"/>
                    <a:pt x="840" y="163"/>
                  </a:cubicBezTo>
                  <a:cubicBezTo>
                    <a:pt x="840" y="163"/>
                    <a:pt x="840" y="164"/>
                    <a:pt x="841" y="164"/>
                  </a:cubicBezTo>
                  <a:cubicBezTo>
                    <a:pt x="841" y="164"/>
                    <a:pt x="841" y="164"/>
                    <a:pt x="842" y="164"/>
                  </a:cubicBezTo>
                  <a:cubicBezTo>
                    <a:pt x="842" y="159"/>
                    <a:pt x="846" y="156"/>
                    <a:pt x="846" y="151"/>
                  </a:cubicBezTo>
                  <a:cubicBezTo>
                    <a:pt x="847" y="150"/>
                    <a:pt x="848" y="149"/>
                    <a:pt x="849" y="149"/>
                  </a:cubicBezTo>
                  <a:cubicBezTo>
                    <a:pt x="849" y="147"/>
                    <a:pt x="850" y="145"/>
                    <a:pt x="850" y="143"/>
                  </a:cubicBezTo>
                  <a:cubicBezTo>
                    <a:pt x="850" y="142"/>
                    <a:pt x="850" y="142"/>
                    <a:pt x="850" y="142"/>
                  </a:cubicBezTo>
                  <a:cubicBezTo>
                    <a:pt x="851" y="137"/>
                    <a:pt x="851" y="133"/>
                    <a:pt x="853" y="129"/>
                  </a:cubicBezTo>
                  <a:cubicBezTo>
                    <a:pt x="853" y="133"/>
                    <a:pt x="852" y="136"/>
                    <a:pt x="851" y="140"/>
                  </a:cubicBezTo>
                  <a:cubicBezTo>
                    <a:pt x="851" y="140"/>
                    <a:pt x="852" y="141"/>
                    <a:pt x="852" y="141"/>
                  </a:cubicBezTo>
                  <a:cubicBezTo>
                    <a:pt x="851" y="144"/>
                    <a:pt x="850" y="149"/>
                    <a:pt x="849" y="152"/>
                  </a:cubicBezTo>
                  <a:cubicBezTo>
                    <a:pt x="850" y="153"/>
                    <a:pt x="851" y="153"/>
                    <a:pt x="851" y="152"/>
                  </a:cubicBezTo>
                  <a:cubicBezTo>
                    <a:pt x="851" y="152"/>
                    <a:pt x="851" y="153"/>
                    <a:pt x="851" y="153"/>
                  </a:cubicBezTo>
                  <a:cubicBezTo>
                    <a:pt x="851" y="153"/>
                    <a:pt x="851" y="153"/>
                    <a:pt x="852" y="153"/>
                  </a:cubicBezTo>
                  <a:cubicBezTo>
                    <a:pt x="851" y="155"/>
                    <a:pt x="851" y="155"/>
                    <a:pt x="851" y="157"/>
                  </a:cubicBezTo>
                  <a:cubicBezTo>
                    <a:pt x="851" y="158"/>
                    <a:pt x="851" y="158"/>
                    <a:pt x="852" y="158"/>
                  </a:cubicBezTo>
                  <a:cubicBezTo>
                    <a:pt x="852" y="156"/>
                    <a:pt x="853" y="155"/>
                    <a:pt x="853" y="153"/>
                  </a:cubicBezTo>
                  <a:cubicBezTo>
                    <a:pt x="853" y="152"/>
                    <a:pt x="853" y="151"/>
                    <a:pt x="853" y="151"/>
                  </a:cubicBezTo>
                  <a:cubicBezTo>
                    <a:pt x="853" y="150"/>
                    <a:pt x="853" y="150"/>
                    <a:pt x="854" y="150"/>
                  </a:cubicBezTo>
                  <a:cubicBezTo>
                    <a:pt x="854" y="149"/>
                    <a:pt x="853" y="149"/>
                    <a:pt x="853" y="148"/>
                  </a:cubicBezTo>
                  <a:cubicBezTo>
                    <a:pt x="853" y="148"/>
                    <a:pt x="854" y="148"/>
                    <a:pt x="854" y="147"/>
                  </a:cubicBezTo>
                  <a:cubicBezTo>
                    <a:pt x="855" y="145"/>
                    <a:pt x="854" y="143"/>
                    <a:pt x="855" y="141"/>
                  </a:cubicBezTo>
                  <a:cubicBezTo>
                    <a:pt x="855" y="140"/>
                    <a:pt x="856" y="139"/>
                    <a:pt x="857" y="137"/>
                  </a:cubicBezTo>
                  <a:cubicBezTo>
                    <a:pt x="857" y="138"/>
                    <a:pt x="856" y="139"/>
                    <a:pt x="856" y="140"/>
                  </a:cubicBezTo>
                  <a:cubicBezTo>
                    <a:pt x="855" y="144"/>
                    <a:pt x="856" y="148"/>
                    <a:pt x="855" y="151"/>
                  </a:cubicBezTo>
                  <a:cubicBezTo>
                    <a:pt x="856" y="152"/>
                    <a:pt x="856" y="151"/>
                    <a:pt x="857" y="151"/>
                  </a:cubicBezTo>
                  <a:cubicBezTo>
                    <a:pt x="857" y="150"/>
                    <a:pt x="857" y="149"/>
                    <a:pt x="857" y="148"/>
                  </a:cubicBezTo>
                  <a:cubicBezTo>
                    <a:pt x="857" y="148"/>
                    <a:pt x="857" y="149"/>
                    <a:pt x="857" y="148"/>
                  </a:cubicBezTo>
                  <a:cubicBezTo>
                    <a:pt x="857" y="146"/>
                    <a:pt x="857" y="144"/>
                    <a:pt x="858" y="141"/>
                  </a:cubicBezTo>
                  <a:cubicBezTo>
                    <a:pt x="858" y="141"/>
                    <a:pt x="858" y="140"/>
                    <a:pt x="859" y="141"/>
                  </a:cubicBezTo>
                  <a:cubicBezTo>
                    <a:pt x="859" y="140"/>
                    <a:pt x="859" y="140"/>
                    <a:pt x="860" y="140"/>
                  </a:cubicBezTo>
                  <a:cubicBezTo>
                    <a:pt x="860" y="139"/>
                    <a:pt x="859" y="140"/>
                    <a:pt x="859" y="140"/>
                  </a:cubicBezTo>
                  <a:cubicBezTo>
                    <a:pt x="860" y="139"/>
                    <a:pt x="859" y="138"/>
                    <a:pt x="860" y="138"/>
                  </a:cubicBezTo>
                  <a:cubicBezTo>
                    <a:pt x="860" y="134"/>
                    <a:pt x="861" y="132"/>
                    <a:pt x="861" y="128"/>
                  </a:cubicBezTo>
                  <a:cubicBezTo>
                    <a:pt x="861" y="131"/>
                    <a:pt x="861" y="134"/>
                    <a:pt x="860" y="137"/>
                  </a:cubicBezTo>
                  <a:cubicBezTo>
                    <a:pt x="860" y="138"/>
                    <a:pt x="861" y="137"/>
                    <a:pt x="861" y="138"/>
                  </a:cubicBezTo>
                  <a:cubicBezTo>
                    <a:pt x="861" y="139"/>
                    <a:pt x="860" y="139"/>
                    <a:pt x="860" y="140"/>
                  </a:cubicBezTo>
                  <a:cubicBezTo>
                    <a:pt x="860" y="141"/>
                    <a:pt x="860" y="142"/>
                    <a:pt x="860" y="143"/>
                  </a:cubicBezTo>
                  <a:cubicBezTo>
                    <a:pt x="860" y="144"/>
                    <a:pt x="859" y="145"/>
                    <a:pt x="859" y="146"/>
                  </a:cubicBezTo>
                  <a:cubicBezTo>
                    <a:pt x="860" y="147"/>
                    <a:pt x="860" y="148"/>
                    <a:pt x="860" y="149"/>
                  </a:cubicBezTo>
                  <a:cubicBezTo>
                    <a:pt x="860" y="150"/>
                    <a:pt x="860" y="149"/>
                    <a:pt x="860" y="150"/>
                  </a:cubicBezTo>
                  <a:cubicBezTo>
                    <a:pt x="861" y="151"/>
                    <a:pt x="861" y="150"/>
                    <a:pt x="862" y="150"/>
                  </a:cubicBezTo>
                  <a:cubicBezTo>
                    <a:pt x="862" y="151"/>
                    <a:pt x="861" y="150"/>
                    <a:pt x="861" y="151"/>
                  </a:cubicBezTo>
                  <a:cubicBezTo>
                    <a:pt x="861" y="151"/>
                    <a:pt x="861" y="152"/>
                    <a:pt x="862" y="152"/>
                  </a:cubicBezTo>
                  <a:cubicBezTo>
                    <a:pt x="861" y="154"/>
                    <a:pt x="861" y="155"/>
                    <a:pt x="861" y="157"/>
                  </a:cubicBezTo>
                  <a:cubicBezTo>
                    <a:pt x="861" y="157"/>
                    <a:pt x="861" y="156"/>
                    <a:pt x="861" y="157"/>
                  </a:cubicBezTo>
                  <a:cubicBezTo>
                    <a:pt x="861" y="157"/>
                    <a:pt x="861" y="160"/>
                    <a:pt x="861" y="160"/>
                  </a:cubicBezTo>
                  <a:cubicBezTo>
                    <a:pt x="861" y="162"/>
                    <a:pt x="861" y="163"/>
                    <a:pt x="860" y="165"/>
                  </a:cubicBezTo>
                  <a:cubicBezTo>
                    <a:pt x="860" y="166"/>
                    <a:pt x="861" y="165"/>
                    <a:pt x="861" y="166"/>
                  </a:cubicBezTo>
                  <a:cubicBezTo>
                    <a:pt x="861" y="167"/>
                    <a:pt x="861" y="168"/>
                    <a:pt x="860" y="169"/>
                  </a:cubicBezTo>
                  <a:cubicBezTo>
                    <a:pt x="861" y="170"/>
                    <a:pt x="861" y="172"/>
                    <a:pt x="860" y="173"/>
                  </a:cubicBezTo>
                  <a:cubicBezTo>
                    <a:pt x="861" y="173"/>
                    <a:pt x="861" y="172"/>
                    <a:pt x="862" y="172"/>
                  </a:cubicBezTo>
                  <a:cubicBezTo>
                    <a:pt x="862" y="172"/>
                    <a:pt x="861" y="173"/>
                    <a:pt x="861" y="174"/>
                  </a:cubicBezTo>
                  <a:cubicBezTo>
                    <a:pt x="861" y="178"/>
                    <a:pt x="862" y="181"/>
                    <a:pt x="861" y="186"/>
                  </a:cubicBezTo>
                  <a:cubicBezTo>
                    <a:pt x="861" y="187"/>
                    <a:pt x="862" y="187"/>
                    <a:pt x="861" y="188"/>
                  </a:cubicBezTo>
                  <a:cubicBezTo>
                    <a:pt x="861" y="188"/>
                    <a:pt x="862" y="188"/>
                    <a:pt x="862" y="188"/>
                  </a:cubicBezTo>
                  <a:cubicBezTo>
                    <a:pt x="862" y="190"/>
                    <a:pt x="860" y="196"/>
                    <a:pt x="862" y="198"/>
                  </a:cubicBezTo>
                  <a:cubicBezTo>
                    <a:pt x="861" y="198"/>
                    <a:pt x="861" y="197"/>
                    <a:pt x="861" y="198"/>
                  </a:cubicBezTo>
                  <a:cubicBezTo>
                    <a:pt x="861" y="199"/>
                    <a:pt x="860" y="200"/>
                    <a:pt x="861" y="201"/>
                  </a:cubicBezTo>
                  <a:cubicBezTo>
                    <a:pt x="861" y="204"/>
                    <a:pt x="860" y="206"/>
                    <a:pt x="861" y="208"/>
                  </a:cubicBezTo>
                  <a:cubicBezTo>
                    <a:pt x="860" y="209"/>
                    <a:pt x="860" y="210"/>
                    <a:pt x="860" y="210"/>
                  </a:cubicBezTo>
                  <a:cubicBezTo>
                    <a:pt x="860" y="211"/>
                    <a:pt x="860" y="213"/>
                    <a:pt x="860" y="214"/>
                  </a:cubicBezTo>
                  <a:cubicBezTo>
                    <a:pt x="859" y="231"/>
                    <a:pt x="857" y="248"/>
                    <a:pt x="857" y="264"/>
                  </a:cubicBezTo>
                  <a:cubicBezTo>
                    <a:pt x="856" y="268"/>
                    <a:pt x="857" y="273"/>
                    <a:pt x="857" y="277"/>
                  </a:cubicBezTo>
                  <a:cubicBezTo>
                    <a:pt x="857" y="277"/>
                    <a:pt x="857" y="277"/>
                    <a:pt x="857" y="278"/>
                  </a:cubicBezTo>
                  <a:cubicBezTo>
                    <a:pt x="857" y="279"/>
                    <a:pt x="857" y="279"/>
                    <a:pt x="857" y="279"/>
                  </a:cubicBezTo>
                  <a:cubicBezTo>
                    <a:pt x="857" y="280"/>
                    <a:pt x="857" y="281"/>
                    <a:pt x="857" y="282"/>
                  </a:cubicBezTo>
                  <a:cubicBezTo>
                    <a:pt x="857" y="291"/>
                    <a:pt x="857" y="302"/>
                    <a:pt x="859" y="311"/>
                  </a:cubicBezTo>
                  <a:cubicBezTo>
                    <a:pt x="858" y="317"/>
                    <a:pt x="860" y="324"/>
                    <a:pt x="860" y="331"/>
                  </a:cubicBezTo>
                  <a:cubicBezTo>
                    <a:pt x="860" y="334"/>
                    <a:pt x="860" y="336"/>
                    <a:pt x="860" y="339"/>
                  </a:cubicBezTo>
                  <a:cubicBezTo>
                    <a:pt x="861" y="340"/>
                    <a:pt x="861" y="342"/>
                    <a:pt x="861" y="343"/>
                  </a:cubicBezTo>
                  <a:cubicBezTo>
                    <a:pt x="861" y="345"/>
                    <a:pt x="861" y="347"/>
                    <a:pt x="861" y="349"/>
                  </a:cubicBezTo>
                  <a:cubicBezTo>
                    <a:pt x="861" y="350"/>
                    <a:pt x="861" y="350"/>
                    <a:pt x="861" y="350"/>
                  </a:cubicBezTo>
                  <a:cubicBezTo>
                    <a:pt x="861" y="351"/>
                    <a:pt x="861" y="351"/>
                    <a:pt x="861" y="351"/>
                  </a:cubicBezTo>
                  <a:cubicBezTo>
                    <a:pt x="861" y="351"/>
                    <a:pt x="861" y="351"/>
                    <a:pt x="861" y="351"/>
                  </a:cubicBezTo>
                  <a:cubicBezTo>
                    <a:pt x="861" y="351"/>
                    <a:pt x="860" y="350"/>
                    <a:pt x="860" y="350"/>
                  </a:cubicBezTo>
                  <a:cubicBezTo>
                    <a:pt x="859" y="350"/>
                    <a:pt x="858" y="350"/>
                    <a:pt x="857" y="349"/>
                  </a:cubicBezTo>
                  <a:cubicBezTo>
                    <a:pt x="854" y="349"/>
                    <a:pt x="853" y="349"/>
                    <a:pt x="851" y="348"/>
                  </a:cubicBezTo>
                  <a:cubicBezTo>
                    <a:pt x="843" y="346"/>
                    <a:pt x="834" y="342"/>
                    <a:pt x="826" y="340"/>
                  </a:cubicBezTo>
                  <a:cubicBezTo>
                    <a:pt x="824" y="340"/>
                    <a:pt x="821" y="338"/>
                    <a:pt x="819" y="338"/>
                  </a:cubicBezTo>
                  <a:cubicBezTo>
                    <a:pt x="818" y="338"/>
                    <a:pt x="817" y="338"/>
                    <a:pt x="816" y="337"/>
                  </a:cubicBezTo>
                  <a:cubicBezTo>
                    <a:pt x="812" y="336"/>
                    <a:pt x="807" y="334"/>
                    <a:pt x="803" y="334"/>
                  </a:cubicBezTo>
                  <a:cubicBezTo>
                    <a:pt x="801" y="333"/>
                    <a:pt x="799" y="332"/>
                    <a:pt x="797" y="331"/>
                  </a:cubicBezTo>
                  <a:cubicBezTo>
                    <a:pt x="794" y="331"/>
                    <a:pt x="792" y="330"/>
                    <a:pt x="790" y="330"/>
                  </a:cubicBezTo>
                  <a:cubicBezTo>
                    <a:pt x="789" y="329"/>
                    <a:pt x="788" y="329"/>
                    <a:pt x="788" y="329"/>
                  </a:cubicBezTo>
                  <a:cubicBezTo>
                    <a:pt x="787" y="329"/>
                    <a:pt x="787" y="329"/>
                    <a:pt x="786" y="328"/>
                  </a:cubicBezTo>
                  <a:cubicBezTo>
                    <a:pt x="783" y="328"/>
                    <a:pt x="779" y="327"/>
                    <a:pt x="776" y="325"/>
                  </a:cubicBezTo>
                  <a:cubicBezTo>
                    <a:pt x="775" y="325"/>
                    <a:pt x="775" y="325"/>
                    <a:pt x="775" y="326"/>
                  </a:cubicBezTo>
                  <a:cubicBezTo>
                    <a:pt x="773" y="324"/>
                    <a:pt x="770" y="325"/>
                    <a:pt x="768" y="324"/>
                  </a:cubicBezTo>
                  <a:cubicBezTo>
                    <a:pt x="767" y="324"/>
                    <a:pt x="767" y="324"/>
                    <a:pt x="767" y="324"/>
                  </a:cubicBezTo>
                  <a:cubicBezTo>
                    <a:pt x="766" y="323"/>
                    <a:pt x="765" y="323"/>
                    <a:pt x="763" y="323"/>
                  </a:cubicBezTo>
                  <a:cubicBezTo>
                    <a:pt x="759" y="321"/>
                    <a:pt x="755" y="321"/>
                    <a:pt x="751" y="319"/>
                  </a:cubicBezTo>
                  <a:cubicBezTo>
                    <a:pt x="749" y="320"/>
                    <a:pt x="746" y="319"/>
                    <a:pt x="744" y="318"/>
                  </a:cubicBezTo>
                  <a:cubicBezTo>
                    <a:pt x="743" y="318"/>
                    <a:pt x="743" y="319"/>
                    <a:pt x="742" y="318"/>
                  </a:cubicBezTo>
                  <a:cubicBezTo>
                    <a:pt x="741" y="318"/>
                    <a:pt x="741" y="318"/>
                    <a:pt x="741" y="318"/>
                  </a:cubicBezTo>
                  <a:cubicBezTo>
                    <a:pt x="740" y="318"/>
                    <a:pt x="740" y="318"/>
                    <a:pt x="739" y="318"/>
                  </a:cubicBezTo>
                  <a:cubicBezTo>
                    <a:pt x="738" y="317"/>
                    <a:pt x="738" y="317"/>
                    <a:pt x="737" y="316"/>
                  </a:cubicBezTo>
                  <a:cubicBezTo>
                    <a:pt x="736" y="316"/>
                    <a:pt x="736" y="317"/>
                    <a:pt x="735" y="316"/>
                  </a:cubicBezTo>
                  <a:cubicBezTo>
                    <a:pt x="734" y="316"/>
                    <a:pt x="733" y="315"/>
                    <a:pt x="733" y="315"/>
                  </a:cubicBezTo>
                  <a:cubicBezTo>
                    <a:pt x="731" y="315"/>
                    <a:pt x="729" y="316"/>
                    <a:pt x="727" y="314"/>
                  </a:cubicBezTo>
                  <a:cubicBezTo>
                    <a:pt x="725" y="314"/>
                    <a:pt x="724" y="313"/>
                    <a:pt x="722" y="313"/>
                  </a:cubicBezTo>
                  <a:cubicBezTo>
                    <a:pt x="721" y="313"/>
                    <a:pt x="720" y="313"/>
                    <a:pt x="719" y="313"/>
                  </a:cubicBezTo>
                  <a:cubicBezTo>
                    <a:pt x="718" y="313"/>
                    <a:pt x="718" y="313"/>
                    <a:pt x="717" y="313"/>
                  </a:cubicBezTo>
                  <a:cubicBezTo>
                    <a:pt x="715" y="312"/>
                    <a:pt x="713" y="313"/>
                    <a:pt x="711" y="311"/>
                  </a:cubicBezTo>
                  <a:cubicBezTo>
                    <a:pt x="708" y="312"/>
                    <a:pt x="703" y="309"/>
                    <a:pt x="701" y="311"/>
                  </a:cubicBezTo>
                  <a:cubicBezTo>
                    <a:pt x="701" y="312"/>
                    <a:pt x="700" y="313"/>
                    <a:pt x="699" y="313"/>
                  </a:cubicBezTo>
                  <a:cubicBezTo>
                    <a:pt x="698" y="313"/>
                    <a:pt x="698" y="312"/>
                    <a:pt x="697" y="311"/>
                  </a:cubicBezTo>
                  <a:cubicBezTo>
                    <a:pt x="696" y="311"/>
                    <a:pt x="693" y="310"/>
                    <a:pt x="692" y="310"/>
                  </a:cubicBezTo>
                  <a:cubicBezTo>
                    <a:pt x="691" y="310"/>
                    <a:pt x="691" y="311"/>
                    <a:pt x="690" y="311"/>
                  </a:cubicBezTo>
                  <a:cubicBezTo>
                    <a:pt x="689" y="311"/>
                    <a:pt x="688" y="309"/>
                    <a:pt x="687" y="309"/>
                  </a:cubicBezTo>
                  <a:cubicBezTo>
                    <a:pt x="686" y="309"/>
                    <a:pt x="685" y="310"/>
                    <a:pt x="684" y="310"/>
                  </a:cubicBezTo>
                  <a:cubicBezTo>
                    <a:pt x="683" y="309"/>
                    <a:pt x="682" y="308"/>
                    <a:pt x="682" y="307"/>
                  </a:cubicBezTo>
                  <a:cubicBezTo>
                    <a:pt x="682" y="307"/>
                    <a:pt x="682" y="307"/>
                    <a:pt x="681" y="307"/>
                  </a:cubicBezTo>
                  <a:cubicBezTo>
                    <a:pt x="680" y="305"/>
                    <a:pt x="677" y="304"/>
                    <a:pt x="674" y="304"/>
                  </a:cubicBezTo>
                  <a:cubicBezTo>
                    <a:pt x="674" y="303"/>
                    <a:pt x="673" y="303"/>
                    <a:pt x="673" y="303"/>
                  </a:cubicBezTo>
                  <a:cubicBezTo>
                    <a:pt x="670" y="302"/>
                    <a:pt x="668" y="299"/>
                    <a:pt x="666" y="296"/>
                  </a:cubicBezTo>
                  <a:cubicBezTo>
                    <a:pt x="666" y="296"/>
                    <a:pt x="665" y="296"/>
                    <a:pt x="665" y="295"/>
                  </a:cubicBezTo>
                  <a:cubicBezTo>
                    <a:pt x="664" y="294"/>
                    <a:pt x="664" y="293"/>
                    <a:pt x="663" y="292"/>
                  </a:cubicBezTo>
                  <a:cubicBezTo>
                    <a:pt x="663" y="291"/>
                    <a:pt x="662" y="291"/>
                    <a:pt x="662" y="290"/>
                  </a:cubicBezTo>
                  <a:cubicBezTo>
                    <a:pt x="662" y="288"/>
                    <a:pt x="661" y="287"/>
                    <a:pt x="660" y="286"/>
                  </a:cubicBezTo>
                  <a:cubicBezTo>
                    <a:pt x="660" y="285"/>
                    <a:pt x="659" y="284"/>
                    <a:pt x="659" y="283"/>
                  </a:cubicBezTo>
                  <a:cubicBezTo>
                    <a:pt x="658" y="281"/>
                    <a:pt x="659" y="279"/>
                    <a:pt x="658" y="277"/>
                  </a:cubicBezTo>
                  <a:cubicBezTo>
                    <a:pt x="659" y="274"/>
                    <a:pt x="659" y="271"/>
                    <a:pt x="660" y="267"/>
                  </a:cubicBezTo>
                  <a:cubicBezTo>
                    <a:pt x="660" y="267"/>
                    <a:pt x="659" y="267"/>
                    <a:pt x="660" y="266"/>
                  </a:cubicBezTo>
                  <a:cubicBezTo>
                    <a:pt x="661" y="265"/>
                    <a:pt x="661" y="263"/>
                    <a:pt x="662" y="261"/>
                  </a:cubicBezTo>
                  <a:cubicBezTo>
                    <a:pt x="663" y="261"/>
                    <a:pt x="663" y="260"/>
                    <a:pt x="664" y="260"/>
                  </a:cubicBezTo>
                  <a:cubicBezTo>
                    <a:pt x="665" y="259"/>
                    <a:pt x="665" y="258"/>
                    <a:pt x="666" y="257"/>
                  </a:cubicBezTo>
                  <a:cubicBezTo>
                    <a:pt x="670" y="256"/>
                    <a:pt x="673" y="253"/>
                    <a:pt x="677" y="251"/>
                  </a:cubicBezTo>
                  <a:cubicBezTo>
                    <a:pt x="677" y="251"/>
                    <a:pt x="678" y="251"/>
                    <a:pt x="678" y="251"/>
                  </a:cubicBezTo>
                  <a:cubicBezTo>
                    <a:pt x="680" y="250"/>
                    <a:pt x="682" y="250"/>
                    <a:pt x="684" y="249"/>
                  </a:cubicBezTo>
                  <a:cubicBezTo>
                    <a:pt x="685" y="248"/>
                    <a:pt x="687" y="249"/>
                    <a:pt x="689" y="249"/>
                  </a:cubicBezTo>
                  <a:cubicBezTo>
                    <a:pt x="690" y="249"/>
                    <a:pt x="690" y="248"/>
                    <a:pt x="692" y="249"/>
                  </a:cubicBezTo>
                  <a:cubicBezTo>
                    <a:pt x="693" y="249"/>
                    <a:pt x="695" y="248"/>
                    <a:pt x="696" y="248"/>
                  </a:cubicBezTo>
                  <a:cubicBezTo>
                    <a:pt x="698" y="248"/>
                    <a:pt x="700" y="249"/>
                    <a:pt x="701" y="250"/>
                  </a:cubicBezTo>
                  <a:cubicBezTo>
                    <a:pt x="702" y="250"/>
                    <a:pt x="703" y="249"/>
                    <a:pt x="704" y="250"/>
                  </a:cubicBezTo>
                  <a:cubicBezTo>
                    <a:pt x="705" y="250"/>
                    <a:pt x="706" y="252"/>
                    <a:pt x="707" y="252"/>
                  </a:cubicBezTo>
                  <a:close/>
                  <a:moveTo>
                    <a:pt x="858" y="156"/>
                  </a:moveTo>
                  <a:cubicBezTo>
                    <a:pt x="858" y="156"/>
                    <a:pt x="858" y="156"/>
                    <a:pt x="858" y="156"/>
                  </a:cubicBezTo>
                  <a:cubicBezTo>
                    <a:pt x="858" y="157"/>
                    <a:pt x="859" y="156"/>
                    <a:pt x="858" y="156"/>
                  </a:cubicBezTo>
                  <a:close/>
                  <a:moveTo>
                    <a:pt x="859" y="156"/>
                  </a:moveTo>
                  <a:cubicBezTo>
                    <a:pt x="860" y="155"/>
                    <a:pt x="859" y="154"/>
                    <a:pt x="860" y="152"/>
                  </a:cubicBezTo>
                  <a:cubicBezTo>
                    <a:pt x="859" y="152"/>
                    <a:pt x="859" y="152"/>
                    <a:pt x="860" y="151"/>
                  </a:cubicBezTo>
                  <a:cubicBezTo>
                    <a:pt x="859" y="150"/>
                    <a:pt x="860" y="148"/>
                    <a:pt x="858" y="148"/>
                  </a:cubicBezTo>
                  <a:cubicBezTo>
                    <a:pt x="858" y="149"/>
                    <a:pt x="858" y="150"/>
                    <a:pt x="857" y="151"/>
                  </a:cubicBezTo>
                  <a:cubicBezTo>
                    <a:pt x="857" y="151"/>
                    <a:pt x="858" y="151"/>
                    <a:pt x="858" y="151"/>
                  </a:cubicBezTo>
                  <a:cubicBezTo>
                    <a:pt x="858" y="152"/>
                    <a:pt x="858" y="154"/>
                    <a:pt x="858" y="156"/>
                  </a:cubicBezTo>
                  <a:cubicBezTo>
                    <a:pt x="858" y="156"/>
                    <a:pt x="858" y="155"/>
                    <a:pt x="859" y="156"/>
                  </a:cubicBezTo>
                  <a:close/>
                </a:path>
              </a:pathLst>
            </a:custGeom>
            <a:solidFill>
              <a:srgbClr val="FFDEB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+mn-cs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22530E9-386A-4D71-B429-21AE2B28C1B5}"/>
                </a:ext>
              </a:extLst>
            </p:cNvPr>
            <p:cNvGrpSpPr/>
            <p:nvPr/>
          </p:nvGrpSpPr>
          <p:grpSpPr>
            <a:xfrm>
              <a:off x="8921968" y="3266867"/>
              <a:ext cx="2723823" cy="2015937"/>
              <a:chOff x="5778012" y="4761413"/>
              <a:chExt cx="2723823" cy="2015937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4A7AD7-1A34-43EB-82BB-107BA9C2096B}"/>
                  </a:ext>
                </a:extLst>
              </p:cNvPr>
              <p:cNvSpPr txBox="1"/>
              <p:nvPr/>
            </p:nvSpPr>
            <p:spPr>
              <a:xfrm>
                <a:off x="5778012" y="5223078"/>
                <a:ext cx="2723823" cy="1554272"/>
              </a:xfrm>
              <a:prstGeom prst="rect">
                <a:avLst/>
              </a:prstGeom>
              <a:solidFill>
                <a:srgbClr val="FFFF99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none" rtlCol="0">
                <a:spAutoFit/>
              </a:bodyPr>
              <a:lstStyle/>
              <a:p>
                <a:pPr algn="l">
                  <a:spcBef>
                    <a:spcPts val="600"/>
                  </a:spcBef>
                </a:pPr>
                <a:r>
                  <a:rPr lang="en-US" sz="2000" dirty="0">
                    <a:latin typeface="Consolas" panose="020B0609020204030204" pitchFamily="49" charset="0"/>
                    <a:cs typeface="Calibri" pitchFamily="34" charset="0"/>
                  </a:rPr>
                  <a:t>@Transactional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2000" b="1" dirty="0">
                    <a:latin typeface="Consolas" panose="020B0609020204030204" pitchFamily="49" charset="0"/>
                    <a:cs typeface="Calibri" pitchFamily="34" charset="0"/>
                  </a:rPr>
                  <a:t>public</a:t>
                </a:r>
                <a:r>
                  <a:rPr lang="en-US" sz="2000" dirty="0">
                    <a:latin typeface="Consolas" panose="020B0609020204030204" pitchFamily="49" charset="0"/>
                    <a:cs typeface="Calibri" pitchFamily="34" charset="0"/>
                  </a:rPr>
                  <a:t> </a:t>
                </a:r>
                <a:r>
                  <a:rPr lang="en-US" sz="2000" b="1" dirty="0">
                    <a:latin typeface="Consolas" panose="020B0609020204030204" pitchFamily="49" charset="0"/>
                    <a:cs typeface="Calibri" pitchFamily="34" charset="0"/>
                  </a:rPr>
                  <a:t>void</a:t>
                </a:r>
                <a:r>
                  <a:rPr lang="en-US" sz="2000" dirty="0">
                    <a:latin typeface="Consolas" panose="020B0609020204030204" pitchFamily="49" charset="0"/>
                    <a:cs typeface="Calibri" pitchFamily="34" charset="0"/>
                  </a:rPr>
                  <a:t> f() {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2000" dirty="0">
                    <a:latin typeface="Consolas" panose="020B0609020204030204" pitchFamily="49" charset="0"/>
                    <a:cs typeface="Calibri" pitchFamily="34" charset="0"/>
                  </a:rPr>
                  <a:t>  </a:t>
                </a:r>
                <a:r>
                  <a:rPr lang="en-US" sz="2000" dirty="0">
                    <a:highlight>
                      <a:srgbClr val="00FFFF"/>
                    </a:highlight>
                    <a:latin typeface="Consolas" panose="020B0609020204030204" pitchFamily="49" charset="0"/>
                    <a:cs typeface="Calibri" pitchFamily="34" charset="0"/>
                  </a:rPr>
                  <a:t>&lt;arbitrary code&gt;</a:t>
                </a:r>
              </a:p>
              <a:p>
                <a:pPr algn="l">
                  <a:spcBef>
                    <a:spcPts val="600"/>
                  </a:spcBef>
                </a:pPr>
                <a:r>
                  <a:rPr lang="en-US" sz="2000" dirty="0">
                    <a:latin typeface="Consolas" panose="020B0609020204030204" pitchFamily="49" charset="0"/>
                    <a:cs typeface="Calibri" pitchFamily="34" charset="0"/>
                  </a:rPr>
                  <a:t>}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3EA8859-65DC-40FC-B832-A1083784BE34}"/>
                  </a:ext>
                </a:extLst>
              </p:cNvPr>
              <p:cNvSpPr txBox="1"/>
              <p:nvPr/>
            </p:nvSpPr>
            <p:spPr>
              <a:xfrm>
                <a:off x="6046514" y="4761413"/>
                <a:ext cx="218681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Java with Spring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A2958D4-CAF3-4A47-BF47-2894B304D79B}"/>
              </a:ext>
            </a:extLst>
          </p:cNvPr>
          <p:cNvSpPr txBox="1"/>
          <p:nvPr/>
        </p:nvSpPr>
        <p:spPr>
          <a:xfrm>
            <a:off x="1144708" y="998115"/>
            <a:ext cx="99025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A</a:t>
            </a:r>
            <a:r>
              <a:rPr lang="en-US" sz="6000" b="1" dirty="0">
                <a:latin typeface="Calibri" pitchFamily="34" charset="0"/>
                <a:cs typeface="Calibri" pitchFamily="34" charset="0"/>
              </a:rPr>
              <a:t>spect-</a:t>
            </a:r>
            <a:r>
              <a:rPr lang="en-US" sz="6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O</a:t>
            </a:r>
            <a:r>
              <a:rPr lang="en-US" sz="6000" b="1" dirty="0">
                <a:latin typeface="Calibri" pitchFamily="34" charset="0"/>
                <a:cs typeface="Calibri" pitchFamily="34" charset="0"/>
              </a:rPr>
              <a:t>riented</a:t>
            </a:r>
            <a:r>
              <a:rPr lang="en-US" sz="6000" b="1" dirty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6000" b="1" dirty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P</a:t>
            </a:r>
            <a:r>
              <a:rPr lang="en-US" sz="6000" b="1" dirty="0">
                <a:latin typeface="Calibri" pitchFamily="34" charset="0"/>
                <a:cs typeface="Calibri" pitchFamily="34" charset="0"/>
              </a:rPr>
              <a:t>rogramming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76313D-B88B-4D73-A9BD-A6031705120D}"/>
              </a:ext>
            </a:extLst>
          </p:cNvPr>
          <p:cNvSpPr txBox="1"/>
          <p:nvPr/>
        </p:nvSpPr>
        <p:spPr>
          <a:xfrm>
            <a:off x="4180302" y="3151452"/>
            <a:ext cx="413273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itchFamily="34" charset="0"/>
                <a:cs typeface="Calibri" pitchFamily="34" charset="0"/>
              </a:rPr>
              <a:t>Implement the </a:t>
            </a:r>
            <a:r>
              <a:rPr lang="en-US" sz="2800" dirty="0">
                <a:highlight>
                  <a:srgbClr val="C0C0C0"/>
                </a:highlight>
                <a:latin typeface="Calibri" pitchFamily="34" charset="0"/>
                <a:cs typeface="Calibri" pitchFamily="34" charset="0"/>
              </a:rPr>
              <a:t>same steps </a:t>
            </a:r>
            <a:br>
              <a:rPr lang="en-US" sz="2800" dirty="0">
                <a:latin typeface="Calibri" pitchFamily="34" charset="0"/>
                <a:cs typeface="Calibri" pitchFamily="34" charset="0"/>
              </a:rPr>
            </a:br>
            <a:r>
              <a:rPr lang="en-US" sz="2800" dirty="0">
                <a:solidFill>
                  <a:schemeClr val="bg2"/>
                </a:solidFill>
                <a:latin typeface="Calibri" pitchFamily="34" charset="0"/>
                <a:cs typeface="Calibri" pitchFamily="34" charset="0"/>
              </a:rPr>
              <a:t>(cross-cutting concerns) </a:t>
            </a:r>
          </a:p>
          <a:p>
            <a:r>
              <a:rPr lang="en-US" sz="2800" dirty="0">
                <a:latin typeface="Calibri" pitchFamily="34" charset="0"/>
                <a:cs typeface="Calibri" pitchFamily="34" charset="0"/>
              </a:rPr>
              <a:t>"around" arbitrary code</a:t>
            </a:r>
          </a:p>
          <a:p>
            <a:r>
              <a:rPr lang="en-US" sz="2800" dirty="0">
                <a:latin typeface="Calibri" pitchFamily="34" charset="0"/>
                <a:cs typeface="Calibri" pitchFamily="34" charset="0"/>
              </a:rPr>
              <a:t>without copy-paste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E72D2CE-DAED-4325-86A8-1036C812E920}"/>
              </a:ext>
            </a:extLst>
          </p:cNvPr>
          <p:cNvGrpSpPr/>
          <p:nvPr/>
        </p:nvGrpSpPr>
        <p:grpSpPr>
          <a:xfrm>
            <a:off x="342010" y="2689786"/>
            <a:ext cx="3288080" cy="3170099"/>
            <a:chOff x="8119143" y="2710487"/>
            <a:chExt cx="3288080" cy="317009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BE91808-3046-441E-AB1D-568A1A5DCC5A}"/>
                </a:ext>
              </a:extLst>
            </p:cNvPr>
            <p:cNvSpPr txBox="1"/>
            <p:nvPr/>
          </p:nvSpPr>
          <p:spPr>
            <a:xfrm>
              <a:off x="8711456" y="2710487"/>
              <a:ext cx="21034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  <a:cs typeface="Calibri" pitchFamily="34" charset="0"/>
                </a:rPr>
                <a:t>Idiomatic code: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BE7D4D2-8675-4057-A7BA-651F8C03A669}"/>
                </a:ext>
              </a:extLst>
            </p:cNvPr>
            <p:cNvSpPr txBox="1"/>
            <p:nvPr/>
          </p:nvSpPr>
          <p:spPr>
            <a:xfrm>
              <a:off x="8119143" y="3172152"/>
              <a:ext cx="3288080" cy="2708434"/>
            </a:xfrm>
            <a:prstGeom prst="rect">
              <a:avLst/>
            </a:prstGeom>
            <a:solidFill>
              <a:srgbClr val="FFFF99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l">
                <a:spcBef>
                  <a:spcPts val="600"/>
                </a:spcBef>
              </a:pPr>
              <a:r>
                <a:rPr lang="en-US" sz="2000" b="1" dirty="0">
                  <a:highlight>
                    <a:srgbClr val="C0C0C0"/>
                  </a:highlight>
                  <a:latin typeface="Consolas" panose="020B0609020204030204" pitchFamily="49" charset="0"/>
                  <a:cs typeface="Calibri" pitchFamily="34" charset="0"/>
                </a:rPr>
                <a:t>start</a:t>
              </a:r>
              <a:r>
                <a:rPr lang="en-US" sz="2000" dirty="0">
                  <a:highlight>
                    <a:srgbClr val="C0C0C0"/>
                  </a:highlight>
                  <a:latin typeface="Consolas" panose="020B0609020204030204" pitchFamily="49" charset="0"/>
                  <a:cs typeface="Calibri" pitchFamily="34" charset="0"/>
                </a:rPr>
                <a:t> transaction</a:t>
              </a:r>
            </a:p>
            <a:p>
              <a:pPr algn="l">
                <a:spcBef>
                  <a:spcPts val="600"/>
                </a:spcBef>
              </a:pPr>
              <a:r>
                <a:rPr lang="en-US" sz="2000" dirty="0">
                  <a:highlight>
                    <a:srgbClr val="C0C0C0"/>
                  </a:highlight>
                  <a:latin typeface="Consolas" panose="020B0609020204030204" pitchFamily="49" charset="0"/>
                  <a:cs typeface="Calibri" pitchFamily="34" charset="0"/>
                </a:rPr>
                <a:t>try {</a:t>
              </a:r>
            </a:p>
            <a:p>
              <a:pPr algn="l">
                <a:spcBef>
                  <a:spcPts val="600"/>
                </a:spcBef>
              </a:pPr>
              <a:r>
                <a:rPr lang="en-US" sz="2000" dirty="0">
                  <a:latin typeface="Consolas" panose="020B0609020204030204" pitchFamily="49" charset="0"/>
                  <a:cs typeface="Calibri" pitchFamily="34" charset="0"/>
                </a:rPr>
                <a:t>  </a:t>
              </a:r>
              <a:r>
                <a:rPr lang="en-US" sz="2000" dirty="0">
                  <a:highlight>
                    <a:srgbClr val="00FFFF"/>
                  </a:highlight>
                  <a:latin typeface="Consolas" panose="020B0609020204030204" pitchFamily="49" charset="0"/>
                  <a:cs typeface="Calibri" pitchFamily="34" charset="0"/>
                </a:rPr>
                <a:t>&lt;arbitrary code&gt;</a:t>
              </a:r>
            </a:p>
            <a:p>
              <a:pPr algn="l">
                <a:spcBef>
                  <a:spcPts val="600"/>
                </a:spcBef>
              </a:pPr>
              <a:r>
                <a:rPr lang="en-US" sz="2000" dirty="0">
                  <a:latin typeface="Consolas" panose="020B0609020204030204" pitchFamily="49" charset="0"/>
                  <a:cs typeface="Calibri" pitchFamily="34" charset="0"/>
                </a:rPr>
                <a:t>  </a:t>
              </a:r>
              <a:r>
                <a:rPr lang="en-US" sz="2000" b="1" dirty="0">
                  <a:highlight>
                    <a:srgbClr val="C0C0C0"/>
                  </a:highlight>
                  <a:latin typeface="Consolas" panose="020B0609020204030204" pitchFamily="49" charset="0"/>
                  <a:cs typeface="Calibri" pitchFamily="34" charset="0"/>
                </a:rPr>
                <a:t>commit</a:t>
              </a:r>
              <a:r>
                <a:rPr lang="en-US" sz="2000" dirty="0">
                  <a:highlight>
                    <a:srgbClr val="C0C0C0"/>
                  </a:highlight>
                  <a:latin typeface="Consolas" panose="020B0609020204030204" pitchFamily="49" charset="0"/>
                  <a:cs typeface="Calibri" pitchFamily="34" charset="0"/>
                </a:rPr>
                <a:t> transaction</a:t>
              </a:r>
            </a:p>
            <a:p>
              <a:pPr algn="l">
                <a:spcBef>
                  <a:spcPts val="600"/>
                </a:spcBef>
              </a:pPr>
              <a:r>
                <a:rPr lang="en-US" sz="2000" dirty="0">
                  <a:highlight>
                    <a:srgbClr val="C0C0C0"/>
                  </a:highlight>
                  <a:latin typeface="Consolas" panose="020B0609020204030204" pitchFamily="49" charset="0"/>
                  <a:cs typeface="Calibri" pitchFamily="34" charset="0"/>
                </a:rPr>
                <a:t>} catch (e) {</a:t>
              </a:r>
            </a:p>
            <a:p>
              <a:pPr algn="l">
                <a:spcBef>
                  <a:spcPts val="600"/>
                </a:spcBef>
              </a:pPr>
              <a:r>
                <a:rPr lang="en-US" sz="2000" dirty="0">
                  <a:highlight>
                    <a:srgbClr val="C0C0C0"/>
                  </a:highlight>
                  <a:latin typeface="Consolas" panose="020B0609020204030204" pitchFamily="49" charset="0"/>
                  <a:cs typeface="Calibri" pitchFamily="34" charset="0"/>
                </a:rPr>
                <a:t>  </a:t>
              </a:r>
              <a:r>
                <a:rPr lang="en-US" sz="2000" b="1" dirty="0">
                  <a:highlight>
                    <a:srgbClr val="C0C0C0"/>
                  </a:highlight>
                  <a:latin typeface="Consolas" panose="020B0609020204030204" pitchFamily="49" charset="0"/>
                  <a:cs typeface="Calibri" pitchFamily="34" charset="0"/>
                </a:rPr>
                <a:t>rollback</a:t>
              </a:r>
              <a:r>
                <a:rPr lang="en-US" sz="2000" dirty="0">
                  <a:highlight>
                    <a:srgbClr val="C0C0C0"/>
                  </a:highlight>
                  <a:latin typeface="Consolas" panose="020B0609020204030204" pitchFamily="49" charset="0"/>
                  <a:cs typeface="Calibri" pitchFamily="34" charset="0"/>
                </a:rPr>
                <a:t> transaction</a:t>
              </a:r>
            </a:p>
            <a:p>
              <a:pPr algn="l">
                <a:spcBef>
                  <a:spcPts val="600"/>
                </a:spcBef>
              </a:pPr>
              <a:r>
                <a:rPr lang="en-US" sz="2000" dirty="0">
                  <a:highlight>
                    <a:srgbClr val="C0C0C0"/>
                  </a:highlight>
                  <a:latin typeface="Consolas" panose="020B0609020204030204" pitchFamily="49" charset="0"/>
                  <a:cs typeface="Calibri" pitchFamily="34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37940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9BF02F33-125F-7745-90CE-B2BA7AA815A1}"/>
              </a:ext>
            </a:extLst>
          </p:cNvPr>
          <p:cNvGrpSpPr/>
          <p:nvPr/>
        </p:nvGrpSpPr>
        <p:grpSpPr>
          <a:xfrm>
            <a:off x="3043338" y="5615195"/>
            <a:ext cx="2125282" cy="906502"/>
            <a:chOff x="5518855" y="5376052"/>
            <a:chExt cx="1894840" cy="70866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CB9007E-20EB-5820-945B-C5D9C1BC4C3B}"/>
                </a:ext>
              </a:extLst>
            </p:cNvPr>
            <p:cNvSpPr/>
            <p:nvPr/>
          </p:nvSpPr>
          <p:spPr bwMode="auto">
            <a:xfrm>
              <a:off x="5518855" y="5376052"/>
              <a:ext cx="1892300" cy="708660"/>
            </a:xfrm>
            <a:prstGeom prst="rect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ts val="0"/>
                </a:spcBef>
              </a:pPr>
              <a:r>
                <a:rPr lang="en-US" sz="2400" b="1" dirty="0">
                  <a:latin typeface="Calibri" pitchFamily="34" charset="0"/>
                  <a:cs typeface="Calibri" pitchFamily="34" charset="0"/>
                </a:rPr>
                <a:t>Decorator</a:t>
              </a:r>
              <a:br>
                <a:rPr lang="en-US" sz="2400" dirty="0">
                  <a:latin typeface="Calibri" pitchFamily="34" charset="0"/>
                  <a:cs typeface="Calibri" pitchFamily="34" charset="0"/>
                </a:rPr>
              </a:br>
              <a:endParaRPr lang="en-US" sz="700" dirty="0">
                <a:latin typeface="Calibri" pitchFamily="34" charset="0"/>
                <a:cs typeface="Calibri" pitchFamily="34" charset="0"/>
              </a:endParaRPr>
            </a:p>
            <a:p>
              <a:pPr algn="ctr">
                <a:spcBef>
                  <a:spcPts val="0"/>
                </a:spcBef>
              </a:pPr>
              <a:r>
                <a:rPr lang="en-US" sz="2400" dirty="0" err="1">
                  <a:latin typeface="Calibri" pitchFamily="34" charset="0"/>
                  <a:cs typeface="Calibri" pitchFamily="34" charset="0"/>
                </a:rPr>
                <a:t>someMethod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()</a:t>
              </a:r>
              <a:endParaRPr lang="nl-BE" sz="2400" dirty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630A5CB-52A7-60E1-37FF-70B3AF0FE4A2}"/>
                </a:ext>
              </a:extLst>
            </p:cNvPr>
            <p:cNvCxnSpPr/>
            <p:nvPr/>
          </p:nvCxnSpPr>
          <p:spPr bwMode="auto">
            <a:xfrm rot="10800000">
              <a:off x="5523935" y="5718952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8" name="Content Placeholder 27"/>
          <p:cNvSpPr>
            <a:spLocks noGrp="1"/>
          </p:cNvSpPr>
          <p:nvPr>
            <p:ph idx="1"/>
          </p:nvPr>
        </p:nvSpPr>
        <p:spPr>
          <a:xfrm>
            <a:off x="609599" y="972199"/>
            <a:ext cx="11274661" cy="2347150"/>
          </a:xfrm>
        </p:spPr>
        <p:txBody>
          <a:bodyPr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lang="en-US" sz="3600" b="1" i="1" dirty="0"/>
              <a:t>placeholder intermediating interactions with an object</a:t>
            </a:r>
            <a:br>
              <a:rPr lang="en-US" sz="3600" b="1" i="1" dirty="0"/>
            </a:br>
            <a:endParaRPr lang="en-US" sz="1200" b="1" i="1" dirty="0"/>
          </a:p>
          <a:p>
            <a:pPr marL="355600" lvl="1" indent="0">
              <a:spcBef>
                <a:spcPts val="0"/>
              </a:spcBef>
            </a:pPr>
            <a:r>
              <a:rPr lang="en-US" sz="3200" dirty="0"/>
              <a:t>The caller is given a Proxy to </a:t>
            </a:r>
            <a:r>
              <a:rPr lang="en-US" sz="3200" b="1" dirty="0"/>
              <a:t>intercept its method calls</a:t>
            </a:r>
            <a:r>
              <a:rPr lang="en-US" sz="3200" dirty="0"/>
              <a:t>, to do: </a:t>
            </a:r>
          </a:p>
          <a:p>
            <a:pPr marL="1422400" lvl="1" indent="0">
              <a:spcBef>
                <a:spcPts val="0"/>
              </a:spcBef>
              <a:buNone/>
            </a:pPr>
            <a:r>
              <a:rPr lang="en-US" sz="3200" dirty="0"/>
              <a:t>	</a:t>
            </a:r>
            <a:r>
              <a:rPr lang="en-US" sz="2800" dirty="0"/>
              <a:t>(1) Aspect Oriented Programming</a:t>
            </a:r>
          </a:p>
          <a:p>
            <a:pPr marL="1422400" lvl="1" indent="0">
              <a:spcBef>
                <a:spcPts val="0"/>
              </a:spcBef>
              <a:buNone/>
            </a:pPr>
            <a:r>
              <a:rPr lang="en-US" sz="2800" dirty="0"/>
              <a:t>	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(2) Remote calls (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  <a:uFill>
                  <a:solidFill>
                    <a:schemeClr val="tx2"/>
                  </a:solidFill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RMI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2800" u="sng" dirty="0">
                <a:solidFill>
                  <a:schemeClr val="tx1">
                    <a:lumMod val="50000"/>
                    <a:lumOff val="50000"/>
                  </a:schemeClr>
                </a:solidFill>
                <a:uFill>
                  <a:solidFill>
                    <a:schemeClr val="tx2"/>
                  </a:solidFill>
                </a:u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 Services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sz="2800" u="sng" dirty="0">
                <a:solidFill>
                  <a:schemeClr val="tx1">
                    <a:lumMod val="50000"/>
                    <a:lumOff val="50000"/>
                  </a:schemeClr>
                </a:solidFill>
                <a:uFill>
                  <a:solidFill>
                    <a:schemeClr val="tx2"/>
                  </a:solidFill>
                </a:u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Feign clients</a:t>
            </a:r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Spring Data)</a:t>
            </a:r>
            <a:endParaRPr lang="en-US" sz="3200" dirty="0">
              <a:solidFill>
                <a:schemeClr val="tx1">
                  <a:lumMod val="50000"/>
                  <a:lumOff val="50000"/>
                </a:schemeClr>
              </a:solidFill>
              <a:sym typeface="Wingdings" pitchFamily="2" charset="2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034121" y="3760221"/>
            <a:ext cx="2123758" cy="1204381"/>
            <a:chOff x="2425700" y="3520440"/>
            <a:chExt cx="1894840" cy="918210"/>
          </a:xfrm>
        </p:grpSpPr>
        <p:sp>
          <p:nvSpPr>
            <p:cNvPr id="9" name="Rectangle 8"/>
            <p:cNvSpPr/>
            <p:nvPr/>
          </p:nvSpPr>
          <p:spPr bwMode="auto">
            <a:xfrm>
              <a:off x="2425700" y="3520440"/>
              <a:ext cx="1892300" cy="9182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ts val="0"/>
                </a:spcBef>
              </a:pPr>
              <a:r>
                <a: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«interface»</a:t>
              </a:r>
            </a:p>
            <a:p>
              <a:pPr algn="ctr">
                <a:spcBef>
                  <a:spcPts val="0"/>
                </a:spcBef>
              </a:pPr>
              <a:r>
                <a:rPr 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Subject</a:t>
              </a:r>
              <a:br>
                <a:rPr 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cs typeface="Calibri" pitchFamily="34" charset="0"/>
                </a:rPr>
              </a:br>
              <a:endParaRPr lang="en-US" sz="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cs typeface="Calibri" pitchFamily="34" charset="0"/>
              </a:endParaRPr>
            </a:p>
            <a:p>
              <a:pPr algn="ctr">
                <a:spcBef>
                  <a:spcPts val="0"/>
                </a:spcBef>
              </a:pPr>
              <a:r>
                <a:rPr lang="en-US" sz="2400" i="1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someMethod</a:t>
              </a:r>
              <a:r>
                <a:rPr lang="en-US" sz="2400" i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itchFamily="34" charset="0"/>
                  <a:cs typeface="Calibri" pitchFamily="34" charset="0"/>
                </a:rPr>
                <a:t>()</a:t>
              </a: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 rot="10800000">
              <a:off x="2430780" y="4099560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62" name="Group 61"/>
          <p:cNvGrpSpPr/>
          <p:nvPr/>
        </p:nvGrpSpPr>
        <p:grpSpPr>
          <a:xfrm>
            <a:off x="6009641" y="4968412"/>
            <a:ext cx="2314715" cy="646782"/>
            <a:chOff x="4485640" y="4729269"/>
            <a:chExt cx="2314715" cy="646782"/>
          </a:xfrm>
        </p:grpSpPr>
        <p:sp>
          <p:nvSpPr>
            <p:cNvPr id="14" name="Isosceles Triangle 13"/>
            <p:cNvSpPr/>
            <p:nvPr/>
          </p:nvSpPr>
          <p:spPr bwMode="auto">
            <a:xfrm>
              <a:off x="4485640" y="4729269"/>
              <a:ext cx="172720" cy="134112"/>
            </a:xfrm>
            <a:prstGeom prst="triangle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endParaRPr lang="nl-BE" sz="2000" dirty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5" name="Straight Connector 14"/>
            <p:cNvCxnSpPr>
              <a:stCxn id="14" idx="3"/>
              <a:endCxn id="11" idx="0"/>
            </p:cNvCxnSpPr>
            <p:nvPr/>
          </p:nvCxnSpPr>
          <p:spPr bwMode="auto">
            <a:xfrm rot="16200000" flipH="1">
              <a:off x="5429842" y="4005538"/>
              <a:ext cx="512671" cy="2228355"/>
            </a:xfrm>
            <a:prstGeom prst="bentConnector3">
              <a:avLst>
                <a:gd name="adj1" fmla="val 50000"/>
              </a:avLst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7" name="Straight Arrow Connector 16"/>
          <p:cNvCxnSpPr>
            <a:cxnSpLocks/>
          </p:cNvCxnSpPr>
          <p:nvPr/>
        </p:nvCxnSpPr>
        <p:spPr bwMode="auto">
          <a:xfrm>
            <a:off x="3810001" y="4534918"/>
            <a:ext cx="1104899" cy="0"/>
          </a:xfrm>
          <a:prstGeom prst="straightConnector1">
            <a:avLst/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grpSp>
        <p:nvGrpSpPr>
          <p:cNvPr id="39" name="Group 38"/>
          <p:cNvGrpSpPr/>
          <p:nvPr/>
        </p:nvGrpSpPr>
        <p:grpSpPr>
          <a:xfrm>
            <a:off x="7263761" y="5615195"/>
            <a:ext cx="2124036" cy="913446"/>
            <a:chOff x="2425700" y="5376052"/>
            <a:chExt cx="1894840" cy="708660"/>
          </a:xfrm>
        </p:grpSpPr>
        <p:sp>
          <p:nvSpPr>
            <p:cNvPr id="11" name="Rectangle 10"/>
            <p:cNvSpPr/>
            <p:nvPr/>
          </p:nvSpPr>
          <p:spPr bwMode="auto">
            <a:xfrm>
              <a:off x="2425700" y="5376052"/>
              <a:ext cx="1892300" cy="708660"/>
            </a:xfrm>
            <a:prstGeom prst="rect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ts val="0"/>
                </a:spcBef>
              </a:pPr>
              <a:r>
                <a:rPr lang="en-US" sz="2400" b="1" dirty="0" err="1">
                  <a:latin typeface="Calibri" pitchFamily="34" charset="0"/>
                  <a:cs typeface="Calibri" pitchFamily="34" charset="0"/>
                </a:rPr>
                <a:t>RealSubject</a:t>
              </a:r>
              <a:br>
                <a:rPr lang="en-US" sz="2400" dirty="0">
                  <a:latin typeface="Calibri" pitchFamily="34" charset="0"/>
                  <a:cs typeface="Calibri" pitchFamily="34" charset="0"/>
                </a:rPr>
              </a:br>
              <a:endParaRPr lang="en-US" sz="400" dirty="0">
                <a:latin typeface="Calibri" pitchFamily="34" charset="0"/>
                <a:cs typeface="Calibri" pitchFamily="34" charset="0"/>
              </a:endParaRPr>
            </a:p>
            <a:p>
              <a:pPr algn="ctr">
                <a:spcBef>
                  <a:spcPts val="0"/>
                </a:spcBef>
              </a:pPr>
              <a:r>
                <a:rPr lang="en-US" sz="2400" dirty="0" err="1">
                  <a:latin typeface="Calibri" pitchFamily="34" charset="0"/>
                  <a:cs typeface="Calibri" pitchFamily="34" charset="0"/>
                </a:rPr>
                <a:t>someMethod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()</a:t>
              </a:r>
              <a:endParaRPr lang="nl-BE" sz="2400" dirty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 bwMode="auto">
            <a:xfrm rot="10800000">
              <a:off x="2430780" y="5718952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40" name="Group 39"/>
          <p:cNvGrpSpPr/>
          <p:nvPr/>
        </p:nvGrpSpPr>
        <p:grpSpPr>
          <a:xfrm>
            <a:off x="3043338" y="5612167"/>
            <a:ext cx="2125282" cy="906502"/>
            <a:chOff x="5518855" y="5376052"/>
            <a:chExt cx="1894840" cy="708660"/>
          </a:xfrm>
        </p:grpSpPr>
        <p:sp>
          <p:nvSpPr>
            <p:cNvPr id="25" name="Rectangle 24"/>
            <p:cNvSpPr/>
            <p:nvPr/>
          </p:nvSpPr>
          <p:spPr bwMode="auto">
            <a:xfrm>
              <a:off x="5518855" y="5376052"/>
              <a:ext cx="1892300" cy="708660"/>
            </a:xfrm>
            <a:prstGeom prst="rect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 algn="ctr">
                <a:spcBef>
                  <a:spcPts val="0"/>
                </a:spcBef>
              </a:pPr>
              <a:r>
                <a:rPr lang="en-US" sz="2400" b="1" dirty="0">
                  <a:latin typeface="Calibri" pitchFamily="34" charset="0"/>
                  <a:cs typeface="Calibri" pitchFamily="34" charset="0"/>
                </a:rPr>
                <a:t>Proxy</a:t>
              </a:r>
              <a:br>
                <a:rPr lang="en-US" sz="2400" dirty="0">
                  <a:latin typeface="Calibri" pitchFamily="34" charset="0"/>
                  <a:cs typeface="Calibri" pitchFamily="34" charset="0"/>
                </a:rPr>
              </a:br>
              <a:endParaRPr lang="en-US" sz="700" dirty="0">
                <a:latin typeface="Calibri" pitchFamily="34" charset="0"/>
                <a:cs typeface="Calibri" pitchFamily="34" charset="0"/>
              </a:endParaRPr>
            </a:p>
            <a:p>
              <a:pPr algn="ctr">
                <a:spcBef>
                  <a:spcPts val="0"/>
                </a:spcBef>
              </a:pPr>
              <a:r>
                <a:rPr lang="en-US" sz="2400" dirty="0" err="1">
                  <a:latin typeface="Calibri" pitchFamily="34" charset="0"/>
                  <a:cs typeface="Calibri" pitchFamily="34" charset="0"/>
                </a:rPr>
                <a:t>someMethod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()</a:t>
              </a:r>
              <a:endParaRPr lang="nl-BE" sz="2400" dirty="0">
                <a:latin typeface="Calibri" pitchFamily="34" charset="0"/>
                <a:cs typeface="Calibri" pitchFamily="34" charset="0"/>
              </a:endParaRPr>
            </a:p>
          </p:txBody>
        </p:sp>
        <p:cxnSp>
          <p:nvCxnSpPr>
            <p:cNvPr id="26" name="Straight Connector 25"/>
            <p:cNvCxnSpPr/>
            <p:nvPr/>
          </p:nvCxnSpPr>
          <p:spPr bwMode="auto">
            <a:xfrm rot="10800000">
              <a:off x="5523935" y="5718952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31" name="Elbow Connector 30"/>
          <p:cNvCxnSpPr>
            <a:stCxn id="25" idx="0"/>
            <a:endCxn id="14" idx="3"/>
          </p:cNvCxnSpPr>
          <p:nvPr/>
        </p:nvCxnSpPr>
        <p:spPr bwMode="auto">
          <a:xfrm rot="5400000" flipH="1" flipV="1">
            <a:off x="4845457" y="4361623"/>
            <a:ext cx="509643" cy="1991446"/>
          </a:xfrm>
          <a:prstGeom prst="bentConnector3">
            <a:avLst>
              <a:gd name="adj1" fmla="val 50000"/>
            </a:avLst>
          </a:prstGeom>
          <a:solidFill>
            <a:srgbClr val="C0C0C0"/>
          </a:solidFill>
          <a:ln w="2857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pic>
        <p:nvPicPr>
          <p:cNvPr id="7174" name="Picture 6" descr="C:\Users\u359401\AppData\Local\Microsoft\Windows\Temporary Internet Files\Content.IE5\J9PZQPJ2\MC900340796[1].wmf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07739" y="2549249"/>
            <a:ext cx="1942185" cy="1813162"/>
          </a:xfrm>
          <a:prstGeom prst="rect">
            <a:avLst/>
          </a:prstGeom>
          <a:noFill/>
        </p:spPr>
      </p:pic>
      <p:grpSp>
        <p:nvGrpSpPr>
          <p:cNvPr id="50" name="Group 49"/>
          <p:cNvGrpSpPr/>
          <p:nvPr/>
        </p:nvGrpSpPr>
        <p:grpSpPr>
          <a:xfrm>
            <a:off x="5080000" y="6278631"/>
            <a:ext cx="2189455" cy="478276"/>
            <a:chOff x="3556000" y="5897105"/>
            <a:chExt cx="2189455" cy="478276"/>
          </a:xfrm>
        </p:grpSpPr>
        <p:cxnSp>
          <p:nvCxnSpPr>
            <p:cNvPr id="33" name="Straight Arrow Connector 32"/>
            <p:cNvCxnSpPr>
              <a:cxnSpLocks/>
            </p:cNvCxnSpPr>
            <p:nvPr/>
          </p:nvCxnSpPr>
          <p:spPr bwMode="auto">
            <a:xfrm>
              <a:off x="3556000" y="5897105"/>
              <a:ext cx="2189455" cy="0"/>
            </a:xfrm>
            <a:prstGeom prst="straightConnector1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oval" w="med" len="med"/>
              <a:tailEnd type="arrow"/>
            </a:ln>
            <a:effectLst/>
          </p:spPr>
        </p:cxnSp>
        <p:sp>
          <p:nvSpPr>
            <p:cNvPr id="36" name="TextBox 35"/>
            <p:cNvSpPr txBox="1"/>
            <p:nvPr/>
          </p:nvSpPr>
          <p:spPr>
            <a:xfrm>
              <a:off x="3696464" y="5944494"/>
              <a:ext cx="2048991" cy="43088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2800" b="1" dirty="0">
                  <a:latin typeface="Bradley Hand ITC" panose="03070402050302030203" pitchFamily="66" charset="0"/>
                  <a:cs typeface="Calibri" pitchFamily="34" charset="0"/>
                </a:rPr>
                <a:t>calls</a:t>
              </a: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1343470" y="4936746"/>
            <a:ext cx="2346782" cy="453519"/>
            <a:chOff x="167596" y="4682183"/>
            <a:chExt cx="2346782" cy="453519"/>
          </a:xfrm>
        </p:grpSpPr>
        <p:cxnSp>
          <p:nvCxnSpPr>
            <p:cNvPr id="55" name="Straight Arrow Connector 54"/>
            <p:cNvCxnSpPr>
              <a:cxnSpLocks/>
            </p:cNvCxnSpPr>
            <p:nvPr/>
          </p:nvCxnSpPr>
          <p:spPr bwMode="auto">
            <a:xfrm>
              <a:off x="2317901" y="4710226"/>
              <a:ext cx="196477" cy="425476"/>
            </a:xfrm>
            <a:prstGeom prst="straightConnector1">
              <a:avLst/>
            </a:prstGeom>
            <a:solidFill>
              <a:srgbClr val="C0C0C0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arrow"/>
            </a:ln>
            <a:effectLst/>
          </p:spPr>
        </p:cxnSp>
        <p:sp>
          <p:nvSpPr>
            <p:cNvPr id="57" name="TextBox 56"/>
            <p:cNvSpPr txBox="1"/>
            <p:nvPr/>
          </p:nvSpPr>
          <p:spPr>
            <a:xfrm>
              <a:off x="167596" y="4682183"/>
              <a:ext cx="2072683" cy="43088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/>
              <a:r>
                <a:rPr lang="en-US" sz="2800" b="1" dirty="0">
                  <a:latin typeface="Bradley Hand ITC" panose="03070402050302030203" pitchFamily="66" charset="0"/>
                  <a:cs typeface="Calibri" pitchFamily="34" charset="0"/>
                </a:rPr>
                <a:t>actually calls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D7C6E8E-3BBF-D693-E255-0BD2E658D480}"/>
              </a:ext>
            </a:extLst>
          </p:cNvPr>
          <p:cNvSpPr txBox="1"/>
          <p:nvPr/>
        </p:nvSpPr>
        <p:spPr>
          <a:xfrm>
            <a:off x="3064669" y="65764"/>
            <a:ext cx="612933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>
                <a:latin typeface="+mn-lt"/>
              </a:rPr>
              <a:t>Proxy</a:t>
            </a:r>
            <a:endParaRPr lang="en-US" sz="5400" b="1" dirty="0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F81C3C2A-4067-2865-7764-12C108C99BE6}"/>
              </a:ext>
            </a:extLst>
          </p:cNvPr>
          <p:cNvSpPr/>
          <p:nvPr/>
        </p:nvSpPr>
        <p:spPr bwMode="auto">
          <a:xfrm>
            <a:off x="7274253" y="3938954"/>
            <a:ext cx="3284685" cy="580877"/>
          </a:xfrm>
          <a:prstGeom prst="wedgeRoundRectCallout">
            <a:avLst>
              <a:gd name="adj1" fmla="val -55681"/>
              <a:gd name="adj2" fmla="val 19318"/>
              <a:gd name="adj3" fmla="val 16667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600" dirty="0">
                <a:latin typeface="Calibri" pitchFamily="34" charset="0"/>
                <a:cs typeface="Calibri" pitchFamily="34" charset="0"/>
              </a:rPr>
              <a:t>The interface is NOT required today</a:t>
            </a:r>
            <a:br>
              <a:rPr lang="en-US" sz="1600" dirty="0">
                <a:latin typeface="Calibri" pitchFamily="34" charset="0"/>
                <a:cs typeface="Calibri" pitchFamily="34" charset="0"/>
              </a:rPr>
            </a:br>
            <a:r>
              <a:rPr lang="en-US" sz="1600" dirty="0">
                <a:latin typeface="Calibri" pitchFamily="34" charset="0"/>
                <a:cs typeface="Calibri" pitchFamily="34" charset="0"/>
              </a:rPr>
              <a:t>by any proxying frameworks in Java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B41983-5A42-6372-69F0-3A2F71486BD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</a:blip>
          <a:stretch>
            <a:fillRect/>
          </a:stretch>
        </p:blipFill>
        <p:spPr>
          <a:xfrm rot="3608218" flipV="1">
            <a:off x="7153571" y="4682890"/>
            <a:ext cx="1221796" cy="8337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916954C-487E-8ED9-DF35-E0F5718E0EFA}"/>
              </a:ext>
            </a:extLst>
          </p:cNvPr>
          <p:cNvSpPr txBox="1"/>
          <p:nvPr/>
        </p:nvSpPr>
        <p:spPr>
          <a:xfrm>
            <a:off x="3726803" y="4072584"/>
            <a:ext cx="1106072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2800" b="1" dirty="0">
                <a:latin typeface="Bradley Hand ITC" panose="03070402050302030203" pitchFamily="66" charset="0"/>
                <a:cs typeface="Calibri" pitchFamily="34" charset="0"/>
              </a:rPr>
              <a:t>needs 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9875199-AE33-B6AB-6FF3-1AF49A1B7B7B}"/>
              </a:ext>
            </a:extLst>
          </p:cNvPr>
          <p:cNvSpPr txBox="1"/>
          <p:nvPr/>
        </p:nvSpPr>
        <p:spPr>
          <a:xfrm>
            <a:off x="2353841" y="4306139"/>
            <a:ext cx="1313180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l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code(..)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AD1B0F6F-4C85-3C7C-A269-FD31DFCC3DCE}"/>
              </a:ext>
            </a:extLst>
          </p:cNvPr>
          <p:cNvGrpSpPr/>
          <p:nvPr/>
        </p:nvGrpSpPr>
        <p:grpSpPr>
          <a:xfrm>
            <a:off x="794185" y="5545905"/>
            <a:ext cx="2630085" cy="1008008"/>
            <a:chOff x="794185" y="5545905"/>
            <a:chExt cx="2630085" cy="100800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BE7B080-E24B-463F-BD63-0060CDF2473E}"/>
                </a:ext>
              </a:extLst>
            </p:cNvPr>
            <p:cNvSpPr txBox="1"/>
            <p:nvPr/>
          </p:nvSpPr>
          <p:spPr>
            <a:xfrm>
              <a:off x="794185" y="5615194"/>
              <a:ext cx="2223471" cy="9387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rgbClr val="FF0000"/>
                  </a:solidFill>
                  <a:latin typeface="Bradley Hand ITC" panose="03070402050302030203" pitchFamily="66" charset="0"/>
                  <a:cs typeface="Calibri" pitchFamily="34" charset="0"/>
                </a:rPr>
                <a:t>generated</a:t>
              </a:r>
              <a:br>
                <a:rPr lang="en-US" sz="2800" b="1" dirty="0">
                  <a:solidFill>
                    <a:srgbClr val="FF0000"/>
                  </a:solidFill>
                  <a:latin typeface="Bradley Hand ITC" panose="03070402050302030203" pitchFamily="66" charset="0"/>
                  <a:cs typeface="Calibri" pitchFamily="34" charset="0"/>
                </a:rPr>
              </a:br>
              <a:r>
                <a:rPr lang="en-US" b="1" dirty="0">
                  <a:solidFill>
                    <a:srgbClr val="FF0000"/>
                  </a:solidFill>
                  <a:latin typeface="Bradley Hand ITC" panose="03070402050302030203" pitchFamily="66" charset="0"/>
                  <a:cs typeface="Calibri" pitchFamily="34" charset="0"/>
                </a:rPr>
                <a:t>by a framework</a:t>
              </a:r>
              <a:br>
                <a:rPr lang="en-US" b="1" dirty="0">
                  <a:solidFill>
                    <a:srgbClr val="FF0000"/>
                  </a:solidFill>
                  <a:latin typeface="Bradley Hand ITC" panose="03070402050302030203" pitchFamily="66" charset="0"/>
                  <a:cs typeface="Calibri" pitchFamily="34" charset="0"/>
                </a:rPr>
              </a:b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(CGLIB, </a:t>
              </a:r>
              <a:r>
                <a:rPr lang="en-US" sz="9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Javaassist</a:t>
              </a: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lang="en-US" sz="900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ByteBuddy</a:t>
              </a:r>
              <a:r>
                <a:rPr lang="en-US" sz="9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AspectJ)</a:t>
              </a:r>
              <a:endPara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Freeform 16">
              <a:extLst>
                <a:ext uri="{FF2B5EF4-FFF2-40B4-BE49-F238E27FC236}">
                  <a16:creationId xmlns:a16="http://schemas.microsoft.com/office/drawing/2014/main" id="{2DD43814-0A1A-2D61-8A8C-64AFD42C4FE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86851" y="5545905"/>
              <a:ext cx="737419" cy="504892"/>
            </a:xfrm>
            <a:custGeom>
              <a:avLst/>
              <a:gdLst>
                <a:gd name="T0" fmla="*/ 578 w 595"/>
                <a:gd name="T1" fmla="*/ 192 h 408"/>
                <a:gd name="T2" fmla="*/ 570 w 595"/>
                <a:gd name="T3" fmla="*/ 185 h 408"/>
                <a:gd name="T4" fmla="*/ 558 w 595"/>
                <a:gd name="T5" fmla="*/ 173 h 408"/>
                <a:gd name="T6" fmla="*/ 544 w 595"/>
                <a:gd name="T7" fmla="*/ 164 h 408"/>
                <a:gd name="T8" fmla="*/ 533 w 595"/>
                <a:gd name="T9" fmla="*/ 159 h 408"/>
                <a:gd name="T10" fmla="*/ 519 w 595"/>
                <a:gd name="T11" fmla="*/ 146 h 408"/>
                <a:gd name="T12" fmla="*/ 508 w 595"/>
                <a:gd name="T13" fmla="*/ 136 h 408"/>
                <a:gd name="T14" fmla="*/ 492 w 595"/>
                <a:gd name="T15" fmla="*/ 124 h 408"/>
                <a:gd name="T16" fmla="*/ 475 w 595"/>
                <a:gd name="T17" fmla="*/ 111 h 408"/>
                <a:gd name="T18" fmla="*/ 461 w 595"/>
                <a:gd name="T19" fmla="*/ 103 h 408"/>
                <a:gd name="T20" fmla="*/ 450 w 595"/>
                <a:gd name="T21" fmla="*/ 95 h 408"/>
                <a:gd name="T22" fmla="*/ 437 w 595"/>
                <a:gd name="T23" fmla="*/ 83 h 408"/>
                <a:gd name="T24" fmla="*/ 425 w 595"/>
                <a:gd name="T25" fmla="*/ 72 h 408"/>
                <a:gd name="T26" fmla="*/ 411 w 595"/>
                <a:gd name="T27" fmla="*/ 65 h 408"/>
                <a:gd name="T28" fmla="*/ 396 w 595"/>
                <a:gd name="T29" fmla="*/ 54 h 408"/>
                <a:gd name="T30" fmla="*/ 382 w 595"/>
                <a:gd name="T31" fmla="*/ 43 h 408"/>
                <a:gd name="T32" fmla="*/ 373 w 595"/>
                <a:gd name="T33" fmla="*/ 33 h 408"/>
                <a:gd name="T34" fmla="*/ 361 w 595"/>
                <a:gd name="T35" fmla="*/ 27 h 408"/>
                <a:gd name="T36" fmla="*/ 346 w 595"/>
                <a:gd name="T37" fmla="*/ 15 h 408"/>
                <a:gd name="T38" fmla="*/ 336 w 595"/>
                <a:gd name="T39" fmla="*/ 7 h 408"/>
                <a:gd name="T40" fmla="*/ 322 w 595"/>
                <a:gd name="T41" fmla="*/ 1 h 408"/>
                <a:gd name="T42" fmla="*/ 313 w 595"/>
                <a:gd name="T43" fmla="*/ 22 h 408"/>
                <a:gd name="T44" fmla="*/ 314 w 595"/>
                <a:gd name="T45" fmla="*/ 39 h 408"/>
                <a:gd name="T46" fmla="*/ 313 w 595"/>
                <a:gd name="T47" fmla="*/ 60 h 408"/>
                <a:gd name="T48" fmla="*/ 314 w 595"/>
                <a:gd name="T49" fmla="*/ 78 h 408"/>
                <a:gd name="T50" fmla="*/ 313 w 595"/>
                <a:gd name="T51" fmla="*/ 98 h 408"/>
                <a:gd name="T52" fmla="*/ 168 w 595"/>
                <a:gd name="T53" fmla="*/ 95 h 408"/>
                <a:gd name="T54" fmla="*/ 5 w 595"/>
                <a:gd name="T55" fmla="*/ 118 h 408"/>
                <a:gd name="T56" fmla="*/ 16 w 595"/>
                <a:gd name="T57" fmla="*/ 131 h 408"/>
                <a:gd name="T58" fmla="*/ 24 w 595"/>
                <a:gd name="T59" fmla="*/ 140 h 408"/>
                <a:gd name="T60" fmla="*/ 34 w 595"/>
                <a:gd name="T61" fmla="*/ 150 h 408"/>
                <a:gd name="T62" fmla="*/ 42 w 595"/>
                <a:gd name="T63" fmla="*/ 158 h 408"/>
                <a:gd name="T64" fmla="*/ 50 w 595"/>
                <a:gd name="T65" fmla="*/ 170 h 408"/>
                <a:gd name="T66" fmla="*/ 62 w 595"/>
                <a:gd name="T67" fmla="*/ 184 h 408"/>
                <a:gd name="T68" fmla="*/ 69 w 595"/>
                <a:gd name="T69" fmla="*/ 188 h 408"/>
                <a:gd name="T70" fmla="*/ 81 w 595"/>
                <a:gd name="T71" fmla="*/ 206 h 408"/>
                <a:gd name="T72" fmla="*/ 57 w 595"/>
                <a:gd name="T73" fmla="*/ 236 h 408"/>
                <a:gd name="T74" fmla="*/ 22 w 595"/>
                <a:gd name="T75" fmla="*/ 278 h 408"/>
                <a:gd name="T76" fmla="*/ 0 w 595"/>
                <a:gd name="T77" fmla="*/ 305 h 408"/>
                <a:gd name="T78" fmla="*/ 14 w 595"/>
                <a:gd name="T79" fmla="*/ 327 h 408"/>
                <a:gd name="T80" fmla="*/ 312 w 595"/>
                <a:gd name="T81" fmla="*/ 317 h 408"/>
                <a:gd name="T82" fmla="*/ 314 w 595"/>
                <a:gd name="T83" fmla="*/ 335 h 408"/>
                <a:gd name="T84" fmla="*/ 314 w 595"/>
                <a:gd name="T85" fmla="*/ 349 h 408"/>
                <a:gd name="T86" fmla="*/ 313 w 595"/>
                <a:gd name="T87" fmla="*/ 366 h 408"/>
                <a:gd name="T88" fmla="*/ 313 w 595"/>
                <a:gd name="T89" fmla="*/ 382 h 408"/>
                <a:gd name="T90" fmla="*/ 316 w 595"/>
                <a:gd name="T91" fmla="*/ 402 h 408"/>
                <a:gd name="T92" fmla="*/ 325 w 595"/>
                <a:gd name="T93" fmla="*/ 406 h 408"/>
                <a:gd name="T94" fmla="*/ 343 w 595"/>
                <a:gd name="T95" fmla="*/ 403 h 408"/>
                <a:gd name="T96" fmla="*/ 374 w 595"/>
                <a:gd name="T97" fmla="*/ 380 h 408"/>
                <a:gd name="T98" fmla="*/ 396 w 595"/>
                <a:gd name="T99" fmla="*/ 360 h 408"/>
                <a:gd name="T100" fmla="*/ 427 w 595"/>
                <a:gd name="T101" fmla="*/ 337 h 408"/>
                <a:gd name="T102" fmla="*/ 461 w 595"/>
                <a:gd name="T103" fmla="*/ 310 h 408"/>
                <a:gd name="T104" fmla="*/ 482 w 595"/>
                <a:gd name="T105" fmla="*/ 294 h 408"/>
                <a:gd name="T106" fmla="*/ 513 w 595"/>
                <a:gd name="T107" fmla="*/ 270 h 408"/>
                <a:gd name="T108" fmla="*/ 545 w 595"/>
                <a:gd name="T109" fmla="*/ 246 h 408"/>
                <a:gd name="T110" fmla="*/ 578 w 595"/>
                <a:gd name="T111" fmla="*/ 223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595" h="408">
                  <a:moveTo>
                    <a:pt x="592" y="199"/>
                  </a:moveTo>
                  <a:cubicBezTo>
                    <a:pt x="590" y="198"/>
                    <a:pt x="588" y="198"/>
                    <a:pt x="587" y="197"/>
                  </a:cubicBezTo>
                  <a:cubicBezTo>
                    <a:pt x="584" y="194"/>
                    <a:pt x="580" y="193"/>
                    <a:pt x="578" y="192"/>
                  </a:cubicBezTo>
                  <a:cubicBezTo>
                    <a:pt x="578" y="192"/>
                    <a:pt x="578" y="191"/>
                    <a:pt x="578" y="191"/>
                  </a:cubicBezTo>
                  <a:cubicBezTo>
                    <a:pt x="577" y="189"/>
                    <a:pt x="576" y="188"/>
                    <a:pt x="574" y="186"/>
                  </a:cubicBezTo>
                  <a:cubicBezTo>
                    <a:pt x="573" y="185"/>
                    <a:pt x="571" y="185"/>
                    <a:pt x="570" y="185"/>
                  </a:cubicBezTo>
                  <a:cubicBezTo>
                    <a:pt x="567" y="182"/>
                    <a:pt x="564" y="180"/>
                    <a:pt x="562" y="179"/>
                  </a:cubicBezTo>
                  <a:cubicBezTo>
                    <a:pt x="562" y="179"/>
                    <a:pt x="562" y="179"/>
                    <a:pt x="562" y="179"/>
                  </a:cubicBezTo>
                  <a:cubicBezTo>
                    <a:pt x="561" y="177"/>
                    <a:pt x="560" y="175"/>
                    <a:pt x="558" y="173"/>
                  </a:cubicBezTo>
                  <a:cubicBezTo>
                    <a:pt x="556" y="173"/>
                    <a:pt x="555" y="172"/>
                    <a:pt x="553" y="172"/>
                  </a:cubicBezTo>
                  <a:cubicBezTo>
                    <a:pt x="551" y="168"/>
                    <a:pt x="547" y="166"/>
                    <a:pt x="544" y="164"/>
                  </a:cubicBezTo>
                  <a:cubicBezTo>
                    <a:pt x="544" y="164"/>
                    <a:pt x="544" y="164"/>
                    <a:pt x="544" y="164"/>
                  </a:cubicBezTo>
                  <a:cubicBezTo>
                    <a:pt x="543" y="163"/>
                    <a:pt x="542" y="162"/>
                    <a:pt x="541" y="161"/>
                  </a:cubicBezTo>
                  <a:cubicBezTo>
                    <a:pt x="539" y="159"/>
                    <a:pt x="536" y="159"/>
                    <a:pt x="534" y="159"/>
                  </a:cubicBezTo>
                  <a:cubicBezTo>
                    <a:pt x="533" y="159"/>
                    <a:pt x="533" y="159"/>
                    <a:pt x="533" y="159"/>
                  </a:cubicBezTo>
                  <a:cubicBezTo>
                    <a:pt x="532" y="158"/>
                    <a:pt x="529" y="156"/>
                    <a:pt x="529" y="156"/>
                  </a:cubicBezTo>
                  <a:cubicBezTo>
                    <a:pt x="528" y="153"/>
                    <a:pt x="527" y="150"/>
                    <a:pt x="525" y="148"/>
                  </a:cubicBezTo>
                  <a:cubicBezTo>
                    <a:pt x="523" y="147"/>
                    <a:pt x="521" y="146"/>
                    <a:pt x="519" y="146"/>
                  </a:cubicBezTo>
                  <a:cubicBezTo>
                    <a:pt x="517" y="144"/>
                    <a:pt x="515" y="142"/>
                    <a:pt x="512" y="139"/>
                  </a:cubicBezTo>
                  <a:cubicBezTo>
                    <a:pt x="512" y="139"/>
                    <a:pt x="511" y="139"/>
                    <a:pt x="511" y="139"/>
                  </a:cubicBezTo>
                  <a:cubicBezTo>
                    <a:pt x="510" y="138"/>
                    <a:pt x="509" y="137"/>
                    <a:pt x="508" y="136"/>
                  </a:cubicBezTo>
                  <a:cubicBezTo>
                    <a:pt x="507" y="135"/>
                    <a:pt x="505" y="134"/>
                    <a:pt x="504" y="134"/>
                  </a:cubicBezTo>
                  <a:cubicBezTo>
                    <a:pt x="501" y="131"/>
                    <a:pt x="497" y="128"/>
                    <a:pt x="493" y="125"/>
                  </a:cubicBezTo>
                  <a:cubicBezTo>
                    <a:pt x="493" y="124"/>
                    <a:pt x="493" y="124"/>
                    <a:pt x="492" y="124"/>
                  </a:cubicBezTo>
                  <a:cubicBezTo>
                    <a:pt x="490" y="122"/>
                    <a:pt x="489" y="122"/>
                    <a:pt x="487" y="121"/>
                  </a:cubicBezTo>
                  <a:cubicBezTo>
                    <a:pt x="484" y="118"/>
                    <a:pt x="480" y="114"/>
                    <a:pt x="476" y="112"/>
                  </a:cubicBezTo>
                  <a:cubicBezTo>
                    <a:pt x="476" y="111"/>
                    <a:pt x="476" y="111"/>
                    <a:pt x="475" y="111"/>
                  </a:cubicBezTo>
                  <a:cubicBezTo>
                    <a:pt x="473" y="109"/>
                    <a:pt x="471" y="109"/>
                    <a:pt x="469" y="109"/>
                  </a:cubicBezTo>
                  <a:cubicBezTo>
                    <a:pt x="468" y="109"/>
                    <a:pt x="467" y="108"/>
                    <a:pt x="466" y="107"/>
                  </a:cubicBezTo>
                  <a:cubicBezTo>
                    <a:pt x="465" y="106"/>
                    <a:pt x="462" y="104"/>
                    <a:pt x="461" y="103"/>
                  </a:cubicBezTo>
                  <a:cubicBezTo>
                    <a:pt x="461" y="101"/>
                    <a:pt x="460" y="99"/>
                    <a:pt x="458" y="98"/>
                  </a:cubicBezTo>
                  <a:cubicBezTo>
                    <a:pt x="456" y="96"/>
                    <a:pt x="453" y="96"/>
                    <a:pt x="452" y="96"/>
                  </a:cubicBezTo>
                  <a:cubicBezTo>
                    <a:pt x="451" y="96"/>
                    <a:pt x="450" y="95"/>
                    <a:pt x="450" y="95"/>
                  </a:cubicBezTo>
                  <a:cubicBezTo>
                    <a:pt x="448" y="94"/>
                    <a:pt x="446" y="92"/>
                    <a:pt x="445" y="90"/>
                  </a:cubicBezTo>
                  <a:cubicBezTo>
                    <a:pt x="444" y="88"/>
                    <a:pt x="443" y="87"/>
                    <a:pt x="442" y="85"/>
                  </a:cubicBezTo>
                  <a:cubicBezTo>
                    <a:pt x="440" y="84"/>
                    <a:pt x="438" y="83"/>
                    <a:pt x="437" y="83"/>
                  </a:cubicBezTo>
                  <a:cubicBezTo>
                    <a:pt x="434" y="80"/>
                    <a:pt x="431" y="78"/>
                    <a:pt x="429" y="76"/>
                  </a:cubicBezTo>
                  <a:cubicBezTo>
                    <a:pt x="428" y="76"/>
                    <a:pt x="428" y="76"/>
                    <a:pt x="427" y="76"/>
                  </a:cubicBezTo>
                  <a:cubicBezTo>
                    <a:pt x="427" y="74"/>
                    <a:pt x="426" y="73"/>
                    <a:pt x="425" y="72"/>
                  </a:cubicBezTo>
                  <a:cubicBezTo>
                    <a:pt x="423" y="71"/>
                    <a:pt x="420" y="70"/>
                    <a:pt x="418" y="70"/>
                  </a:cubicBezTo>
                  <a:cubicBezTo>
                    <a:pt x="417" y="69"/>
                    <a:pt x="416" y="68"/>
                    <a:pt x="414" y="67"/>
                  </a:cubicBezTo>
                  <a:cubicBezTo>
                    <a:pt x="413" y="67"/>
                    <a:pt x="412" y="65"/>
                    <a:pt x="411" y="65"/>
                  </a:cubicBezTo>
                  <a:cubicBezTo>
                    <a:pt x="410" y="62"/>
                    <a:pt x="409" y="60"/>
                    <a:pt x="407" y="58"/>
                  </a:cubicBezTo>
                  <a:cubicBezTo>
                    <a:pt x="405" y="57"/>
                    <a:pt x="403" y="57"/>
                    <a:pt x="401" y="57"/>
                  </a:cubicBezTo>
                  <a:cubicBezTo>
                    <a:pt x="399" y="55"/>
                    <a:pt x="398" y="54"/>
                    <a:pt x="396" y="54"/>
                  </a:cubicBezTo>
                  <a:cubicBezTo>
                    <a:pt x="396" y="53"/>
                    <a:pt x="394" y="53"/>
                    <a:pt x="394" y="52"/>
                  </a:cubicBezTo>
                  <a:cubicBezTo>
                    <a:pt x="393" y="49"/>
                    <a:pt x="392" y="47"/>
                    <a:pt x="390" y="45"/>
                  </a:cubicBezTo>
                  <a:cubicBezTo>
                    <a:pt x="387" y="43"/>
                    <a:pt x="384" y="43"/>
                    <a:pt x="382" y="43"/>
                  </a:cubicBezTo>
                  <a:cubicBezTo>
                    <a:pt x="382" y="43"/>
                    <a:pt x="382" y="43"/>
                    <a:pt x="382" y="43"/>
                  </a:cubicBezTo>
                  <a:cubicBezTo>
                    <a:pt x="381" y="43"/>
                    <a:pt x="378" y="41"/>
                    <a:pt x="377" y="40"/>
                  </a:cubicBezTo>
                  <a:cubicBezTo>
                    <a:pt x="377" y="37"/>
                    <a:pt x="376" y="34"/>
                    <a:pt x="373" y="33"/>
                  </a:cubicBezTo>
                  <a:cubicBezTo>
                    <a:pt x="371" y="31"/>
                    <a:pt x="369" y="31"/>
                    <a:pt x="367" y="31"/>
                  </a:cubicBezTo>
                  <a:cubicBezTo>
                    <a:pt x="366" y="30"/>
                    <a:pt x="365" y="30"/>
                    <a:pt x="364" y="29"/>
                  </a:cubicBezTo>
                  <a:cubicBezTo>
                    <a:pt x="363" y="29"/>
                    <a:pt x="362" y="28"/>
                    <a:pt x="361" y="27"/>
                  </a:cubicBezTo>
                  <a:cubicBezTo>
                    <a:pt x="361" y="25"/>
                    <a:pt x="359" y="23"/>
                    <a:pt x="357" y="21"/>
                  </a:cubicBezTo>
                  <a:cubicBezTo>
                    <a:pt x="356" y="20"/>
                    <a:pt x="354" y="19"/>
                    <a:pt x="353" y="19"/>
                  </a:cubicBezTo>
                  <a:cubicBezTo>
                    <a:pt x="351" y="17"/>
                    <a:pt x="348" y="16"/>
                    <a:pt x="346" y="15"/>
                  </a:cubicBezTo>
                  <a:cubicBezTo>
                    <a:pt x="346" y="14"/>
                    <a:pt x="345" y="14"/>
                    <a:pt x="344" y="13"/>
                  </a:cubicBezTo>
                  <a:cubicBezTo>
                    <a:pt x="344" y="12"/>
                    <a:pt x="343" y="10"/>
                    <a:pt x="341" y="9"/>
                  </a:cubicBezTo>
                  <a:cubicBezTo>
                    <a:pt x="340" y="7"/>
                    <a:pt x="338" y="7"/>
                    <a:pt x="336" y="7"/>
                  </a:cubicBezTo>
                  <a:cubicBezTo>
                    <a:pt x="336" y="5"/>
                    <a:pt x="335" y="4"/>
                    <a:pt x="333" y="3"/>
                  </a:cubicBezTo>
                  <a:cubicBezTo>
                    <a:pt x="330" y="0"/>
                    <a:pt x="326" y="0"/>
                    <a:pt x="324" y="1"/>
                  </a:cubicBezTo>
                  <a:cubicBezTo>
                    <a:pt x="323" y="1"/>
                    <a:pt x="322" y="1"/>
                    <a:pt x="322" y="1"/>
                  </a:cubicBezTo>
                  <a:cubicBezTo>
                    <a:pt x="317" y="1"/>
                    <a:pt x="313" y="5"/>
                    <a:pt x="313" y="10"/>
                  </a:cubicBezTo>
                  <a:cubicBezTo>
                    <a:pt x="313" y="12"/>
                    <a:pt x="313" y="13"/>
                    <a:pt x="314" y="15"/>
                  </a:cubicBezTo>
                  <a:cubicBezTo>
                    <a:pt x="313" y="17"/>
                    <a:pt x="313" y="20"/>
                    <a:pt x="313" y="22"/>
                  </a:cubicBezTo>
                  <a:cubicBezTo>
                    <a:pt x="313" y="24"/>
                    <a:pt x="313" y="26"/>
                    <a:pt x="314" y="27"/>
                  </a:cubicBezTo>
                  <a:cubicBezTo>
                    <a:pt x="313" y="29"/>
                    <a:pt x="313" y="32"/>
                    <a:pt x="313" y="35"/>
                  </a:cubicBezTo>
                  <a:cubicBezTo>
                    <a:pt x="313" y="36"/>
                    <a:pt x="313" y="38"/>
                    <a:pt x="314" y="39"/>
                  </a:cubicBezTo>
                  <a:cubicBezTo>
                    <a:pt x="313" y="42"/>
                    <a:pt x="313" y="45"/>
                    <a:pt x="313" y="48"/>
                  </a:cubicBezTo>
                  <a:cubicBezTo>
                    <a:pt x="313" y="50"/>
                    <a:pt x="313" y="51"/>
                    <a:pt x="314" y="53"/>
                  </a:cubicBezTo>
                  <a:cubicBezTo>
                    <a:pt x="313" y="55"/>
                    <a:pt x="313" y="57"/>
                    <a:pt x="313" y="60"/>
                  </a:cubicBezTo>
                  <a:cubicBezTo>
                    <a:pt x="313" y="62"/>
                    <a:pt x="313" y="64"/>
                    <a:pt x="314" y="65"/>
                  </a:cubicBezTo>
                  <a:cubicBezTo>
                    <a:pt x="313" y="68"/>
                    <a:pt x="313" y="70"/>
                    <a:pt x="313" y="73"/>
                  </a:cubicBezTo>
                  <a:cubicBezTo>
                    <a:pt x="313" y="75"/>
                    <a:pt x="313" y="76"/>
                    <a:pt x="314" y="78"/>
                  </a:cubicBezTo>
                  <a:cubicBezTo>
                    <a:pt x="313" y="80"/>
                    <a:pt x="313" y="82"/>
                    <a:pt x="313" y="85"/>
                  </a:cubicBezTo>
                  <a:cubicBezTo>
                    <a:pt x="313" y="87"/>
                    <a:pt x="313" y="89"/>
                    <a:pt x="314" y="90"/>
                  </a:cubicBezTo>
                  <a:cubicBezTo>
                    <a:pt x="313" y="92"/>
                    <a:pt x="313" y="95"/>
                    <a:pt x="313" y="98"/>
                  </a:cubicBezTo>
                  <a:cubicBezTo>
                    <a:pt x="313" y="98"/>
                    <a:pt x="313" y="99"/>
                    <a:pt x="313" y="99"/>
                  </a:cubicBezTo>
                  <a:cubicBezTo>
                    <a:pt x="308" y="101"/>
                    <a:pt x="297" y="104"/>
                    <a:pt x="268" y="103"/>
                  </a:cubicBezTo>
                  <a:cubicBezTo>
                    <a:pt x="240" y="102"/>
                    <a:pt x="204" y="99"/>
                    <a:pt x="168" y="95"/>
                  </a:cubicBezTo>
                  <a:cubicBezTo>
                    <a:pt x="80" y="86"/>
                    <a:pt x="24" y="82"/>
                    <a:pt x="7" y="98"/>
                  </a:cubicBezTo>
                  <a:cubicBezTo>
                    <a:pt x="3" y="101"/>
                    <a:pt x="1" y="106"/>
                    <a:pt x="1" y="111"/>
                  </a:cubicBezTo>
                  <a:cubicBezTo>
                    <a:pt x="1" y="114"/>
                    <a:pt x="3" y="117"/>
                    <a:pt x="5" y="118"/>
                  </a:cubicBezTo>
                  <a:cubicBezTo>
                    <a:pt x="6" y="119"/>
                    <a:pt x="8" y="120"/>
                    <a:pt x="10" y="120"/>
                  </a:cubicBezTo>
                  <a:cubicBezTo>
                    <a:pt x="12" y="122"/>
                    <a:pt x="12" y="123"/>
                    <a:pt x="12" y="124"/>
                  </a:cubicBezTo>
                  <a:cubicBezTo>
                    <a:pt x="12" y="127"/>
                    <a:pt x="14" y="130"/>
                    <a:pt x="16" y="131"/>
                  </a:cubicBezTo>
                  <a:cubicBezTo>
                    <a:pt x="17" y="132"/>
                    <a:pt x="18" y="132"/>
                    <a:pt x="19" y="133"/>
                  </a:cubicBezTo>
                  <a:cubicBezTo>
                    <a:pt x="20" y="135"/>
                    <a:pt x="22" y="137"/>
                    <a:pt x="23" y="139"/>
                  </a:cubicBezTo>
                  <a:cubicBezTo>
                    <a:pt x="24" y="139"/>
                    <a:pt x="24" y="140"/>
                    <a:pt x="24" y="140"/>
                  </a:cubicBezTo>
                  <a:cubicBezTo>
                    <a:pt x="25" y="142"/>
                    <a:pt x="26" y="143"/>
                    <a:pt x="27" y="144"/>
                  </a:cubicBezTo>
                  <a:cubicBezTo>
                    <a:pt x="28" y="145"/>
                    <a:pt x="30" y="145"/>
                    <a:pt x="31" y="146"/>
                  </a:cubicBezTo>
                  <a:cubicBezTo>
                    <a:pt x="31" y="147"/>
                    <a:pt x="32" y="149"/>
                    <a:pt x="34" y="150"/>
                  </a:cubicBezTo>
                  <a:cubicBezTo>
                    <a:pt x="34" y="151"/>
                    <a:pt x="35" y="152"/>
                    <a:pt x="35" y="152"/>
                  </a:cubicBezTo>
                  <a:cubicBezTo>
                    <a:pt x="36" y="154"/>
                    <a:pt x="36" y="155"/>
                    <a:pt x="38" y="156"/>
                  </a:cubicBezTo>
                  <a:cubicBezTo>
                    <a:pt x="39" y="157"/>
                    <a:pt x="41" y="158"/>
                    <a:pt x="42" y="158"/>
                  </a:cubicBezTo>
                  <a:cubicBezTo>
                    <a:pt x="42" y="159"/>
                    <a:pt x="43" y="159"/>
                    <a:pt x="43" y="159"/>
                  </a:cubicBezTo>
                  <a:cubicBezTo>
                    <a:pt x="44" y="161"/>
                    <a:pt x="46" y="163"/>
                    <a:pt x="46" y="164"/>
                  </a:cubicBezTo>
                  <a:cubicBezTo>
                    <a:pt x="47" y="167"/>
                    <a:pt x="48" y="169"/>
                    <a:pt x="50" y="170"/>
                  </a:cubicBezTo>
                  <a:cubicBezTo>
                    <a:pt x="52" y="171"/>
                    <a:pt x="54" y="172"/>
                    <a:pt x="55" y="172"/>
                  </a:cubicBezTo>
                  <a:cubicBezTo>
                    <a:pt x="57" y="174"/>
                    <a:pt x="58" y="176"/>
                    <a:pt x="58" y="176"/>
                  </a:cubicBezTo>
                  <a:cubicBezTo>
                    <a:pt x="58" y="179"/>
                    <a:pt x="59" y="182"/>
                    <a:pt x="62" y="184"/>
                  </a:cubicBezTo>
                  <a:cubicBezTo>
                    <a:pt x="64" y="185"/>
                    <a:pt x="66" y="185"/>
                    <a:pt x="67" y="185"/>
                  </a:cubicBezTo>
                  <a:cubicBezTo>
                    <a:pt x="67" y="185"/>
                    <a:pt x="67" y="185"/>
                    <a:pt x="67" y="185"/>
                  </a:cubicBezTo>
                  <a:cubicBezTo>
                    <a:pt x="68" y="186"/>
                    <a:pt x="69" y="188"/>
                    <a:pt x="69" y="188"/>
                  </a:cubicBezTo>
                  <a:cubicBezTo>
                    <a:pt x="69" y="191"/>
                    <a:pt x="70" y="193"/>
                    <a:pt x="72" y="195"/>
                  </a:cubicBezTo>
                  <a:cubicBezTo>
                    <a:pt x="73" y="196"/>
                    <a:pt x="74" y="197"/>
                    <a:pt x="75" y="197"/>
                  </a:cubicBezTo>
                  <a:cubicBezTo>
                    <a:pt x="76" y="201"/>
                    <a:pt x="79" y="204"/>
                    <a:pt x="81" y="206"/>
                  </a:cubicBezTo>
                  <a:cubicBezTo>
                    <a:pt x="80" y="208"/>
                    <a:pt x="79" y="210"/>
                    <a:pt x="79" y="212"/>
                  </a:cubicBezTo>
                  <a:cubicBezTo>
                    <a:pt x="68" y="221"/>
                    <a:pt x="68" y="222"/>
                    <a:pt x="68" y="226"/>
                  </a:cubicBezTo>
                  <a:cubicBezTo>
                    <a:pt x="63" y="228"/>
                    <a:pt x="58" y="231"/>
                    <a:pt x="57" y="236"/>
                  </a:cubicBezTo>
                  <a:cubicBezTo>
                    <a:pt x="50" y="241"/>
                    <a:pt x="46" y="246"/>
                    <a:pt x="45" y="250"/>
                  </a:cubicBezTo>
                  <a:cubicBezTo>
                    <a:pt x="40" y="253"/>
                    <a:pt x="35" y="257"/>
                    <a:pt x="34" y="262"/>
                  </a:cubicBezTo>
                  <a:cubicBezTo>
                    <a:pt x="23" y="270"/>
                    <a:pt x="22" y="275"/>
                    <a:pt x="22" y="278"/>
                  </a:cubicBezTo>
                  <a:cubicBezTo>
                    <a:pt x="20" y="280"/>
                    <a:pt x="17" y="282"/>
                    <a:pt x="14" y="285"/>
                  </a:cubicBezTo>
                  <a:cubicBezTo>
                    <a:pt x="13" y="286"/>
                    <a:pt x="12" y="287"/>
                    <a:pt x="11" y="289"/>
                  </a:cubicBezTo>
                  <a:cubicBezTo>
                    <a:pt x="0" y="298"/>
                    <a:pt x="0" y="302"/>
                    <a:pt x="0" y="305"/>
                  </a:cubicBezTo>
                  <a:cubicBezTo>
                    <a:pt x="0" y="307"/>
                    <a:pt x="1" y="310"/>
                    <a:pt x="3" y="312"/>
                  </a:cubicBezTo>
                  <a:cubicBezTo>
                    <a:pt x="4" y="312"/>
                    <a:pt x="4" y="312"/>
                    <a:pt x="4" y="313"/>
                  </a:cubicBezTo>
                  <a:cubicBezTo>
                    <a:pt x="6" y="318"/>
                    <a:pt x="9" y="323"/>
                    <a:pt x="14" y="327"/>
                  </a:cubicBezTo>
                  <a:cubicBezTo>
                    <a:pt x="36" y="345"/>
                    <a:pt x="92" y="331"/>
                    <a:pt x="157" y="316"/>
                  </a:cubicBezTo>
                  <a:cubicBezTo>
                    <a:pt x="217" y="301"/>
                    <a:pt x="284" y="285"/>
                    <a:pt x="306" y="301"/>
                  </a:cubicBezTo>
                  <a:cubicBezTo>
                    <a:pt x="309" y="304"/>
                    <a:pt x="312" y="308"/>
                    <a:pt x="312" y="317"/>
                  </a:cubicBezTo>
                  <a:cubicBezTo>
                    <a:pt x="312" y="319"/>
                    <a:pt x="313" y="321"/>
                    <a:pt x="314" y="322"/>
                  </a:cubicBezTo>
                  <a:cubicBezTo>
                    <a:pt x="313" y="325"/>
                    <a:pt x="312" y="328"/>
                    <a:pt x="312" y="330"/>
                  </a:cubicBezTo>
                  <a:cubicBezTo>
                    <a:pt x="312" y="332"/>
                    <a:pt x="313" y="334"/>
                    <a:pt x="314" y="335"/>
                  </a:cubicBezTo>
                  <a:cubicBezTo>
                    <a:pt x="313" y="337"/>
                    <a:pt x="313" y="340"/>
                    <a:pt x="313" y="343"/>
                  </a:cubicBezTo>
                  <a:cubicBezTo>
                    <a:pt x="313" y="345"/>
                    <a:pt x="313" y="347"/>
                    <a:pt x="314" y="348"/>
                  </a:cubicBezTo>
                  <a:cubicBezTo>
                    <a:pt x="314" y="349"/>
                    <a:pt x="314" y="349"/>
                    <a:pt x="314" y="349"/>
                  </a:cubicBezTo>
                  <a:cubicBezTo>
                    <a:pt x="313" y="353"/>
                    <a:pt x="313" y="354"/>
                    <a:pt x="313" y="356"/>
                  </a:cubicBezTo>
                  <a:cubicBezTo>
                    <a:pt x="313" y="358"/>
                    <a:pt x="313" y="359"/>
                    <a:pt x="314" y="361"/>
                  </a:cubicBezTo>
                  <a:cubicBezTo>
                    <a:pt x="314" y="363"/>
                    <a:pt x="313" y="365"/>
                    <a:pt x="313" y="366"/>
                  </a:cubicBezTo>
                  <a:cubicBezTo>
                    <a:pt x="312" y="369"/>
                    <a:pt x="313" y="372"/>
                    <a:pt x="314" y="374"/>
                  </a:cubicBezTo>
                  <a:cubicBezTo>
                    <a:pt x="314" y="375"/>
                    <a:pt x="314" y="376"/>
                    <a:pt x="314" y="377"/>
                  </a:cubicBezTo>
                  <a:cubicBezTo>
                    <a:pt x="313" y="379"/>
                    <a:pt x="313" y="380"/>
                    <a:pt x="313" y="382"/>
                  </a:cubicBezTo>
                  <a:cubicBezTo>
                    <a:pt x="313" y="383"/>
                    <a:pt x="313" y="385"/>
                    <a:pt x="314" y="386"/>
                  </a:cubicBezTo>
                  <a:cubicBezTo>
                    <a:pt x="313" y="389"/>
                    <a:pt x="313" y="392"/>
                    <a:pt x="313" y="395"/>
                  </a:cubicBezTo>
                  <a:cubicBezTo>
                    <a:pt x="313" y="397"/>
                    <a:pt x="314" y="400"/>
                    <a:pt x="316" y="402"/>
                  </a:cubicBezTo>
                  <a:cubicBezTo>
                    <a:pt x="318" y="403"/>
                    <a:pt x="320" y="404"/>
                    <a:pt x="322" y="404"/>
                  </a:cubicBezTo>
                  <a:cubicBezTo>
                    <a:pt x="323" y="404"/>
                    <a:pt x="323" y="404"/>
                    <a:pt x="323" y="404"/>
                  </a:cubicBezTo>
                  <a:cubicBezTo>
                    <a:pt x="324" y="405"/>
                    <a:pt x="325" y="406"/>
                    <a:pt x="325" y="406"/>
                  </a:cubicBezTo>
                  <a:cubicBezTo>
                    <a:pt x="327" y="407"/>
                    <a:pt x="329" y="408"/>
                    <a:pt x="331" y="408"/>
                  </a:cubicBezTo>
                  <a:cubicBezTo>
                    <a:pt x="332" y="408"/>
                    <a:pt x="333" y="408"/>
                    <a:pt x="334" y="407"/>
                  </a:cubicBezTo>
                  <a:cubicBezTo>
                    <a:pt x="338" y="408"/>
                    <a:pt x="341" y="406"/>
                    <a:pt x="343" y="403"/>
                  </a:cubicBezTo>
                  <a:cubicBezTo>
                    <a:pt x="350" y="401"/>
                    <a:pt x="360" y="397"/>
                    <a:pt x="360" y="387"/>
                  </a:cubicBezTo>
                  <a:cubicBezTo>
                    <a:pt x="361" y="387"/>
                    <a:pt x="362" y="386"/>
                    <a:pt x="363" y="386"/>
                  </a:cubicBezTo>
                  <a:cubicBezTo>
                    <a:pt x="367" y="385"/>
                    <a:pt x="371" y="383"/>
                    <a:pt x="374" y="380"/>
                  </a:cubicBezTo>
                  <a:cubicBezTo>
                    <a:pt x="390" y="376"/>
                    <a:pt x="393" y="367"/>
                    <a:pt x="393" y="361"/>
                  </a:cubicBezTo>
                  <a:cubicBezTo>
                    <a:pt x="393" y="361"/>
                    <a:pt x="393" y="360"/>
                    <a:pt x="393" y="360"/>
                  </a:cubicBezTo>
                  <a:cubicBezTo>
                    <a:pt x="394" y="360"/>
                    <a:pt x="395" y="360"/>
                    <a:pt x="396" y="360"/>
                  </a:cubicBezTo>
                  <a:cubicBezTo>
                    <a:pt x="401" y="359"/>
                    <a:pt x="410" y="357"/>
                    <a:pt x="410" y="348"/>
                  </a:cubicBezTo>
                  <a:cubicBezTo>
                    <a:pt x="411" y="348"/>
                    <a:pt x="411" y="348"/>
                    <a:pt x="411" y="348"/>
                  </a:cubicBezTo>
                  <a:cubicBezTo>
                    <a:pt x="416" y="347"/>
                    <a:pt x="426" y="345"/>
                    <a:pt x="427" y="337"/>
                  </a:cubicBezTo>
                  <a:cubicBezTo>
                    <a:pt x="433" y="337"/>
                    <a:pt x="443" y="334"/>
                    <a:pt x="444" y="323"/>
                  </a:cubicBezTo>
                  <a:cubicBezTo>
                    <a:pt x="447" y="322"/>
                    <a:pt x="451" y="320"/>
                    <a:pt x="452" y="319"/>
                  </a:cubicBezTo>
                  <a:cubicBezTo>
                    <a:pt x="457" y="316"/>
                    <a:pt x="461" y="315"/>
                    <a:pt x="461" y="310"/>
                  </a:cubicBezTo>
                  <a:cubicBezTo>
                    <a:pt x="467" y="309"/>
                    <a:pt x="478" y="307"/>
                    <a:pt x="478" y="296"/>
                  </a:cubicBezTo>
                  <a:cubicBezTo>
                    <a:pt x="478" y="296"/>
                    <a:pt x="478" y="295"/>
                    <a:pt x="478" y="295"/>
                  </a:cubicBezTo>
                  <a:cubicBezTo>
                    <a:pt x="480" y="294"/>
                    <a:pt x="481" y="294"/>
                    <a:pt x="482" y="294"/>
                  </a:cubicBezTo>
                  <a:cubicBezTo>
                    <a:pt x="486" y="293"/>
                    <a:pt x="492" y="292"/>
                    <a:pt x="494" y="287"/>
                  </a:cubicBezTo>
                  <a:cubicBezTo>
                    <a:pt x="501" y="285"/>
                    <a:pt x="511" y="282"/>
                    <a:pt x="511" y="271"/>
                  </a:cubicBezTo>
                  <a:cubicBezTo>
                    <a:pt x="512" y="271"/>
                    <a:pt x="512" y="270"/>
                    <a:pt x="513" y="270"/>
                  </a:cubicBezTo>
                  <a:cubicBezTo>
                    <a:pt x="518" y="269"/>
                    <a:pt x="528" y="267"/>
                    <a:pt x="528" y="258"/>
                  </a:cubicBezTo>
                  <a:cubicBezTo>
                    <a:pt x="528" y="258"/>
                    <a:pt x="529" y="258"/>
                    <a:pt x="530" y="258"/>
                  </a:cubicBezTo>
                  <a:cubicBezTo>
                    <a:pt x="535" y="257"/>
                    <a:pt x="544" y="254"/>
                    <a:pt x="545" y="246"/>
                  </a:cubicBezTo>
                  <a:cubicBezTo>
                    <a:pt x="547" y="245"/>
                    <a:pt x="551" y="243"/>
                    <a:pt x="555" y="241"/>
                  </a:cubicBezTo>
                  <a:cubicBezTo>
                    <a:pt x="556" y="241"/>
                    <a:pt x="558" y="240"/>
                    <a:pt x="559" y="238"/>
                  </a:cubicBezTo>
                  <a:cubicBezTo>
                    <a:pt x="567" y="236"/>
                    <a:pt x="576" y="232"/>
                    <a:pt x="578" y="223"/>
                  </a:cubicBezTo>
                  <a:cubicBezTo>
                    <a:pt x="586" y="220"/>
                    <a:pt x="595" y="216"/>
                    <a:pt x="595" y="207"/>
                  </a:cubicBezTo>
                  <a:cubicBezTo>
                    <a:pt x="595" y="204"/>
                    <a:pt x="594" y="201"/>
                    <a:pt x="592" y="199"/>
                  </a:cubicBezTo>
                  <a:close/>
                </a:path>
              </a:pathLst>
            </a:custGeom>
            <a:solidFill>
              <a:srgbClr val="FF0000"/>
            </a:solidFill>
            <a:ln/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033824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idx="1"/>
          </p:nvPr>
        </p:nvSpPr>
        <p:spPr>
          <a:xfrm>
            <a:off x="460664" y="1371601"/>
            <a:ext cx="11270672" cy="1614825"/>
          </a:xfrm>
        </p:spPr>
        <p:txBody>
          <a:bodyPr/>
          <a:lstStyle/>
          <a:p>
            <a:pPr marL="277812" lvl="1" indent="0" algn="ctr">
              <a:buNone/>
            </a:pPr>
            <a:r>
              <a:rPr lang="en-US" sz="3200" b="1" i="1" dirty="0"/>
              <a:t>alternative ways of doing a task implement the same interface</a:t>
            </a:r>
            <a:br>
              <a:rPr lang="en-US" sz="2400" dirty="0"/>
            </a:br>
            <a:r>
              <a:rPr lang="en-US" sz="2400" i="1" dirty="0" err="1"/>
              <a:t>eg</a:t>
            </a:r>
            <a:r>
              <a:rPr lang="en-US" sz="2400" i="1" dirty="0"/>
              <a:t>: sorting, heuristics, handling a message, sending a notification, loading config...</a:t>
            </a:r>
            <a:endParaRPr lang="nl-BE" sz="2400" i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Strategy</a:t>
            </a:r>
            <a:endParaRPr lang="nl-BE" dirty="0"/>
          </a:p>
        </p:txBody>
      </p:sp>
      <p:grpSp>
        <p:nvGrpSpPr>
          <p:cNvPr id="6" name="Group 5"/>
          <p:cNvGrpSpPr/>
          <p:nvPr/>
        </p:nvGrpSpPr>
        <p:grpSpPr>
          <a:xfrm>
            <a:off x="4890578" y="3521588"/>
            <a:ext cx="2662366" cy="1150150"/>
            <a:chOff x="2425700" y="3520440"/>
            <a:chExt cx="1894840" cy="918210"/>
          </a:xfrm>
        </p:grpSpPr>
        <p:sp>
          <p:nvSpPr>
            <p:cNvPr id="7" name="Rectangle 6"/>
            <p:cNvSpPr/>
            <p:nvPr/>
          </p:nvSpPr>
          <p:spPr bwMode="auto">
            <a:xfrm>
              <a:off x="2425700" y="3520440"/>
              <a:ext cx="1892300" cy="918210"/>
            </a:xfrm>
            <a:prstGeom prst="rect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«interface»</a:t>
              </a: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1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TaxCalculator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</a:b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calculate(parcel):fee</a:t>
              </a:r>
            </a:p>
          </p:txBody>
        </p:sp>
        <p:cxnSp>
          <p:nvCxnSpPr>
            <p:cNvPr id="8" name="Straight Connector 7"/>
            <p:cNvCxnSpPr/>
            <p:nvPr/>
          </p:nvCxnSpPr>
          <p:spPr bwMode="auto">
            <a:xfrm rot="10800000">
              <a:off x="2430780" y="4099560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20" name="Group 19"/>
          <p:cNvGrpSpPr/>
          <p:nvPr/>
        </p:nvGrpSpPr>
        <p:grpSpPr>
          <a:xfrm>
            <a:off x="3206698" y="5376052"/>
            <a:ext cx="2499158" cy="796148"/>
            <a:chOff x="2138597" y="5376052"/>
            <a:chExt cx="1894841" cy="708660"/>
          </a:xfrm>
        </p:grpSpPr>
        <p:sp>
          <p:nvSpPr>
            <p:cNvPr id="9" name="Rectangle 8"/>
            <p:cNvSpPr/>
            <p:nvPr/>
          </p:nvSpPr>
          <p:spPr bwMode="auto">
            <a:xfrm>
              <a:off x="2141138" y="5376052"/>
              <a:ext cx="1892300" cy="708660"/>
            </a:xfrm>
            <a:prstGeom prst="rect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EU</a:t>
              </a:r>
              <a:r>
                <a:rPr kumimoji="0" lang="en-US" sz="200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Tax</a:t>
              </a:r>
              <a:r>
                <a:rPr kumimoji="0" lang="en-US" sz="2000" i="0" u="none" strike="noStrike" kern="1200" cap="none" spc="0" normalizeH="0" baseline="0" noProof="0" dirty="0" err="1">
                  <a:ln>
                    <a:noFill/>
                  </a:ln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Calculator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</a:b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calculate(parcel):fee</a:t>
              </a:r>
              <a:endParaRPr kumimoji="0" lang="nl-BE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 bwMode="auto">
            <a:xfrm rot="10800000">
              <a:off x="2138597" y="5718952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" name="Isosceles Triangle 10"/>
          <p:cNvSpPr/>
          <p:nvPr/>
        </p:nvSpPr>
        <p:spPr bwMode="auto">
          <a:xfrm>
            <a:off x="6009640" y="4738794"/>
            <a:ext cx="172720" cy="134112"/>
          </a:xfrm>
          <a:prstGeom prst="triangle">
            <a:avLst/>
          </a:prstGeom>
          <a:gradFill flip="none" rotWithShape="1">
            <a:gsLst>
              <a:gs pos="0">
                <a:srgbClr val="FFCC6A"/>
              </a:gs>
              <a:gs pos="100000">
                <a:srgbClr val="FCF2E3">
                  <a:shade val="100000"/>
                  <a:satMod val="115000"/>
                </a:srgbClr>
              </a:gs>
            </a:gsLst>
            <a:lin ang="13500000" scaled="1"/>
            <a:tileRect/>
          </a:gra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36000" rIns="9144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nl-BE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cxnSp>
        <p:nvCxnSpPr>
          <p:cNvPr id="12" name="Straight Connector 11"/>
          <p:cNvCxnSpPr>
            <a:cxnSpLocks/>
            <a:stCxn id="11" idx="3"/>
            <a:endCxn id="9" idx="0"/>
          </p:cNvCxnSpPr>
          <p:nvPr/>
        </p:nvCxnSpPr>
        <p:spPr bwMode="auto">
          <a:xfrm rot="5400000">
            <a:off x="5025404" y="4305456"/>
            <a:ext cx="503146" cy="1638047"/>
          </a:xfrm>
          <a:prstGeom prst="bentConnector3">
            <a:avLst>
              <a:gd name="adj1" fmla="val 50000"/>
            </a:avLst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Arrow Connector 13"/>
          <p:cNvCxnSpPr>
            <a:cxnSpLocks/>
          </p:cNvCxnSpPr>
          <p:nvPr/>
        </p:nvCxnSpPr>
        <p:spPr bwMode="auto">
          <a:xfrm>
            <a:off x="4024830" y="4150275"/>
            <a:ext cx="865748" cy="0"/>
          </a:xfrm>
          <a:prstGeom prst="straightConnector1">
            <a:avLst/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6577912" y="5376052"/>
            <a:ext cx="2425370" cy="796148"/>
            <a:chOff x="5518855" y="5376052"/>
            <a:chExt cx="1894840" cy="708660"/>
          </a:xfrm>
        </p:grpSpPr>
        <p:sp>
          <p:nvSpPr>
            <p:cNvPr id="15" name="Rectangle 14"/>
            <p:cNvSpPr/>
            <p:nvPr/>
          </p:nvSpPr>
          <p:spPr bwMode="auto">
            <a:xfrm>
              <a:off x="5518855" y="5376052"/>
              <a:ext cx="1892300" cy="708660"/>
            </a:xfrm>
            <a:prstGeom prst="rect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China</a:t>
              </a:r>
              <a:r>
                <a:rPr kumimoji="0" lang="en-US" sz="200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TaxCalculator</a:t>
              </a:r>
              <a:b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</a:b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itchFamily="34" charset="0"/>
                  <a:ea typeface="+mn-ea"/>
                  <a:cs typeface="Calibri" pitchFamily="34" charset="0"/>
                </a:rPr>
                <a:t>calculate(parcel):fee</a:t>
              </a:r>
              <a:endParaRPr kumimoji="0" lang="nl-BE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endParaRPr>
            </a:p>
          </p:txBody>
        </p:sp>
        <p:cxnSp>
          <p:nvCxnSpPr>
            <p:cNvPr id="16" name="Straight Connector 15"/>
            <p:cNvCxnSpPr/>
            <p:nvPr/>
          </p:nvCxnSpPr>
          <p:spPr bwMode="auto">
            <a:xfrm rot="10800000">
              <a:off x="5523935" y="5718952"/>
              <a:ext cx="1889760" cy="0"/>
            </a:xfrm>
            <a:prstGeom prst="line">
              <a:avLst/>
            </a:prstGeom>
            <a:solidFill>
              <a:srgbClr val="C0C0C0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7" name="Elbow Connector 16"/>
          <p:cNvCxnSpPr>
            <a:stCxn id="15" idx="0"/>
            <a:endCxn id="11" idx="3"/>
          </p:cNvCxnSpPr>
          <p:nvPr/>
        </p:nvCxnSpPr>
        <p:spPr bwMode="auto">
          <a:xfrm rot="16200000" flipV="1">
            <a:off x="6690913" y="4277993"/>
            <a:ext cx="503146" cy="1692972"/>
          </a:xfrm>
          <a:prstGeom prst="bentConnector3">
            <a:avLst>
              <a:gd name="adj1" fmla="val 50000"/>
            </a:avLst>
          </a:prstGeom>
          <a:solidFill>
            <a:srgbClr val="C0C0C0"/>
          </a:solidFill>
          <a:ln w="19050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6B860F7-2187-7605-D4C8-1D0FB612B8BC}"/>
              </a:ext>
            </a:extLst>
          </p:cNvPr>
          <p:cNvGrpSpPr/>
          <p:nvPr/>
        </p:nvGrpSpPr>
        <p:grpSpPr>
          <a:xfrm>
            <a:off x="2154280" y="3111520"/>
            <a:ext cx="2956770" cy="507872"/>
            <a:chOff x="3410777" y="2414207"/>
            <a:chExt cx="2956770" cy="50787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DEF259E-7D3A-5C15-673D-A65DF3307FC1}"/>
                </a:ext>
              </a:extLst>
            </p:cNvPr>
            <p:cNvSpPr txBox="1"/>
            <p:nvPr/>
          </p:nvSpPr>
          <p:spPr>
            <a:xfrm>
              <a:off x="3410777" y="2414207"/>
              <a:ext cx="245932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latin typeface="EraserDust" panose="020C0804040000000001" pitchFamily="34" charset="0"/>
                  <a:cs typeface="Calibri" pitchFamily="34" charset="0"/>
                </a:rPr>
                <a:t>Contract of the task</a:t>
              </a:r>
              <a:endParaRPr lang="en-US" dirty="0">
                <a:latin typeface="EraserDust" panose="020C0804040000000001" pitchFamily="34" charset="0"/>
                <a:cs typeface="Calibri" pitchFamily="34" charset="0"/>
              </a:endParaRPr>
            </a:p>
          </p:txBody>
        </p:sp>
        <p:pic>
          <p:nvPicPr>
            <p:cNvPr id="24" name="Picture 6" descr="E:\fppt\template\arrows\arrow4.png">
              <a:extLst>
                <a:ext uri="{FF2B5EF4-FFF2-40B4-BE49-F238E27FC236}">
                  <a16:creationId xmlns:a16="http://schemas.microsoft.com/office/drawing/2014/main" id="{A96C53CB-52F3-BBFB-07DF-5F1A8CCC23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623417" flipH="1" flipV="1">
              <a:off x="5857306" y="2537524"/>
              <a:ext cx="510241" cy="3845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0B530DF-B56E-E9E6-B00D-57CA98EF656F}"/>
              </a:ext>
            </a:extLst>
          </p:cNvPr>
          <p:cNvGrpSpPr/>
          <p:nvPr/>
        </p:nvGrpSpPr>
        <p:grpSpPr>
          <a:xfrm>
            <a:off x="8558935" y="2603197"/>
            <a:ext cx="3323986" cy="1301621"/>
            <a:chOff x="8753599" y="3623088"/>
            <a:chExt cx="3323986" cy="1301621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34D1AAB-ADA5-B088-00CE-4559643CB875}"/>
                </a:ext>
              </a:extLst>
            </p:cNvPr>
            <p:cNvSpPr txBox="1"/>
            <p:nvPr/>
          </p:nvSpPr>
          <p:spPr>
            <a:xfrm>
              <a:off x="9755987" y="3857242"/>
              <a:ext cx="2321598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 algn="l">
                <a:buFont typeface="Wingdings" pitchFamily="2" charset="2"/>
                <a:buChar char="Ø"/>
              </a:pPr>
              <a:r>
                <a:rPr lang="en-US" sz="2400" dirty="0">
                  <a:latin typeface="Calibri" pitchFamily="34" charset="0"/>
                  <a:cs typeface="Calibri" pitchFamily="34" charset="0"/>
                </a:rPr>
                <a:t>Plugins (</a:t>
              </a:r>
              <a:r>
                <a:rPr lang="en-US" sz="2400" b="1" dirty="0">
                  <a:solidFill>
                    <a:srgbClr val="00B050"/>
                  </a:solidFill>
                  <a:latin typeface="EraserDust" panose="020C0804040000000001" pitchFamily="34" charset="0"/>
                  <a:cs typeface="Calibri" pitchFamily="34" charset="0"/>
                </a:rPr>
                <a:t>OCP</a:t>
              </a:r>
              <a:r>
                <a:rPr lang="en-US" sz="2400" dirty="0">
                  <a:latin typeface="Calibri" pitchFamily="34" charset="0"/>
                  <a:cs typeface="Calibri" pitchFamily="34" charset="0"/>
                </a:rPr>
                <a:t>)</a:t>
              </a:r>
            </a:p>
            <a:p>
              <a:pPr marL="342900" indent="-342900" algn="l">
                <a:buFont typeface="Wingdings" pitchFamily="2" charset="2"/>
                <a:buChar char="Ø"/>
              </a:pPr>
              <a:r>
                <a:rPr lang="en-US" sz="2400" dirty="0">
                  <a:latin typeface="Calibri" pitchFamily="34" charset="0"/>
                  <a:cs typeface="Calibri" pitchFamily="34" charset="0"/>
                </a:rPr>
                <a:t>Complex Logic</a:t>
              </a:r>
            </a:p>
          </p:txBody>
        </p:sp>
        <p:pic>
          <p:nvPicPr>
            <p:cNvPr id="25" name="Picture 4" descr="Cartoon glowing yellow light bulb Royalty Free Vector Image">
              <a:extLst>
                <a:ext uri="{FF2B5EF4-FFF2-40B4-BE49-F238E27FC236}">
                  <a16:creationId xmlns:a16="http://schemas.microsoft.com/office/drawing/2014/main" id="{9CEF9EAD-54F6-5622-19DD-AB6BC1E7A3E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2" b="8064"/>
            <a:stretch/>
          </p:blipFill>
          <p:spPr bwMode="auto">
            <a:xfrm>
              <a:off x="8753599" y="3623088"/>
              <a:ext cx="1283812" cy="130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24583CA5-07C7-26C2-810A-E6340EE5B5FF}"/>
              </a:ext>
            </a:extLst>
          </p:cNvPr>
          <p:cNvSpPr txBox="1"/>
          <p:nvPr/>
        </p:nvSpPr>
        <p:spPr>
          <a:xfrm>
            <a:off x="9561321" y="4584055"/>
            <a:ext cx="2321600" cy="1723549"/>
          </a:xfrm>
          <a:prstGeom prst="rect">
            <a:avLst/>
          </a:prstGeom>
          <a:solidFill>
            <a:srgbClr val="FFC6C7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EraserDust" panose="020C0804040000000001" pitchFamily="34" charset="0"/>
                <a:cs typeface="Calibri" pitchFamily="34" charset="0"/>
              </a:rPr>
              <a:t>Functional</a:t>
            </a:r>
            <a:br>
              <a:rPr lang="en-US" sz="2800" dirty="0">
                <a:latin typeface="EraserDust" panose="020C0804040000000001" pitchFamily="34" charset="0"/>
                <a:cs typeface="Calibri" pitchFamily="34" charset="0"/>
              </a:rPr>
            </a:br>
            <a:r>
              <a:rPr lang="en-US" sz="2800" dirty="0">
                <a:latin typeface="EraserDust" panose="020C0804040000000001" pitchFamily="34" charset="0"/>
                <a:cs typeface="Calibri" pitchFamily="34" charset="0"/>
              </a:rPr>
              <a:t>Programming</a:t>
            </a:r>
          </a:p>
          <a:p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functions are </a:t>
            </a:r>
            <a:b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first-class citizens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35E563C-E72D-1D6E-C357-0F183218D39C}"/>
              </a:ext>
            </a:extLst>
          </p:cNvPr>
          <p:cNvGrpSpPr/>
          <p:nvPr/>
        </p:nvGrpSpPr>
        <p:grpSpPr>
          <a:xfrm>
            <a:off x="9471015" y="3811297"/>
            <a:ext cx="2411906" cy="716775"/>
            <a:chOff x="9471015" y="3811297"/>
            <a:chExt cx="2411906" cy="716775"/>
          </a:xfrm>
        </p:grpSpPr>
        <p:sp>
          <p:nvSpPr>
            <p:cNvPr id="29" name="Freeform 5">
              <a:extLst>
                <a:ext uri="{FF2B5EF4-FFF2-40B4-BE49-F238E27FC236}">
                  <a16:creationId xmlns:a16="http://schemas.microsoft.com/office/drawing/2014/main" id="{00906FD8-D746-762B-49FA-D65CBCF62456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10188895" y="3811297"/>
              <a:ext cx="1694026" cy="716775"/>
            </a:xfrm>
            <a:custGeom>
              <a:avLst/>
              <a:gdLst>
                <a:gd name="T0" fmla="*/ 1642 w 1642"/>
                <a:gd name="T1" fmla="*/ 266 h 771"/>
                <a:gd name="T2" fmla="*/ 1333 w 1642"/>
                <a:gd name="T3" fmla="*/ 0 h 771"/>
                <a:gd name="T4" fmla="*/ 1333 w 1642"/>
                <a:gd name="T5" fmla="*/ 134 h 771"/>
                <a:gd name="T6" fmla="*/ 0 w 1642"/>
                <a:gd name="T7" fmla="*/ 771 h 771"/>
                <a:gd name="T8" fmla="*/ 0 w 1642"/>
                <a:gd name="T9" fmla="*/ 771 h 771"/>
                <a:gd name="T10" fmla="*/ 1333 w 1642"/>
                <a:gd name="T11" fmla="*/ 398 h 771"/>
                <a:gd name="T12" fmla="*/ 1333 w 1642"/>
                <a:gd name="T13" fmla="*/ 532 h 771"/>
                <a:gd name="T14" fmla="*/ 1642 w 1642"/>
                <a:gd name="T15" fmla="*/ 266 h 7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42" h="771">
                  <a:moveTo>
                    <a:pt x="1642" y="266"/>
                  </a:moveTo>
                  <a:cubicBezTo>
                    <a:pt x="1333" y="0"/>
                    <a:pt x="1333" y="0"/>
                    <a:pt x="1333" y="0"/>
                  </a:cubicBezTo>
                  <a:cubicBezTo>
                    <a:pt x="1333" y="134"/>
                    <a:pt x="1333" y="134"/>
                    <a:pt x="1333" y="134"/>
                  </a:cubicBezTo>
                  <a:cubicBezTo>
                    <a:pt x="1333" y="134"/>
                    <a:pt x="394" y="110"/>
                    <a:pt x="0" y="771"/>
                  </a:cubicBezTo>
                  <a:cubicBezTo>
                    <a:pt x="0" y="771"/>
                    <a:pt x="0" y="771"/>
                    <a:pt x="0" y="771"/>
                  </a:cubicBezTo>
                  <a:cubicBezTo>
                    <a:pt x="402" y="297"/>
                    <a:pt x="1333" y="398"/>
                    <a:pt x="1333" y="398"/>
                  </a:cubicBezTo>
                  <a:cubicBezTo>
                    <a:pt x="1333" y="532"/>
                    <a:pt x="1333" y="532"/>
                    <a:pt x="1333" y="532"/>
                  </a:cubicBezTo>
                  <a:lnTo>
                    <a:pt x="1642" y="266"/>
                  </a:lnTo>
                  <a:close/>
                </a:path>
              </a:pathLst>
            </a:custGeom>
            <a:solidFill>
              <a:srgbClr val="DF5327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3E57759-9E92-0614-E5CB-08904A8BE923}"/>
                </a:ext>
              </a:extLst>
            </p:cNvPr>
            <p:cNvSpPr txBox="1"/>
            <p:nvPr/>
          </p:nvSpPr>
          <p:spPr>
            <a:xfrm>
              <a:off x="9471015" y="4009121"/>
              <a:ext cx="11496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latin typeface="Calibri" pitchFamily="34" charset="0"/>
                  <a:cs typeface="Calibri" pitchFamily="34" charset="0"/>
                </a:rPr>
                <a:t>simple?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DE25566-0E16-2C38-24EA-3036700BAFEC}"/>
              </a:ext>
            </a:extLst>
          </p:cNvPr>
          <p:cNvSpPr txBox="1"/>
          <p:nvPr/>
        </p:nvSpPr>
        <p:spPr>
          <a:xfrm>
            <a:off x="986869" y="3927908"/>
            <a:ext cx="2864887" cy="400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code(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TaxCalculator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5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0" grpId="0" animBg="1"/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371600"/>
            <a:ext cx="10972800" cy="4876800"/>
          </a:xfrm>
        </p:spPr>
        <p:txBody>
          <a:bodyPr/>
          <a:lstStyle/>
          <a:p>
            <a:pPr marL="0" indent="0" algn="ctr">
              <a:buNone/>
            </a:pPr>
            <a:r>
              <a:rPr lang="en-US" b="1" i="1" dirty="0"/>
              <a:t>each </a:t>
            </a:r>
            <a:r>
              <a:rPr lang="en-US" b="1" i="1" dirty="0">
                <a:solidFill>
                  <a:schemeClr val="tx2"/>
                </a:solidFill>
              </a:rPr>
              <a:t>filter</a:t>
            </a:r>
            <a:r>
              <a:rPr lang="en-US" b="1" i="1" dirty="0"/>
              <a:t> can decide to process the request, or not </a:t>
            </a:r>
          </a:p>
          <a:p>
            <a:pPr marL="277812" lvl="1" indent="0" algn="ctr">
              <a:buNone/>
            </a:pPr>
            <a:r>
              <a:rPr lang="en-US" dirty="0"/>
              <a:t>Examples: Security Filters, HTTP Request/Response Filters on Client/Server, ...</a:t>
            </a:r>
            <a:endParaRPr lang="en-US" sz="1600" dirty="0"/>
          </a:p>
          <a:p>
            <a:pPr lvl="1"/>
            <a:endParaRPr lang="en-US" sz="1400" dirty="0"/>
          </a:p>
          <a:p>
            <a:pPr marL="0" indent="0" algn="ctr">
              <a:buNone/>
            </a:pPr>
            <a:r>
              <a:rPr lang="en-US" b="1" dirty="0">
                <a:solidFill>
                  <a:srgbClr val="00B050"/>
                </a:solidFill>
              </a:rPr>
              <a:t>Extremely Low Coupling</a:t>
            </a:r>
          </a:p>
          <a:p>
            <a:pPr marL="0" lvl="1" indent="0" algn="ctr">
              <a:buNone/>
            </a:pPr>
            <a:r>
              <a:rPr lang="en-US" dirty="0"/>
              <a:t>A filter should not care who follows them</a:t>
            </a:r>
            <a:br>
              <a:rPr lang="en-US" dirty="0"/>
            </a:br>
            <a:endParaRPr lang="en-US" dirty="0"/>
          </a:p>
          <a:p>
            <a:pPr marL="0" lvl="1" indent="0" algn="ctr">
              <a:buNone/>
            </a:pPr>
            <a:r>
              <a:rPr lang="en-US" sz="3200" b="1" u="sng" dirty="0">
                <a:solidFill>
                  <a:srgbClr val="00B050"/>
                </a:solidFill>
              </a:rPr>
              <a:t>Multiple</a:t>
            </a:r>
            <a:r>
              <a:rPr lang="en-US" sz="3200" b="1" dirty="0">
                <a:solidFill>
                  <a:srgbClr val="00B050"/>
                </a:solidFill>
              </a:rPr>
              <a:t> filters can decide to act</a:t>
            </a:r>
          </a:p>
          <a:p>
            <a:pPr marL="0" lvl="1" indent="0" algn="ctr">
              <a:buNone/>
            </a:pPr>
            <a:r>
              <a:rPr lang="en-US" sz="1800" b="1" dirty="0">
                <a:solidFill>
                  <a:srgbClr val="7889FB"/>
                </a:solidFill>
              </a:rPr>
              <a:t>	</a:t>
            </a:r>
            <a:endParaRPr lang="en-US" sz="1200" b="1" dirty="0">
              <a:solidFill>
                <a:srgbClr val="7889FB"/>
              </a:solidFill>
            </a:endParaRPr>
          </a:p>
          <a:p>
            <a:pPr marL="0" lvl="1" indent="0" algn="ctr">
              <a:buNone/>
            </a:pPr>
            <a:r>
              <a:rPr lang="en-US" sz="3600" b="1" dirty="0">
                <a:solidFill>
                  <a:srgbClr val="FF0000"/>
                </a:solidFill>
                <a:latin typeface="EraserDust" panose="020C0804040000000001" pitchFamily="34" charset="0"/>
              </a:rPr>
              <a:t>☢ Order Matters</a:t>
            </a:r>
            <a:br>
              <a:rPr lang="en-US" sz="3200" b="1" dirty="0">
                <a:solidFill>
                  <a:srgbClr val="FF0000"/>
                </a:solidFill>
              </a:rPr>
            </a:br>
            <a:r>
              <a:rPr lang="en-US" dirty="0"/>
              <a:t>if multiple filters can apply</a:t>
            </a:r>
          </a:p>
          <a:p>
            <a:pPr marL="0" lvl="1" indent="0" algn="ctr">
              <a:buNone/>
            </a:pPr>
            <a:r>
              <a:rPr lang="en-US" dirty="0">
                <a:sym typeface="Wingdings" pitchFamily="2" charset="2"/>
              </a:rPr>
              <a:t> </a:t>
            </a:r>
            <a:r>
              <a:rPr lang="en-US" dirty="0"/>
              <a:t>filters are usually listed in a config</a:t>
            </a:r>
          </a:p>
          <a:p>
            <a:pPr marL="0" lvl="1" indent="0" algn="ctr">
              <a:buNone/>
            </a:pPr>
            <a:endParaRPr lang="en-US" sz="12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of Responsibility</a:t>
            </a:r>
          </a:p>
        </p:txBody>
      </p:sp>
      <p:pic>
        <p:nvPicPr>
          <p:cNvPr id="4098" name="Picture 2" descr="http://images.clipshrine.com/wheel/medium-female-user-icon-ear-headset-call-center-0-1606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369113" y="246704"/>
            <a:ext cx="555640" cy="91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cliparts.co/cliparts/LTd/GaM/LTdGaMjT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020924" y="246703"/>
            <a:ext cx="555640" cy="91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images.clipshrine.com/getimg/PngMedium-female-user-icon-ear-headset-call-center-1606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804901" y="258037"/>
            <a:ext cx="555640" cy="91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://images.clipshrine.com/getimg/PngMedium-male-user-icon-phone-ear-headset-16064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588878" y="246704"/>
            <a:ext cx="551898" cy="91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1C7E6704-6811-E5C5-5A31-6A16B5DE7901}"/>
              </a:ext>
            </a:extLst>
          </p:cNvPr>
          <p:cNvSpPr/>
          <p:nvPr/>
        </p:nvSpPr>
        <p:spPr bwMode="auto">
          <a:xfrm>
            <a:off x="4600857" y="979773"/>
            <a:ext cx="1250498" cy="398442"/>
          </a:xfrm>
          <a:prstGeom prst="wedgeRoundRectCallout">
            <a:avLst>
              <a:gd name="adj1" fmla="val -22251"/>
              <a:gd name="adj2" fmla="val 83712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>
                <a:latin typeface="Calibri" pitchFamily="34" charset="0"/>
                <a:cs typeface="Calibri" pitchFamily="34" charset="0"/>
              </a:rPr>
              <a:t>complex</a:t>
            </a:r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2A90A48C-E27E-DE1F-50FF-330360A95284}"/>
              </a:ext>
            </a:extLst>
          </p:cNvPr>
          <p:cNvSpPr>
            <a:spLocks noChangeAspect="1"/>
          </p:cNvSpPr>
          <p:nvPr/>
        </p:nvSpPr>
        <p:spPr bwMode="auto">
          <a:xfrm>
            <a:off x="204638" y="189995"/>
            <a:ext cx="1693171" cy="1153029"/>
          </a:xfrm>
          <a:custGeom>
            <a:avLst/>
            <a:gdLst>
              <a:gd name="T0" fmla="*/ 707 w 727"/>
              <a:gd name="T1" fmla="*/ 207 h 473"/>
              <a:gd name="T2" fmla="*/ 669 w 727"/>
              <a:gd name="T3" fmla="*/ 181 h 473"/>
              <a:gd name="T4" fmla="*/ 629 w 727"/>
              <a:gd name="T5" fmla="*/ 159 h 473"/>
              <a:gd name="T6" fmla="*/ 594 w 727"/>
              <a:gd name="T7" fmla="*/ 130 h 473"/>
              <a:gd name="T8" fmla="*/ 557 w 727"/>
              <a:gd name="T9" fmla="*/ 104 h 473"/>
              <a:gd name="T10" fmla="*/ 520 w 727"/>
              <a:gd name="T11" fmla="*/ 77 h 473"/>
              <a:gd name="T12" fmla="*/ 490 w 727"/>
              <a:gd name="T13" fmla="*/ 42 h 473"/>
              <a:gd name="T14" fmla="*/ 454 w 727"/>
              <a:gd name="T15" fmla="*/ 14 h 473"/>
              <a:gd name="T16" fmla="*/ 416 w 727"/>
              <a:gd name="T17" fmla="*/ 30 h 473"/>
              <a:gd name="T18" fmla="*/ 417 w 727"/>
              <a:gd name="T19" fmla="*/ 71 h 473"/>
              <a:gd name="T20" fmla="*/ 370 w 727"/>
              <a:gd name="T21" fmla="*/ 110 h 473"/>
              <a:gd name="T22" fmla="*/ 324 w 727"/>
              <a:gd name="T23" fmla="*/ 107 h 473"/>
              <a:gd name="T24" fmla="*/ 278 w 727"/>
              <a:gd name="T25" fmla="*/ 114 h 473"/>
              <a:gd name="T26" fmla="*/ 232 w 727"/>
              <a:gd name="T27" fmla="*/ 114 h 473"/>
              <a:gd name="T28" fmla="*/ 186 w 727"/>
              <a:gd name="T29" fmla="*/ 114 h 473"/>
              <a:gd name="T30" fmla="*/ 141 w 727"/>
              <a:gd name="T31" fmla="*/ 111 h 473"/>
              <a:gd name="T32" fmla="*/ 95 w 727"/>
              <a:gd name="T33" fmla="*/ 117 h 473"/>
              <a:gd name="T34" fmla="*/ 49 w 727"/>
              <a:gd name="T35" fmla="*/ 107 h 473"/>
              <a:gd name="T36" fmla="*/ 6 w 727"/>
              <a:gd name="T37" fmla="*/ 162 h 473"/>
              <a:gd name="T38" fmla="*/ 5 w 727"/>
              <a:gd name="T39" fmla="*/ 213 h 473"/>
              <a:gd name="T40" fmla="*/ 0 w 727"/>
              <a:gd name="T41" fmla="*/ 263 h 473"/>
              <a:gd name="T42" fmla="*/ 8 w 727"/>
              <a:gd name="T43" fmla="*/ 314 h 473"/>
              <a:gd name="T44" fmla="*/ 49 w 727"/>
              <a:gd name="T45" fmla="*/ 361 h 473"/>
              <a:gd name="T46" fmla="*/ 95 w 727"/>
              <a:gd name="T47" fmla="*/ 362 h 473"/>
              <a:gd name="T48" fmla="*/ 141 w 727"/>
              <a:gd name="T49" fmla="*/ 362 h 473"/>
              <a:gd name="T50" fmla="*/ 186 w 727"/>
              <a:gd name="T51" fmla="*/ 365 h 473"/>
              <a:gd name="T52" fmla="*/ 232 w 727"/>
              <a:gd name="T53" fmla="*/ 364 h 473"/>
              <a:gd name="T54" fmla="*/ 278 w 727"/>
              <a:gd name="T55" fmla="*/ 361 h 473"/>
              <a:gd name="T56" fmla="*/ 324 w 727"/>
              <a:gd name="T57" fmla="*/ 365 h 473"/>
              <a:gd name="T58" fmla="*/ 370 w 727"/>
              <a:gd name="T59" fmla="*/ 361 h 473"/>
              <a:gd name="T60" fmla="*/ 411 w 727"/>
              <a:gd name="T61" fmla="*/ 405 h 473"/>
              <a:gd name="T62" fmla="*/ 416 w 727"/>
              <a:gd name="T63" fmla="*/ 446 h 473"/>
              <a:gd name="T64" fmla="*/ 452 w 727"/>
              <a:gd name="T65" fmla="*/ 459 h 473"/>
              <a:gd name="T66" fmla="*/ 487 w 727"/>
              <a:gd name="T67" fmla="*/ 431 h 473"/>
              <a:gd name="T68" fmla="*/ 524 w 727"/>
              <a:gd name="T69" fmla="*/ 404 h 473"/>
              <a:gd name="T70" fmla="*/ 557 w 727"/>
              <a:gd name="T71" fmla="*/ 373 h 473"/>
              <a:gd name="T72" fmla="*/ 594 w 727"/>
              <a:gd name="T73" fmla="*/ 345 h 473"/>
              <a:gd name="T74" fmla="*/ 632 w 727"/>
              <a:gd name="T75" fmla="*/ 321 h 473"/>
              <a:gd name="T76" fmla="*/ 668 w 727"/>
              <a:gd name="T77" fmla="*/ 292 h 473"/>
              <a:gd name="T78" fmla="*/ 704 w 727"/>
              <a:gd name="T79" fmla="*/ 265 h 473"/>
              <a:gd name="T80" fmla="*/ 707 w 727"/>
              <a:gd name="T81" fmla="*/ 207 h 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27" h="473">
                <a:moveTo>
                  <a:pt x="707" y="207"/>
                </a:moveTo>
                <a:cubicBezTo>
                  <a:pt x="689" y="194"/>
                  <a:pt x="688" y="195"/>
                  <a:pt x="669" y="181"/>
                </a:cubicBezTo>
                <a:cubicBezTo>
                  <a:pt x="651" y="168"/>
                  <a:pt x="647" y="173"/>
                  <a:pt x="629" y="159"/>
                </a:cubicBezTo>
                <a:cubicBezTo>
                  <a:pt x="611" y="145"/>
                  <a:pt x="612" y="144"/>
                  <a:pt x="594" y="130"/>
                </a:cubicBezTo>
                <a:cubicBezTo>
                  <a:pt x="576" y="116"/>
                  <a:pt x="575" y="118"/>
                  <a:pt x="557" y="104"/>
                </a:cubicBezTo>
                <a:cubicBezTo>
                  <a:pt x="539" y="91"/>
                  <a:pt x="539" y="91"/>
                  <a:pt x="520" y="77"/>
                </a:cubicBezTo>
                <a:cubicBezTo>
                  <a:pt x="502" y="63"/>
                  <a:pt x="508" y="55"/>
                  <a:pt x="490" y="42"/>
                </a:cubicBezTo>
                <a:cubicBezTo>
                  <a:pt x="472" y="28"/>
                  <a:pt x="472" y="28"/>
                  <a:pt x="454" y="14"/>
                </a:cubicBezTo>
                <a:cubicBezTo>
                  <a:pt x="436" y="0"/>
                  <a:pt x="416" y="10"/>
                  <a:pt x="416" y="30"/>
                </a:cubicBezTo>
                <a:cubicBezTo>
                  <a:pt x="416" y="51"/>
                  <a:pt x="417" y="51"/>
                  <a:pt x="417" y="71"/>
                </a:cubicBezTo>
                <a:cubicBezTo>
                  <a:pt x="417" y="92"/>
                  <a:pt x="392" y="110"/>
                  <a:pt x="370" y="110"/>
                </a:cubicBezTo>
                <a:cubicBezTo>
                  <a:pt x="347" y="110"/>
                  <a:pt x="347" y="107"/>
                  <a:pt x="324" y="107"/>
                </a:cubicBezTo>
                <a:cubicBezTo>
                  <a:pt x="301" y="107"/>
                  <a:pt x="301" y="114"/>
                  <a:pt x="278" y="114"/>
                </a:cubicBezTo>
                <a:cubicBezTo>
                  <a:pt x="255" y="114"/>
                  <a:pt x="255" y="114"/>
                  <a:pt x="232" y="114"/>
                </a:cubicBezTo>
                <a:cubicBezTo>
                  <a:pt x="209" y="114"/>
                  <a:pt x="209" y="114"/>
                  <a:pt x="186" y="114"/>
                </a:cubicBezTo>
                <a:cubicBezTo>
                  <a:pt x="164" y="114"/>
                  <a:pt x="164" y="111"/>
                  <a:pt x="141" y="111"/>
                </a:cubicBezTo>
                <a:cubicBezTo>
                  <a:pt x="118" y="111"/>
                  <a:pt x="118" y="117"/>
                  <a:pt x="95" y="117"/>
                </a:cubicBezTo>
                <a:cubicBezTo>
                  <a:pt x="72" y="117"/>
                  <a:pt x="72" y="107"/>
                  <a:pt x="49" y="107"/>
                </a:cubicBezTo>
                <a:cubicBezTo>
                  <a:pt x="26" y="107"/>
                  <a:pt x="6" y="137"/>
                  <a:pt x="6" y="162"/>
                </a:cubicBezTo>
                <a:cubicBezTo>
                  <a:pt x="6" y="188"/>
                  <a:pt x="5" y="188"/>
                  <a:pt x="5" y="213"/>
                </a:cubicBezTo>
                <a:cubicBezTo>
                  <a:pt x="5" y="238"/>
                  <a:pt x="0" y="238"/>
                  <a:pt x="0" y="263"/>
                </a:cubicBezTo>
                <a:cubicBezTo>
                  <a:pt x="0" y="288"/>
                  <a:pt x="8" y="288"/>
                  <a:pt x="8" y="314"/>
                </a:cubicBezTo>
                <a:cubicBezTo>
                  <a:pt x="8" y="339"/>
                  <a:pt x="26" y="361"/>
                  <a:pt x="49" y="361"/>
                </a:cubicBezTo>
                <a:cubicBezTo>
                  <a:pt x="72" y="361"/>
                  <a:pt x="72" y="362"/>
                  <a:pt x="95" y="362"/>
                </a:cubicBezTo>
                <a:cubicBezTo>
                  <a:pt x="118" y="362"/>
                  <a:pt x="118" y="362"/>
                  <a:pt x="141" y="362"/>
                </a:cubicBezTo>
                <a:cubicBezTo>
                  <a:pt x="164" y="362"/>
                  <a:pt x="164" y="365"/>
                  <a:pt x="186" y="365"/>
                </a:cubicBezTo>
                <a:cubicBezTo>
                  <a:pt x="209" y="365"/>
                  <a:pt x="209" y="364"/>
                  <a:pt x="232" y="364"/>
                </a:cubicBezTo>
                <a:cubicBezTo>
                  <a:pt x="255" y="364"/>
                  <a:pt x="255" y="361"/>
                  <a:pt x="278" y="361"/>
                </a:cubicBezTo>
                <a:cubicBezTo>
                  <a:pt x="301" y="361"/>
                  <a:pt x="301" y="365"/>
                  <a:pt x="324" y="365"/>
                </a:cubicBezTo>
                <a:cubicBezTo>
                  <a:pt x="347" y="365"/>
                  <a:pt x="347" y="361"/>
                  <a:pt x="370" y="361"/>
                </a:cubicBezTo>
                <a:cubicBezTo>
                  <a:pt x="392" y="361"/>
                  <a:pt x="411" y="384"/>
                  <a:pt x="411" y="405"/>
                </a:cubicBezTo>
                <a:cubicBezTo>
                  <a:pt x="411" y="425"/>
                  <a:pt x="416" y="425"/>
                  <a:pt x="416" y="446"/>
                </a:cubicBezTo>
                <a:cubicBezTo>
                  <a:pt x="416" y="466"/>
                  <a:pt x="434" y="473"/>
                  <a:pt x="452" y="459"/>
                </a:cubicBezTo>
                <a:cubicBezTo>
                  <a:pt x="470" y="446"/>
                  <a:pt x="469" y="444"/>
                  <a:pt x="487" y="431"/>
                </a:cubicBezTo>
                <a:cubicBezTo>
                  <a:pt x="505" y="417"/>
                  <a:pt x="506" y="417"/>
                  <a:pt x="524" y="404"/>
                </a:cubicBezTo>
                <a:cubicBezTo>
                  <a:pt x="542" y="390"/>
                  <a:pt x="539" y="387"/>
                  <a:pt x="557" y="373"/>
                </a:cubicBezTo>
                <a:cubicBezTo>
                  <a:pt x="576" y="359"/>
                  <a:pt x="575" y="359"/>
                  <a:pt x="594" y="345"/>
                </a:cubicBezTo>
                <a:cubicBezTo>
                  <a:pt x="612" y="331"/>
                  <a:pt x="614" y="335"/>
                  <a:pt x="632" y="321"/>
                </a:cubicBezTo>
                <a:cubicBezTo>
                  <a:pt x="650" y="307"/>
                  <a:pt x="650" y="306"/>
                  <a:pt x="668" y="292"/>
                </a:cubicBezTo>
                <a:cubicBezTo>
                  <a:pt x="686" y="279"/>
                  <a:pt x="684" y="274"/>
                  <a:pt x="704" y="265"/>
                </a:cubicBezTo>
                <a:cubicBezTo>
                  <a:pt x="727" y="255"/>
                  <a:pt x="725" y="221"/>
                  <a:pt x="707" y="207"/>
                </a:cubicBezTo>
                <a:close/>
              </a:path>
            </a:pathLst>
          </a:custGeom>
          <a:solidFill>
            <a:schemeClr val="tx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1600" dirty="0"/>
              <a:t>Decentralize</a:t>
            </a:r>
            <a:br>
              <a:rPr lang="en-US" sz="1600" dirty="0"/>
            </a:br>
            <a:r>
              <a:rPr lang="en-US" sz="1600" dirty="0"/>
              <a:t>selection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E583F9-5845-F763-9FD4-48F753A1554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tretch>
            <a:fillRect/>
          </a:stretch>
        </p:blipFill>
        <p:spPr>
          <a:xfrm flipH="1">
            <a:off x="9305218" y="812861"/>
            <a:ext cx="720786" cy="4918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D95AD9-91DB-B71D-6CAB-B153E2B264F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tretch>
            <a:fillRect/>
          </a:stretch>
        </p:blipFill>
        <p:spPr>
          <a:xfrm flipH="1">
            <a:off x="10118332" y="812861"/>
            <a:ext cx="720786" cy="4918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097D94-BBBC-F2A9-353D-4484A8E79AF6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tretch>
            <a:fillRect/>
          </a:stretch>
        </p:blipFill>
        <p:spPr>
          <a:xfrm flipH="1">
            <a:off x="10894552" y="812861"/>
            <a:ext cx="720786" cy="491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9425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of Responsibility</a:t>
            </a:r>
          </a:p>
        </p:txBody>
      </p:sp>
      <p:pic>
        <p:nvPicPr>
          <p:cNvPr id="4098" name="Picture 2" descr="http://images.clipshrine.com/wheel/medium-female-user-icon-ear-headset-call-center-0-16065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1369113" y="246704"/>
            <a:ext cx="555640" cy="91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://cliparts.co/cliparts/LTd/GaM/LTdGaMjT4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020924" y="246703"/>
            <a:ext cx="555640" cy="91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http://images.clipshrine.com/getimg/PngMedium-female-user-icon-ear-headset-call-center-1606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804901" y="258037"/>
            <a:ext cx="555640" cy="91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http://images.clipshrine.com/getimg/PngMedium-male-user-icon-phone-ear-headset-16064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588878" y="246704"/>
            <a:ext cx="551898" cy="911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reeform 15">
            <a:extLst>
              <a:ext uri="{FF2B5EF4-FFF2-40B4-BE49-F238E27FC236}">
                <a16:creationId xmlns:a16="http://schemas.microsoft.com/office/drawing/2014/main" id="{2A90A48C-E27E-DE1F-50FF-330360A95284}"/>
              </a:ext>
            </a:extLst>
          </p:cNvPr>
          <p:cNvSpPr>
            <a:spLocks noChangeAspect="1"/>
          </p:cNvSpPr>
          <p:nvPr/>
        </p:nvSpPr>
        <p:spPr bwMode="auto">
          <a:xfrm>
            <a:off x="204638" y="189995"/>
            <a:ext cx="1693171" cy="1153029"/>
          </a:xfrm>
          <a:custGeom>
            <a:avLst/>
            <a:gdLst>
              <a:gd name="T0" fmla="*/ 707 w 727"/>
              <a:gd name="T1" fmla="*/ 207 h 473"/>
              <a:gd name="T2" fmla="*/ 669 w 727"/>
              <a:gd name="T3" fmla="*/ 181 h 473"/>
              <a:gd name="T4" fmla="*/ 629 w 727"/>
              <a:gd name="T5" fmla="*/ 159 h 473"/>
              <a:gd name="T6" fmla="*/ 594 w 727"/>
              <a:gd name="T7" fmla="*/ 130 h 473"/>
              <a:gd name="T8" fmla="*/ 557 w 727"/>
              <a:gd name="T9" fmla="*/ 104 h 473"/>
              <a:gd name="T10" fmla="*/ 520 w 727"/>
              <a:gd name="T11" fmla="*/ 77 h 473"/>
              <a:gd name="T12" fmla="*/ 490 w 727"/>
              <a:gd name="T13" fmla="*/ 42 h 473"/>
              <a:gd name="T14" fmla="*/ 454 w 727"/>
              <a:gd name="T15" fmla="*/ 14 h 473"/>
              <a:gd name="T16" fmla="*/ 416 w 727"/>
              <a:gd name="T17" fmla="*/ 30 h 473"/>
              <a:gd name="T18" fmla="*/ 417 w 727"/>
              <a:gd name="T19" fmla="*/ 71 h 473"/>
              <a:gd name="T20" fmla="*/ 370 w 727"/>
              <a:gd name="T21" fmla="*/ 110 h 473"/>
              <a:gd name="T22" fmla="*/ 324 w 727"/>
              <a:gd name="T23" fmla="*/ 107 h 473"/>
              <a:gd name="T24" fmla="*/ 278 w 727"/>
              <a:gd name="T25" fmla="*/ 114 h 473"/>
              <a:gd name="T26" fmla="*/ 232 w 727"/>
              <a:gd name="T27" fmla="*/ 114 h 473"/>
              <a:gd name="T28" fmla="*/ 186 w 727"/>
              <a:gd name="T29" fmla="*/ 114 h 473"/>
              <a:gd name="T30" fmla="*/ 141 w 727"/>
              <a:gd name="T31" fmla="*/ 111 h 473"/>
              <a:gd name="T32" fmla="*/ 95 w 727"/>
              <a:gd name="T33" fmla="*/ 117 h 473"/>
              <a:gd name="T34" fmla="*/ 49 w 727"/>
              <a:gd name="T35" fmla="*/ 107 h 473"/>
              <a:gd name="T36" fmla="*/ 6 w 727"/>
              <a:gd name="T37" fmla="*/ 162 h 473"/>
              <a:gd name="T38" fmla="*/ 5 w 727"/>
              <a:gd name="T39" fmla="*/ 213 h 473"/>
              <a:gd name="T40" fmla="*/ 0 w 727"/>
              <a:gd name="T41" fmla="*/ 263 h 473"/>
              <a:gd name="T42" fmla="*/ 8 w 727"/>
              <a:gd name="T43" fmla="*/ 314 h 473"/>
              <a:gd name="T44" fmla="*/ 49 w 727"/>
              <a:gd name="T45" fmla="*/ 361 h 473"/>
              <a:gd name="T46" fmla="*/ 95 w 727"/>
              <a:gd name="T47" fmla="*/ 362 h 473"/>
              <a:gd name="T48" fmla="*/ 141 w 727"/>
              <a:gd name="T49" fmla="*/ 362 h 473"/>
              <a:gd name="T50" fmla="*/ 186 w 727"/>
              <a:gd name="T51" fmla="*/ 365 h 473"/>
              <a:gd name="T52" fmla="*/ 232 w 727"/>
              <a:gd name="T53" fmla="*/ 364 h 473"/>
              <a:gd name="T54" fmla="*/ 278 w 727"/>
              <a:gd name="T55" fmla="*/ 361 h 473"/>
              <a:gd name="T56" fmla="*/ 324 w 727"/>
              <a:gd name="T57" fmla="*/ 365 h 473"/>
              <a:gd name="T58" fmla="*/ 370 w 727"/>
              <a:gd name="T59" fmla="*/ 361 h 473"/>
              <a:gd name="T60" fmla="*/ 411 w 727"/>
              <a:gd name="T61" fmla="*/ 405 h 473"/>
              <a:gd name="T62" fmla="*/ 416 w 727"/>
              <a:gd name="T63" fmla="*/ 446 h 473"/>
              <a:gd name="T64" fmla="*/ 452 w 727"/>
              <a:gd name="T65" fmla="*/ 459 h 473"/>
              <a:gd name="T66" fmla="*/ 487 w 727"/>
              <a:gd name="T67" fmla="*/ 431 h 473"/>
              <a:gd name="T68" fmla="*/ 524 w 727"/>
              <a:gd name="T69" fmla="*/ 404 h 473"/>
              <a:gd name="T70" fmla="*/ 557 w 727"/>
              <a:gd name="T71" fmla="*/ 373 h 473"/>
              <a:gd name="T72" fmla="*/ 594 w 727"/>
              <a:gd name="T73" fmla="*/ 345 h 473"/>
              <a:gd name="T74" fmla="*/ 632 w 727"/>
              <a:gd name="T75" fmla="*/ 321 h 473"/>
              <a:gd name="T76" fmla="*/ 668 w 727"/>
              <a:gd name="T77" fmla="*/ 292 h 473"/>
              <a:gd name="T78" fmla="*/ 704 w 727"/>
              <a:gd name="T79" fmla="*/ 265 h 473"/>
              <a:gd name="T80" fmla="*/ 707 w 727"/>
              <a:gd name="T81" fmla="*/ 207 h 47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727" h="473">
                <a:moveTo>
                  <a:pt x="707" y="207"/>
                </a:moveTo>
                <a:cubicBezTo>
                  <a:pt x="689" y="194"/>
                  <a:pt x="688" y="195"/>
                  <a:pt x="669" y="181"/>
                </a:cubicBezTo>
                <a:cubicBezTo>
                  <a:pt x="651" y="168"/>
                  <a:pt x="647" y="173"/>
                  <a:pt x="629" y="159"/>
                </a:cubicBezTo>
                <a:cubicBezTo>
                  <a:pt x="611" y="145"/>
                  <a:pt x="612" y="144"/>
                  <a:pt x="594" y="130"/>
                </a:cubicBezTo>
                <a:cubicBezTo>
                  <a:pt x="576" y="116"/>
                  <a:pt x="575" y="118"/>
                  <a:pt x="557" y="104"/>
                </a:cubicBezTo>
                <a:cubicBezTo>
                  <a:pt x="539" y="91"/>
                  <a:pt x="539" y="91"/>
                  <a:pt x="520" y="77"/>
                </a:cubicBezTo>
                <a:cubicBezTo>
                  <a:pt x="502" y="63"/>
                  <a:pt x="508" y="55"/>
                  <a:pt x="490" y="42"/>
                </a:cubicBezTo>
                <a:cubicBezTo>
                  <a:pt x="472" y="28"/>
                  <a:pt x="472" y="28"/>
                  <a:pt x="454" y="14"/>
                </a:cubicBezTo>
                <a:cubicBezTo>
                  <a:pt x="436" y="0"/>
                  <a:pt x="416" y="10"/>
                  <a:pt x="416" y="30"/>
                </a:cubicBezTo>
                <a:cubicBezTo>
                  <a:pt x="416" y="51"/>
                  <a:pt x="417" y="51"/>
                  <a:pt x="417" y="71"/>
                </a:cubicBezTo>
                <a:cubicBezTo>
                  <a:pt x="417" y="92"/>
                  <a:pt x="392" y="110"/>
                  <a:pt x="370" y="110"/>
                </a:cubicBezTo>
                <a:cubicBezTo>
                  <a:pt x="347" y="110"/>
                  <a:pt x="347" y="107"/>
                  <a:pt x="324" y="107"/>
                </a:cubicBezTo>
                <a:cubicBezTo>
                  <a:pt x="301" y="107"/>
                  <a:pt x="301" y="114"/>
                  <a:pt x="278" y="114"/>
                </a:cubicBezTo>
                <a:cubicBezTo>
                  <a:pt x="255" y="114"/>
                  <a:pt x="255" y="114"/>
                  <a:pt x="232" y="114"/>
                </a:cubicBezTo>
                <a:cubicBezTo>
                  <a:pt x="209" y="114"/>
                  <a:pt x="209" y="114"/>
                  <a:pt x="186" y="114"/>
                </a:cubicBezTo>
                <a:cubicBezTo>
                  <a:pt x="164" y="114"/>
                  <a:pt x="164" y="111"/>
                  <a:pt x="141" y="111"/>
                </a:cubicBezTo>
                <a:cubicBezTo>
                  <a:pt x="118" y="111"/>
                  <a:pt x="118" y="117"/>
                  <a:pt x="95" y="117"/>
                </a:cubicBezTo>
                <a:cubicBezTo>
                  <a:pt x="72" y="117"/>
                  <a:pt x="72" y="107"/>
                  <a:pt x="49" y="107"/>
                </a:cubicBezTo>
                <a:cubicBezTo>
                  <a:pt x="26" y="107"/>
                  <a:pt x="6" y="137"/>
                  <a:pt x="6" y="162"/>
                </a:cubicBezTo>
                <a:cubicBezTo>
                  <a:pt x="6" y="188"/>
                  <a:pt x="5" y="188"/>
                  <a:pt x="5" y="213"/>
                </a:cubicBezTo>
                <a:cubicBezTo>
                  <a:pt x="5" y="238"/>
                  <a:pt x="0" y="238"/>
                  <a:pt x="0" y="263"/>
                </a:cubicBezTo>
                <a:cubicBezTo>
                  <a:pt x="0" y="288"/>
                  <a:pt x="8" y="288"/>
                  <a:pt x="8" y="314"/>
                </a:cubicBezTo>
                <a:cubicBezTo>
                  <a:pt x="8" y="339"/>
                  <a:pt x="26" y="361"/>
                  <a:pt x="49" y="361"/>
                </a:cubicBezTo>
                <a:cubicBezTo>
                  <a:pt x="72" y="361"/>
                  <a:pt x="72" y="362"/>
                  <a:pt x="95" y="362"/>
                </a:cubicBezTo>
                <a:cubicBezTo>
                  <a:pt x="118" y="362"/>
                  <a:pt x="118" y="362"/>
                  <a:pt x="141" y="362"/>
                </a:cubicBezTo>
                <a:cubicBezTo>
                  <a:pt x="164" y="362"/>
                  <a:pt x="164" y="365"/>
                  <a:pt x="186" y="365"/>
                </a:cubicBezTo>
                <a:cubicBezTo>
                  <a:pt x="209" y="365"/>
                  <a:pt x="209" y="364"/>
                  <a:pt x="232" y="364"/>
                </a:cubicBezTo>
                <a:cubicBezTo>
                  <a:pt x="255" y="364"/>
                  <a:pt x="255" y="361"/>
                  <a:pt x="278" y="361"/>
                </a:cubicBezTo>
                <a:cubicBezTo>
                  <a:pt x="301" y="361"/>
                  <a:pt x="301" y="365"/>
                  <a:pt x="324" y="365"/>
                </a:cubicBezTo>
                <a:cubicBezTo>
                  <a:pt x="347" y="365"/>
                  <a:pt x="347" y="361"/>
                  <a:pt x="370" y="361"/>
                </a:cubicBezTo>
                <a:cubicBezTo>
                  <a:pt x="392" y="361"/>
                  <a:pt x="411" y="384"/>
                  <a:pt x="411" y="405"/>
                </a:cubicBezTo>
                <a:cubicBezTo>
                  <a:pt x="411" y="425"/>
                  <a:pt x="416" y="425"/>
                  <a:pt x="416" y="446"/>
                </a:cubicBezTo>
                <a:cubicBezTo>
                  <a:pt x="416" y="466"/>
                  <a:pt x="434" y="473"/>
                  <a:pt x="452" y="459"/>
                </a:cubicBezTo>
                <a:cubicBezTo>
                  <a:pt x="470" y="446"/>
                  <a:pt x="469" y="444"/>
                  <a:pt x="487" y="431"/>
                </a:cubicBezTo>
                <a:cubicBezTo>
                  <a:pt x="505" y="417"/>
                  <a:pt x="506" y="417"/>
                  <a:pt x="524" y="404"/>
                </a:cubicBezTo>
                <a:cubicBezTo>
                  <a:pt x="542" y="390"/>
                  <a:pt x="539" y="387"/>
                  <a:pt x="557" y="373"/>
                </a:cubicBezTo>
                <a:cubicBezTo>
                  <a:pt x="576" y="359"/>
                  <a:pt x="575" y="359"/>
                  <a:pt x="594" y="345"/>
                </a:cubicBezTo>
                <a:cubicBezTo>
                  <a:pt x="612" y="331"/>
                  <a:pt x="614" y="335"/>
                  <a:pt x="632" y="321"/>
                </a:cubicBezTo>
                <a:cubicBezTo>
                  <a:pt x="650" y="307"/>
                  <a:pt x="650" y="306"/>
                  <a:pt x="668" y="292"/>
                </a:cubicBezTo>
                <a:cubicBezTo>
                  <a:pt x="686" y="279"/>
                  <a:pt x="684" y="274"/>
                  <a:pt x="704" y="265"/>
                </a:cubicBezTo>
                <a:cubicBezTo>
                  <a:pt x="727" y="255"/>
                  <a:pt x="725" y="221"/>
                  <a:pt x="707" y="207"/>
                </a:cubicBezTo>
                <a:close/>
              </a:path>
            </a:pathLst>
          </a:custGeom>
          <a:solidFill>
            <a:schemeClr val="tx1"/>
          </a:solidFill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r>
              <a:rPr lang="en-US" sz="1600" dirty="0"/>
              <a:t>Decentralize</a:t>
            </a:r>
            <a:br>
              <a:rPr lang="en-US" sz="1600" dirty="0"/>
            </a:br>
            <a:r>
              <a:rPr lang="en-US" sz="1600" dirty="0"/>
              <a:t>selection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E583F9-5845-F763-9FD4-48F753A1554A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tretch>
            <a:fillRect/>
          </a:stretch>
        </p:blipFill>
        <p:spPr>
          <a:xfrm flipH="1">
            <a:off x="9305218" y="812861"/>
            <a:ext cx="720786" cy="4918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D95AD9-91DB-B71D-6CAB-B153E2B264F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tretch>
            <a:fillRect/>
          </a:stretch>
        </p:blipFill>
        <p:spPr>
          <a:xfrm flipH="1">
            <a:off x="10118332" y="812861"/>
            <a:ext cx="720786" cy="4918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097D94-BBBC-F2A9-353D-4484A8E79AF6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biLevel thresh="25000"/>
          </a:blip>
          <a:stretch>
            <a:fillRect/>
          </a:stretch>
        </p:blipFill>
        <p:spPr>
          <a:xfrm flipH="1">
            <a:off x="10894552" y="812861"/>
            <a:ext cx="720786" cy="4918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9CDD204-0670-47AE-ABB3-355AC7E74327}"/>
              </a:ext>
            </a:extLst>
          </p:cNvPr>
          <p:cNvSpPr txBox="1"/>
          <p:nvPr/>
        </p:nvSpPr>
        <p:spPr>
          <a:xfrm>
            <a:off x="766916" y="1909181"/>
            <a:ext cx="4616245" cy="1323439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interface Filter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000" b="1" dirty="0" err="1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sz="2000" b="1" dirty="0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accepts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(work);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Result process(work);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0F5AF-3281-C609-E03D-8223A4043ED9}"/>
              </a:ext>
            </a:extLst>
          </p:cNvPr>
          <p:cNvSpPr txBox="1"/>
          <p:nvPr/>
        </p:nvSpPr>
        <p:spPr>
          <a:xfrm>
            <a:off x="3063978" y="1046601"/>
            <a:ext cx="61279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Calibri" pitchFamily="34" charset="0"/>
                <a:cs typeface="Calibri" pitchFamily="34" charset="0"/>
              </a:rPr>
              <a:t>Implementation Forms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6840AB-353E-E58E-4D18-684B58DCA0DA}"/>
              </a:ext>
            </a:extLst>
          </p:cNvPr>
          <p:cNvSpPr txBox="1"/>
          <p:nvPr/>
        </p:nvSpPr>
        <p:spPr>
          <a:xfrm>
            <a:off x="5940262" y="1909181"/>
            <a:ext cx="5484822" cy="1323439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interface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EventHandler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// </a:t>
            </a:r>
            <a:r>
              <a:rPr lang="en-US" sz="2000" b="1" dirty="0" err="1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event.setCompleted</a:t>
            </a:r>
            <a:r>
              <a:rPr lang="en-US" sz="2000" b="1" dirty="0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(); when done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void handle(event);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en-US" sz="2000" dirty="0">
              <a:solidFill>
                <a:schemeClr val="bg2">
                  <a:lumMod val="60000"/>
                  <a:lumOff val="4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EF9D80-8418-E29D-AB85-62EA19312914}"/>
              </a:ext>
            </a:extLst>
          </p:cNvPr>
          <p:cNvSpPr txBox="1"/>
          <p:nvPr/>
        </p:nvSpPr>
        <p:spPr>
          <a:xfrm>
            <a:off x="766916" y="3908181"/>
            <a:ext cx="4616245" cy="2400657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interface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ChainedFilter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void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doFilter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request, 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response, 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next:Filter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b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algn="l"/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// </a:t>
            </a:r>
            <a:r>
              <a:rPr lang="en-US" sz="2000" b="1" dirty="0" err="1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next.doFilter</a:t>
            </a:r>
            <a:r>
              <a:rPr lang="en-US" sz="2000" b="1" dirty="0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b="1" dirty="0" err="1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req,res</a:t>
            </a:r>
            <a:r>
              <a:rPr lang="en-US" sz="2000" b="1" dirty="0"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8C0631-406F-48DC-FDB1-71265FE5A31A}"/>
              </a:ext>
            </a:extLst>
          </p:cNvPr>
          <p:cNvSpPr txBox="1"/>
          <p:nvPr/>
        </p:nvSpPr>
        <p:spPr>
          <a:xfrm>
            <a:off x="5950682" y="3907431"/>
            <a:ext cx="5479159" cy="1323439"/>
          </a:xfrm>
          <a:prstGeom prst="rect">
            <a:avLst/>
          </a:prstGeom>
          <a:solidFill>
            <a:srgbClr val="FFFFFF"/>
          </a:solidFill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rtlCol="0">
            <a:spAutoFit/>
          </a:bodyPr>
          <a:lstStyle/>
          <a:p>
            <a:pPr algn="l"/>
            <a:r>
              <a:rPr lang="en-US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interface </a:t>
            </a:r>
            <a:r>
              <a:rPr lang="en-US" sz="2000" dirty="0" err="1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OptionalFilter</a:t>
            </a:r>
            <a:r>
              <a:rPr lang="en-US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  <a:br>
              <a:rPr lang="en-US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return </a:t>
            </a:r>
            <a:r>
              <a:rPr lang="en-US" sz="2000" b="1" i="1" dirty="0">
                <a:solidFill>
                  <a:schemeClr val="bg2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empty</a:t>
            </a:r>
            <a:r>
              <a:rPr lang="en-US" sz="2000" b="1" dirty="0">
                <a:solidFill>
                  <a:schemeClr val="bg2"/>
                </a:solidFill>
                <a:highlight>
                  <a:srgbClr val="CCFFCC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when not supported</a:t>
            </a:r>
            <a:br>
              <a:rPr lang="en-US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Optional&lt;Result&gt; compute(request);</a:t>
            </a:r>
            <a:br>
              <a:rPr lang="en-US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2000" dirty="0">
                <a:solidFill>
                  <a:schemeClr val="bg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80A707-E309-6DEB-080E-96D3AF77A400}"/>
              </a:ext>
            </a:extLst>
          </p:cNvPr>
          <p:cNvSpPr txBox="1"/>
          <p:nvPr/>
        </p:nvSpPr>
        <p:spPr>
          <a:xfrm>
            <a:off x="8172515" y="5648633"/>
            <a:ext cx="182498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Calibri" pitchFamily="34" charset="0"/>
                <a:cs typeface="Calibri" pitchFamily="34" charset="0"/>
              </a:rPr>
              <a:t>Others? ....</a:t>
            </a:r>
          </a:p>
        </p:txBody>
      </p:sp>
    </p:spTree>
    <p:extLst>
      <p:ext uri="{BB962C8B-B14F-4D97-AF65-F5344CB8AC3E}">
        <p14:creationId xmlns:p14="http://schemas.microsoft.com/office/powerpoint/2010/main" val="4217499081"/>
      </p:ext>
    </p:extLst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1E71305-AB0B-429A-A6C9-4A5A457C2A7D}"/>
              </a:ext>
            </a:extLst>
          </p:cNvPr>
          <p:cNvSpPr/>
          <p:nvPr/>
        </p:nvSpPr>
        <p:spPr bwMode="auto">
          <a:xfrm>
            <a:off x="8237795" y="1878713"/>
            <a:ext cx="3133038" cy="38200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Chain of Responsibility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1BA445F-B136-49B2-B322-31765D18BCD7}"/>
              </a:ext>
            </a:extLst>
          </p:cNvPr>
          <p:cNvSpPr/>
          <p:nvPr/>
        </p:nvSpPr>
        <p:spPr bwMode="auto">
          <a:xfrm>
            <a:off x="5378739" y="1878713"/>
            <a:ext cx="2453269" cy="3820098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b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800" b="1" dirty="0">
                <a:latin typeface="Calibri" pitchFamily="34" charset="0"/>
                <a:cs typeface="Calibri" pitchFamily="34" charset="0"/>
              </a:rPr>
              <a:t>Strategy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904269-0EDF-4D71-9AE0-1D8159C78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760" y="351631"/>
            <a:ext cx="3366480" cy="978393"/>
          </a:xfrm>
        </p:spPr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5D90C2-BA88-49AA-A7B7-E156BD288D5F}"/>
              </a:ext>
            </a:extLst>
          </p:cNvPr>
          <p:cNvSpPr/>
          <p:nvPr/>
        </p:nvSpPr>
        <p:spPr bwMode="auto">
          <a:xfrm>
            <a:off x="1039952" y="2187365"/>
            <a:ext cx="1034321" cy="2488367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latin typeface="Calibri" pitchFamily="34" charset="0"/>
                <a:cs typeface="Calibri" pitchFamily="34" charset="0"/>
              </a:rPr>
              <a:t>switch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dirty="0">
              <a:latin typeface="Calibri" pitchFamily="34" charset="0"/>
              <a:cs typeface="Calibri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case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latin typeface="Calibri" pitchFamily="34" charset="0"/>
                <a:cs typeface="Calibri" pitchFamily="34" charset="0"/>
              </a:rPr>
              <a:t>case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52311D6-B5A7-4258-B569-DDF0D13E0A16}"/>
              </a:ext>
            </a:extLst>
          </p:cNvPr>
          <p:cNvGrpSpPr/>
          <p:nvPr/>
        </p:nvGrpSpPr>
        <p:grpSpPr>
          <a:xfrm>
            <a:off x="2444880" y="3195452"/>
            <a:ext cx="1738859" cy="1472784"/>
            <a:chOff x="1753849" y="3192903"/>
            <a:chExt cx="1738859" cy="147278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C6CF50-7D3D-40DD-B034-96B3298ACAFE}"/>
                </a:ext>
              </a:extLst>
            </p:cNvPr>
            <p:cNvSpPr/>
            <p:nvPr/>
          </p:nvSpPr>
          <p:spPr bwMode="auto">
            <a:xfrm>
              <a:off x="1753849" y="3192903"/>
              <a:ext cx="1738859" cy="483433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 method</a:t>
              </a:r>
              <a:endParaRPr lang="en-US" sz="24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A99BFA0-FB1F-41B0-AE1E-C0D46D02EC23}"/>
                </a:ext>
              </a:extLst>
            </p:cNvPr>
            <p:cNvSpPr/>
            <p:nvPr/>
          </p:nvSpPr>
          <p:spPr bwMode="auto">
            <a:xfrm>
              <a:off x="1753849" y="4182254"/>
              <a:ext cx="1738859" cy="483433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 method</a:t>
              </a:r>
              <a:endParaRPr lang="en-US" sz="2400" dirty="0">
                <a:latin typeface="Calibri" pitchFamily="34" charset="0"/>
                <a:cs typeface="Calibri" pitchFamily="34" charset="0"/>
              </a:endParaRP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6665CBEE-3BCA-4CF4-BAC9-69E19DA1228D}"/>
              </a:ext>
            </a:extLst>
          </p:cNvPr>
          <p:cNvSpPr/>
          <p:nvPr/>
        </p:nvSpPr>
        <p:spPr bwMode="auto">
          <a:xfrm>
            <a:off x="2444880" y="2187366"/>
            <a:ext cx="4104807" cy="483434"/>
          </a:xfrm>
          <a:prstGeom prst="rect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>
                <a:latin typeface="Calibri" pitchFamily="34" charset="0"/>
                <a:cs typeface="Calibri" pitchFamily="34" charset="0"/>
              </a:rPr>
              <a:t>switch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ABF0B7C-30D5-44B2-9462-6BD60BD3747A}"/>
              </a:ext>
            </a:extLst>
          </p:cNvPr>
          <p:cNvGrpSpPr/>
          <p:nvPr/>
        </p:nvGrpSpPr>
        <p:grpSpPr>
          <a:xfrm>
            <a:off x="8452206" y="2187365"/>
            <a:ext cx="2710737" cy="2875787"/>
            <a:chOff x="6747427" y="2184816"/>
            <a:chExt cx="1910986" cy="2875787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8542608-1EFD-47D4-A293-809660D1508C}"/>
                </a:ext>
              </a:extLst>
            </p:cNvPr>
            <p:cNvGrpSpPr/>
            <p:nvPr/>
          </p:nvGrpSpPr>
          <p:grpSpPr>
            <a:xfrm>
              <a:off x="6747427" y="3369004"/>
              <a:ext cx="1908609" cy="1691599"/>
              <a:chOff x="4357139" y="3369004"/>
              <a:chExt cx="1908609" cy="169159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35CDE48-5BF5-4175-BDCC-942AB9FB373B}"/>
                  </a:ext>
                </a:extLst>
              </p:cNvPr>
              <p:cNvSpPr/>
              <p:nvPr/>
            </p:nvSpPr>
            <p:spPr bwMode="auto">
              <a:xfrm>
                <a:off x="4357140" y="3369004"/>
                <a:ext cx="1908608" cy="734522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filter1</a:t>
                </a:r>
                <a:br>
                  <a:rPr lang="en-US" sz="2400" dirty="0">
                    <a:latin typeface="Calibri" pitchFamily="34" charset="0"/>
                    <a:cs typeface="Calibri" pitchFamily="34" charset="0"/>
                  </a:rPr>
                </a:br>
                <a:r>
                  <a:rPr lang="en-US" dirty="0">
                    <a:latin typeface="Calibri" pitchFamily="34" charset="0"/>
                    <a:cs typeface="Calibri" pitchFamily="34" charset="0"/>
                  </a:rPr>
                  <a:t>{ accepts()  process() }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957B2072-C5A5-4A62-B250-5DE7F553AD75}"/>
                  </a:ext>
                </a:extLst>
              </p:cNvPr>
              <p:cNvSpPr/>
              <p:nvPr/>
            </p:nvSpPr>
            <p:spPr bwMode="auto">
              <a:xfrm>
                <a:off x="4357139" y="4326081"/>
                <a:ext cx="1908608" cy="734522"/>
              </a:xfrm>
              <a:prstGeom prst="rect">
                <a:avLst/>
              </a:prstGeom>
              <a:solidFill>
                <a:srgbClr val="FFC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defTabSz="914400" rtl="0" eaLnBrk="1" fontAlgn="base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sz="2400" dirty="0">
                    <a:latin typeface="Calibri" pitchFamily="34" charset="0"/>
                    <a:cs typeface="Calibri" pitchFamily="34" charset="0"/>
                  </a:rPr>
                  <a:t>filter2</a:t>
                </a:r>
                <a:br>
                  <a:rPr lang="en-US" sz="2400" dirty="0">
                    <a:latin typeface="Calibri" pitchFamily="34" charset="0"/>
                    <a:cs typeface="Calibri" pitchFamily="34" charset="0"/>
                  </a:rPr>
                </a:br>
                <a:r>
                  <a:rPr lang="en-US" dirty="0">
                    <a:latin typeface="Calibri" pitchFamily="34" charset="0"/>
                    <a:cs typeface="Calibri" pitchFamily="34" charset="0"/>
                  </a:rPr>
                  <a:t>{ accepts()  process() }</a:t>
                </a:r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AC2A786-446B-447F-BD11-30B24C18911B}"/>
                </a:ext>
              </a:extLst>
            </p:cNvPr>
            <p:cNvSpPr/>
            <p:nvPr/>
          </p:nvSpPr>
          <p:spPr bwMode="auto">
            <a:xfrm>
              <a:off x="6747427" y="2184816"/>
              <a:ext cx="1910986" cy="972417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1600" dirty="0">
                  <a:latin typeface="Consolas" panose="020B0609020204030204" pitchFamily="49" charset="0"/>
                  <a:cs typeface="Calibri" pitchFamily="34" charset="0"/>
                </a:rPr>
                <a:t>for (</a:t>
              </a:r>
              <a:r>
                <a:rPr lang="en-US" sz="1600" dirty="0" err="1">
                  <a:latin typeface="Consolas" panose="020B0609020204030204" pitchFamily="49" charset="0"/>
                  <a:cs typeface="Calibri" pitchFamily="34" charset="0"/>
                </a:rPr>
                <a:t>filter:allFilters</a:t>
              </a:r>
              <a:r>
                <a:rPr lang="en-US" sz="1600" dirty="0">
                  <a:latin typeface="Consolas" panose="020B0609020204030204" pitchFamily="49" charset="0"/>
                  <a:cs typeface="Calibri" pitchFamily="34" charset="0"/>
                </a:rPr>
                <a:t>) </a:t>
              </a:r>
              <a:br>
                <a:rPr lang="en-US" sz="1600" dirty="0">
                  <a:latin typeface="Consolas" panose="020B0609020204030204" pitchFamily="49" charset="0"/>
                  <a:cs typeface="Calibri" pitchFamily="34" charset="0"/>
                </a:rPr>
              </a:br>
              <a:r>
                <a:rPr lang="en-US" sz="1600" dirty="0">
                  <a:latin typeface="Consolas" panose="020B0609020204030204" pitchFamily="49" charset="0"/>
                  <a:cs typeface="Calibri" pitchFamily="34" charset="0"/>
                </a:rPr>
                <a:t>  if (</a:t>
              </a:r>
              <a:r>
                <a:rPr lang="en-US" sz="1600" dirty="0" err="1">
                  <a:latin typeface="Consolas" panose="020B0609020204030204" pitchFamily="49" charset="0"/>
                  <a:cs typeface="Calibri" pitchFamily="34" charset="0"/>
                </a:rPr>
                <a:t>f.accepts</a:t>
              </a:r>
              <a:r>
                <a:rPr lang="en-US" sz="1600" dirty="0">
                  <a:latin typeface="Consolas" panose="020B0609020204030204" pitchFamily="49" charset="0"/>
                  <a:cs typeface="Calibri" pitchFamily="34" charset="0"/>
                </a:rPr>
                <a:t>(work)) </a:t>
              </a:r>
              <a:br>
                <a:rPr lang="en-US" sz="1600" dirty="0">
                  <a:latin typeface="Consolas" panose="020B0609020204030204" pitchFamily="49" charset="0"/>
                  <a:cs typeface="Calibri" pitchFamily="34" charset="0"/>
                </a:rPr>
              </a:br>
              <a:r>
                <a:rPr lang="en-US" sz="1600" dirty="0">
                  <a:latin typeface="Consolas" panose="020B0609020204030204" pitchFamily="49" charset="0"/>
                  <a:cs typeface="Calibri" pitchFamily="34" charset="0"/>
                </a:rPr>
                <a:t>     </a:t>
              </a:r>
              <a:r>
                <a:rPr lang="en-US" sz="1600" dirty="0" err="1">
                  <a:latin typeface="Consolas" panose="020B0609020204030204" pitchFamily="49" charset="0"/>
                  <a:cs typeface="Calibri" pitchFamily="34" charset="0"/>
                </a:rPr>
                <a:t>f.process</a:t>
              </a:r>
              <a:r>
                <a:rPr lang="en-US" sz="1600" dirty="0">
                  <a:latin typeface="Consolas" panose="020B0609020204030204" pitchFamily="49" charset="0"/>
                  <a:cs typeface="Calibri" pitchFamily="34" charset="0"/>
                </a:rPr>
                <a:t>(work)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1FBE54A-0324-4591-8AB9-7CC1B89B8E5A}"/>
              </a:ext>
            </a:extLst>
          </p:cNvPr>
          <p:cNvGrpSpPr/>
          <p:nvPr/>
        </p:nvGrpSpPr>
        <p:grpSpPr>
          <a:xfrm>
            <a:off x="6359813" y="2823996"/>
            <a:ext cx="1383429" cy="1602523"/>
            <a:chOff x="6766837" y="2821447"/>
            <a:chExt cx="1383429" cy="160252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DD56B6DE-63AB-4E78-B6A3-76428BC70491}"/>
                </a:ext>
              </a:extLst>
            </p:cNvPr>
            <p:cNvSpPr/>
            <p:nvPr/>
          </p:nvSpPr>
          <p:spPr bwMode="auto">
            <a:xfrm>
              <a:off x="6766837" y="2821447"/>
              <a:ext cx="1383429" cy="483433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latin typeface="Calibri" pitchFamily="34" charset="0"/>
                  <a:cs typeface="Calibri" pitchFamily="34" charset="0"/>
                </a:rPr>
                <a:t>interface</a:t>
              </a:r>
            </a:p>
          </p:txBody>
        </p:sp>
        <p:cxnSp>
          <p:nvCxnSpPr>
            <p:cNvPr id="26" name="Connector: Elbow 25">
              <a:extLst>
                <a:ext uri="{FF2B5EF4-FFF2-40B4-BE49-F238E27FC236}">
                  <a16:creationId xmlns:a16="http://schemas.microsoft.com/office/drawing/2014/main" id="{D9F638CA-410E-42CC-BDC5-DC0B24F41772}"/>
                </a:ext>
              </a:extLst>
            </p:cNvPr>
            <p:cNvCxnSpPr>
              <a:cxnSpLocks/>
              <a:stCxn id="9" idx="3"/>
              <a:endCxn id="24" idx="2"/>
            </p:cNvCxnSpPr>
            <p:nvPr/>
          </p:nvCxnSpPr>
          <p:spPr bwMode="auto">
            <a:xfrm flipV="1">
              <a:off x="6766837" y="3304880"/>
              <a:ext cx="691715" cy="432073"/>
            </a:xfrm>
            <a:prstGeom prst="bentConnector2">
              <a:avLst/>
            </a:prstGeom>
            <a:solidFill>
              <a:srgbClr val="C0C0C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cxnSp>
          <p:nvCxnSpPr>
            <p:cNvPr id="29" name="Connector: Elbow 28">
              <a:extLst>
                <a:ext uri="{FF2B5EF4-FFF2-40B4-BE49-F238E27FC236}">
                  <a16:creationId xmlns:a16="http://schemas.microsoft.com/office/drawing/2014/main" id="{7A426E2A-E8FF-4255-80E3-7C29521DC83B}"/>
                </a:ext>
              </a:extLst>
            </p:cNvPr>
            <p:cNvCxnSpPr>
              <a:cxnSpLocks/>
              <a:stCxn id="10" idx="3"/>
              <a:endCxn id="24" idx="2"/>
            </p:cNvCxnSpPr>
            <p:nvPr/>
          </p:nvCxnSpPr>
          <p:spPr bwMode="auto">
            <a:xfrm flipV="1">
              <a:off x="6766837" y="3304880"/>
              <a:ext cx="691715" cy="1119090"/>
            </a:xfrm>
            <a:prstGeom prst="bentConnector2">
              <a:avLst/>
            </a:prstGeom>
            <a:solidFill>
              <a:srgbClr val="C0C0C0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EC82CA8-1F62-4653-8FE3-3AD1DE9AED3E}"/>
              </a:ext>
            </a:extLst>
          </p:cNvPr>
          <p:cNvGrpSpPr/>
          <p:nvPr/>
        </p:nvGrpSpPr>
        <p:grpSpPr>
          <a:xfrm>
            <a:off x="4810829" y="3497785"/>
            <a:ext cx="1548984" cy="1170450"/>
            <a:chOff x="4357141" y="3495236"/>
            <a:chExt cx="1738859" cy="117045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332B664-DEED-4282-AB3D-52AE8834CAAC}"/>
                </a:ext>
              </a:extLst>
            </p:cNvPr>
            <p:cNvSpPr/>
            <p:nvPr/>
          </p:nvSpPr>
          <p:spPr bwMode="auto">
            <a:xfrm>
              <a:off x="4357141" y="3495236"/>
              <a:ext cx="1738859" cy="483433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 class</a:t>
              </a:r>
              <a:endParaRPr lang="en-US" sz="2400" dirty="0">
                <a:latin typeface="Calibri" pitchFamily="34" charset="0"/>
                <a:cs typeface="Calibri" pitchFamily="34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5049BA-5AB0-41DE-BF0D-C443CCE6C2A2}"/>
                </a:ext>
              </a:extLst>
            </p:cNvPr>
            <p:cNvSpPr/>
            <p:nvPr/>
          </p:nvSpPr>
          <p:spPr bwMode="auto">
            <a:xfrm>
              <a:off x="4357141" y="4182253"/>
              <a:ext cx="1738859" cy="483433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sz="2400" dirty="0">
                  <a:latin typeface="Calibri" pitchFamily="34" charset="0"/>
                  <a:cs typeface="Calibri" pitchFamily="34" charset="0"/>
                  <a:sym typeface="Wingdings" panose="05000000000000000000" pitchFamily="2" charset="2"/>
                </a:rPr>
                <a:t>class</a:t>
              </a:r>
              <a:endParaRPr lang="en-US" sz="2400" dirty="0">
                <a:latin typeface="Calibri" pitchFamily="34" charset="0"/>
                <a:cs typeface="Calibri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84BB7BB-C396-44F8-90B3-0FDE68BD401C}"/>
              </a:ext>
            </a:extLst>
          </p:cNvPr>
          <p:cNvGrpSpPr/>
          <p:nvPr/>
        </p:nvGrpSpPr>
        <p:grpSpPr>
          <a:xfrm>
            <a:off x="1431316" y="4700774"/>
            <a:ext cx="1561389" cy="1116679"/>
            <a:chOff x="1115227" y="4698225"/>
            <a:chExt cx="1561389" cy="111667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75EEF1F-B5DC-47AF-A710-8B40610D49F6}"/>
                </a:ext>
              </a:extLst>
            </p:cNvPr>
            <p:cNvSpPr txBox="1"/>
            <p:nvPr/>
          </p:nvSpPr>
          <p:spPr>
            <a:xfrm>
              <a:off x="1115227" y="5045463"/>
              <a:ext cx="1561389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Calibri" pitchFamily="34" charset="0"/>
                  <a:cs typeface="Calibri" pitchFamily="34" charset="0"/>
                </a:rPr>
                <a:t>Any Logic</a:t>
              </a:r>
              <a:br>
                <a:rPr lang="en-US" sz="2800" dirty="0">
                  <a:latin typeface="Calibri" pitchFamily="34" charset="0"/>
                  <a:cs typeface="Calibri" pitchFamily="34" charset="0"/>
                </a:rPr>
              </a:br>
              <a:r>
                <a:rPr lang="en-US" sz="1600" dirty="0">
                  <a:latin typeface="Calibri" pitchFamily="34" charset="0"/>
                  <a:cs typeface="Calibri" pitchFamily="34" charset="0"/>
                </a:rPr>
                <a:t>&gt;2 lines</a:t>
              </a:r>
              <a:endParaRPr lang="en-US" sz="2400" dirty="0">
                <a:latin typeface="Calibri" pitchFamily="34" charset="0"/>
                <a:cs typeface="Calibri" pitchFamily="34" charset="0"/>
              </a:endParaRPr>
            </a:p>
          </p:txBody>
        </p:sp>
        <p:pic>
          <p:nvPicPr>
            <p:cNvPr id="28" name="Picture 2" descr="Imagini pentru arrow">
              <a:extLst>
                <a:ext uri="{FF2B5EF4-FFF2-40B4-BE49-F238E27FC236}">
                  <a16:creationId xmlns:a16="http://schemas.microsoft.com/office/drawing/2014/main" id="{EAF94759-FFDE-4AAB-B957-B8DCBD1610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rgbClr val="DF532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85701" flipV="1">
              <a:off x="1478330" y="4698225"/>
              <a:ext cx="835183" cy="422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57288C8-A164-4C4F-8B7C-F54B19278B25}"/>
              </a:ext>
            </a:extLst>
          </p:cNvPr>
          <p:cNvGrpSpPr/>
          <p:nvPr/>
        </p:nvGrpSpPr>
        <p:grpSpPr>
          <a:xfrm>
            <a:off x="3642109" y="4700774"/>
            <a:ext cx="1803764" cy="1116679"/>
            <a:chOff x="994041" y="4698225"/>
            <a:chExt cx="1803764" cy="1116679"/>
          </a:xfrm>
        </p:grpSpPr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9AF36D2-361C-4508-A54C-F5F7C2C3E436}"/>
                </a:ext>
              </a:extLst>
            </p:cNvPr>
            <p:cNvSpPr txBox="1"/>
            <p:nvPr/>
          </p:nvSpPr>
          <p:spPr>
            <a:xfrm>
              <a:off x="994041" y="5045463"/>
              <a:ext cx="180376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latin typeface="Calibri" pitchFamily="34" charset="0"/>
                  <a:cs typeface="Calibri" pitchFamily="34" charset="0"/>
                </a:rPr>
                <a:t>More Logic</a:t>
              </a:r>
              <a:br>
                <a:rPr lang="en-US" sz="2800" dirty="0">
                  <a:latin typeface="Calibri" pitchFamily="34" charset="0"/>
                  <a:cs typeface="Calibri" pitchFamily="34" charset="0"/>
                </a:rPr>
              </a:br>
              <a:r>
                <a:rPr lang="en-US" sz="1600" dirty="0">
                  <a:latin typeface="Calibri" pitchFamily="34" charset="0"/>
                  <a:cs typeface="Calibri" pitchFamily="34" charset="0"/>
                </a:rPr>
                <a:t>&gt;20+ lines</a:t>
              </a:r>
              <a:endParaRPr lang="en-US" sz="2400" dirty="0">
                <a:latin typeface="Calibri" pitchFamily="34" charset="0"/>
                <a:cs typeface="Calibri" pitchFamily="34" charset="0"/>
              </a:endParaRPr>
            </a:p>
          </p:txBody>
        </p:sp>
        <p:pic>
          <p:nvPicPr>
            <p:cNvPr id="32" name="Picture 2" descr="Imagini pentru arrow">
              <a:extLst>
                <a:ext uri="{FF2B5EF4-FFF2-40B4-BE49-F238E27FC236}">
                  <a16:creationId xmlns:a16="http://schemas.microsoft.com/office/drawing/2014/main" id="{B3CF279A-AF13-4C00-892F-75F440311F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rgbClr val="DF532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85701" flipV="1">
              <a:off x="1478330" y="4698225"/>
              <a:ext cx="835183" cy="422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8DB84CE-A9F7-47FE-B53F-8D50044BB3DC}"/>
              </a:ext>
            </a:extLst>
          </p:cNvPr>
          <p:cNvGrpSpPr/>
          <p:nvPr/>
        </p:nvGrpSpPr>
        <p:grpSpPr>
          <a:xfrm>
            <a:off x="6364148" y="5548503"/>
            <a:ext cx="3326615" cy="1020073"/>
            <a:chOff x="232641" y="4698225"/>
            <a:chExt cx="3326615" cy="1020073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19D3963-AF77-47BD-AD5D-FD3E0223BD29}"/>
                </a:ext>
              </a:extLst>
            </p:cNvPr>
            <p:cNvSpPr txBox="1"/>
            <p:nvPr/>
          </p:nvSpPr>
          <p:spPr>
            <a:xfrm>
              <a:off x="232641" y="5071967"/>
              <a:ext cx="33266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libri" pitchFamily="34" charset="0"/>
                  <a:cs typeface="Calibri" pitchFamily="34" charset="0"/>
                </a:rPr>
                <a:t>push </a:t>
              </a:r>
              <a:r>
                <a:rPr lang="en-US" b="1" dirty="0">
                  <a:latin typeface="Calibri" pitchFamily="34" charset="0"/>
                  <a:cs typeface="Calibri" pitchFamily="34" charset="0"/>
                </a:rPr>
                <a:t>complex selection </a:t>
              </a:r>
              <a:r>
                <a:rPr lang="en-US" dirty="0">
                  <a:latin typeface="Calibri" pitchFamily="34" charset="0"/>
                  <a:cs typeface="Calibri" pitchFamily="34" charset="0"/>
                </a:rPr>
                <a:t>inside, or</a:t>
              </a:r>
              <a:br>
                <a:rPr lang="en-US" dirty="0">
                  <a:latin typeface="Calibri" pitchFamily="34" charset="0"/>
                  <a:cs typeface="Calibri" pitchFamily="34" charset="0"/>
                </a:rPr>
              </a:br>
              <a:r>
                <a:rPr lang="en-US" dirty="0">
                  <a:latin typeface="Calibri" pitchFamily="34" charset="0"/>
                  <a:cs typeface="Calibri" pitchFamily="34" charset="0"/>
                </a:rPr>
                <a:t>allow </a:t>
              </a:r>
              <a:r>
                <a:rPr lang="en-US" b="1" dirty="0">
                  <a:latin typeface="Calibri" pitchFamily="34" charset="0"/>
                  <a:cs typeface="Calibri" pitchFamily="34" charset="0"/>
                </a:rPr>
                <a:t>multiple filters </a:t>
              </a:r>
              <a:r>
                <a:rPr lang="en-US" dirty="0">
                  <a:latin typeface="Calibri" pitchFamily="34" charset="0"/>
                  <a:cs typeface="Calibri" pitchFamily="34" charset="0"/>
                </a:rPr>
                <a:t>to act</a:t>
              </a:r>
            </a:p>
          </p:txBody>
        </p:sp>
        <p:pic>
          <p:nvPicPr>
            <p:cNvPr id="38" name="Picture 2" descr="Imagini pentru arrow">
              <a:extLst>
                <a:ext uri="{FF2B5EF4-FFF2-40B4-BE49-F238E27FC236}">
                  <a16:creationId xmlns:a16="http://schemas.microsoft.com/office/drawing/2014/main" id="{3AE9A673-6E7A-4BC2-91D2-87CCCC1265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rgbClr val="DF5327">
                  <a:shade val="45000"/>
                  <a:satMod val="135000"/>
                </a:srgb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85701" flipV="1">
              <a:off x="1478330" y="4698225"/>
              <a:ext cx="835183" cy="4226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44C70AEB-B0F0-875B-7392-4A6D9FF43E8A}"/>
              </a:ext>
            </a:extLst>
          </p:cNvPr>
          <p:cNvSpPr/>
          <p:nvPr/>
        </p:nvSpPr>
        <p:spPr bwMode="auto">
          <a:xfrm>
            <a:off x="1219199" y="302356"/>
            <a:ext cx="3133038" cy="1622683"/>
          </a:xfrm>
          <a:prstGeom prst="wedgeRoundRectCallout">
            <a:avLst>
              <a:gd name="adj1" fmla="val 20446"/>
              <a:gd name="adj2" fmla="val 63354"/>
              <a:gd name="adj3" fmla="val 16667"/>
            </a:avLst>
          </a:prstGeom>
          <a:solidFill>
            <a:srgbClr val="E4E8FE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u="sng" dirty="0">
                <a:latin typeface="Calibri" pitchFamily="34" charset="0"/>
                <a:cs typeface="Calibri" pitchFamily="34" charset="0"/>
              </a:rPr>
              <a:t>Large/Volatile Mapping</a:t>
            </a:r>
            <a:br>
              <a:rPr lang="en-US" sz="2000" dirty="0">
                <a:latin typeface="Calibri" pitchFamily="34" charset="0"/>
                <a:cs typeface="Calibri" pitchFamily="34" charset="0"/>
                <a:sym typeface="Wingdings" pitchFamily="2" charset="2"/>
              </a:rPr>
            </a:br>
            <a:r>
              <a:rPr lang="en-US" sz="1600" dirty="0">
                <a:latin typeface="Calibri" pitchFamily="34" charset="0"/>
                <a:cs typeface="Calibri" pitchFamily="34" charset="0"/>
                <a:sym typeface="Wingdings" pitchFamily="2" charset="2"/>
              </a:rPr>
              <a:t> </a:t>
            </a:r>
            <a:r>
              <a:rPr lang="en-US" sz="1600" b="1" dirty="0">
                <a:latin typeface="Calibri" pitchFamily="34" charset="0"/>
                <a:cs typeface="Calibri" pitchFamily="34" charset="0"/>
                <a:sym typeface="Wingdings" pitchFamily="2" charset="2"/>
              </a:rPr>
              <a:t>externalize</a:t>
            </a:r>
            <a:r>
              <a:rPr lang="en-US" sz="1600" dirty="0">
                <a:latin typeface="Calibri" pitchFamily="34" charset="0"/>
                <a:cs typeface="Calibri" pitchFamily="34" charset="0"/>
                <a:sym typeface="Wingdings" pitchFamily="2" charset="2"/>
              </a:rPr>
              <a:t> (</a:t>
            </a:r>
            <a:r>
              <a:rPr lang="en-US" sz="1600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eg.</a:t>
            </a:r>
            <a:r>
              <a:rPr lang="en-US" sz="1600" dirty="0">
                <a:latin typeface="Calibri" pitchFamily="34" charset="0"/>
                <a:cs typeface="Calibri" pitchFamily="34" charset="0"/>
                <a:sym typeface="Wingdings" pitchFamily="2" charset="2"/>
              </a:rPr>
              <a:t> in a .</a:t>
            </a:r>
            <a:r>
              <a:rPr lang="en-US" sz="1600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yaml</a:t>
            </a:r>
            <a:r>
              <a:rPr lang="en-US" sz="1600" dirty="0">
                <a:latin typeface="Calibri" pitchFamily="34" charset="0"/>
                <a:cs typeface="Calibri" pitchFamily="34" charset="0"/>
                <a:sym typeface="Wingdings" pitchFamily="2" charset="2"/>
              </a:rPr>
              <a:t>)</a:t>
            </a:r>
            <a:endParaRPr lang="en-US" sz="20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  <a:p>
            <a:pPr algn="l"/>
            <a:r>
              <a:rPr lang="en-US" sz="2000" u="sng" dirty="0">
                <a:latin typeface="Calibri" pitchFamily="34" charset="0"/>
                <a:cs typeface="Calibri" pitchFamily="34" charset="0"/>
                <a:sym typeface="Wingdings" pitchFamily="2" charset="2"/>
              </a:rPr>
              <a:t>Risk of forgetting a case</a:t>
            </a:r>
            <a:br>
              <a:rPr lang="en-US" sz="1600" b="1" dirty="0">
                <a:latin typeface="Calibri" panose="020F0502020204030204" pitchFamily="34" charset="0"/>
                <a:cs typeface="Calibri" panose="020F0502020204030204" pitchFamily="34" charset="0"/>
                <a:sym typeface="Wingdings" pitchFamily="2" charset="2"/>
              </a:rPr>
            </a:br>
            <a:r>
              <a:rPr lang="en-US" sz="1600" dirty="0">
                <a:latin typeface="Calibri" pitchFamily="34" charset="0"/>
                <a:cs typeface="Calibri" pitchFamily="34" charset="0"/>
                <a:sym typeface="Wingdings" pitchFamily="2" charset="2"/>
              </a:rPr>
              <a:t> </a:t>
            </a:r>
            <a:r>
              <a:rPr lang="en-US" sz="1600" b="1" dirty="0">
                <a:latin typeface="Calibri" pitchFamily="34" charset="0"/>
                <a:cs typeface="Calibri" pitchFamily="34" charset="0"/>
                <a:sym typeface="Wingdings" pitchFamily="2" charset="2"/>
              </a:rPr>
              <a:t>Functions on enums </a:t>
            </a:r>
            <a:r>
              <a:rPr lang="en-US" sz="1600" dirty="0">
                <a:latin typeface="Calibri" pitchFamily="34" charset="0"/>
                <a:cs typeface="Calibri" pitchFamily="34" charset="0"/>
                <a:sym typeface="Wingdings" pitchFamily="2" charset="2"/>
              </a:rPr>
              <a:t>idiom</a:t>
            </a:r>
            <a:r>
              <a:rPr lang="en-US" sz="1600" b="1" dirty="0">
                <a:latin typeface="Calibri" pitchFamily="34" charset="0"/>
                <a:cs typeface="Calibri" pitchFamily="34" charset="0"/>
              </a:rPr>
              <a:t> 😝 </a:t>
            </a:r>
            <a:br>
              <a:rPr lang="en-US" sz="1600" b="1" dirty="0">
                <a:latin typeface="Calibri" pitchFamily="34" charset="0"/>
                <a:cs typeface="Calibri" pitchFamily="34" charset="0"/>
              </a:rPr>
            </a:br>
            <a:r>
              <a:rPr lang="en-US" sz="1600" dirty="0">
                <a:latin typeface="Calibri" pitchFamily="34" charset="0"/>
                <a:cs typeface="Calibri" pitchFamily="34" charset="0"/>
                <a:sym typeface="Wingdings" pitchFamily="2" charset="2"/>
              </a:rPr>
              <a:t> </a:t>
            </a:r>
            <a:r>
              <a:rPr lang="en-US" sz="1600" b="1" dirty="0">
                <a:latin typeface="Calibri" pitchFamily="34" charset="0"/>
                <a:cs typeface="Calibri" pitchFamily="34" charset="0"/>
                <a:sym typeface="Wingdings" pitchFamily="2" charset="2"/>
              </a:rPr>
              <a:t>return switch (</a:t>
            </a:r>
            <a:r>
              <a:rPr lang="en-US" sz="1600" b="1" dirty="0" err="1">
                <a:latin typeface="Calibri" pitchFamily="34" charset="0"/>
                <a:cs typeface="Calibri" pitchFamily="34" charset="0"/>
                <a:sym typeface="Wingdings" pitchFamily="2" charset="2"/>
              </a:rPr>
              <a:t>enum</a:t>
            </a:r>
            <a:r>
              <a:rPr lang="en-US" sz="1600" b="1" dirty="0">
                <a:latin typeface="Calibri" pitchFamily="34" charset="0"/>
                <a:cs typeface="Calibri" pitchFamily="34" charset="0"/>
                <a:sym typeface="Wingdings" pitchFamily="2" charset="2"/>
              </a:rPr>
              <a:t>)</a:t>
            </a:r>
            <a:r>
              <a:rPr lang="en-US" sz="1600" dirty="0">
                <a:latin typeface="Calibri" pitchFamily="34" charset="0"/>
                <a:cs typeface="Calibri" pitchFamily="34" charset="0"/>
                <a:sym typeface="Wingdings" pitchFamily="2" charset="2"/>
              </a:rPr>
              <a:t> idiom ✅</a:t>
            </a:r>
            <a:endParaRPr lang="en-US" sz="2000" dirty="0">
              <a:latin typeface="Calibri" pitchFamily="34" charset="0"/>
              <a:cs typeface="Calibri" pitchFamily="34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79235183"/>
      </p:ext>
    </p:extLst>
  </p:cSld>
  <p:clrMapOvr>
    <a:masterClrMapping/>
  </p:clrMapOvr>
  <p:transition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8" grpId="0" animBg="1"/>
      <p:bldP spid="6" grpId="0" animBg="1"/>
      <p:bldP spid="13" grpId="0" animBg="1"/>
      <p:bldP spid="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peech Bubble: Oval 3">
            <a:extLst>
              <a:ext uri="{FF2B5EF4-FFF2-40B4-BE49-F238E27FC236}">
                <a16:creationId xmlns:a16="http://schemas.microsoft.com/office/drawing/2014/main" id="{CFE4FBE2-6E11-4742-8AF8-F0D8DC093752}"/>
              </a:ext>
            </a:extLst>
          </p:cNvPr>
          <p:cNvSpPr/>
          <p:nvPr/>
        </p:nvSpPr>
        <p:spPr bwMode="auto">
          <a:xfrm>
            <a:off x="5911083" y="356314"/>
            <a:ext cx="2750665" cy="876821"/>
          </a:xfrm>
          <a:prstGeom prst="wedgeEllipseCallout">
            <a:avLst>
              <a:gd name="adj1" fmla="val -38749"/>
              <a:gd name="adj2" fmla="val 71291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We want to checkout, please!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Room 763.</a:t>
            </a:r>
          </a:p>
        </p:txBody>
      </p:sp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EB77B5CC-4B6B-4D67-BFF2-D39FF9832BAB}"/>
              </a:ext>
            </a:extLst>
          </p:cNvPr>
          <p:cNvSpPr/>
          <p:nvPr/>
        </p:nvSpPr>
        <p:spPr bwMode="auto">
          <a:xfrm>
            <a:off x="7868079" y="1301742"/>
            <a:ext cx="1390390" cy="676406"/>
          </a:xfrm>
          <a:prstGeom prst="wedgeEllipseCallout">
            <a:avLst>
              <a:gd name="adj1" fmla="val 40530"/>
              <a:gd name="adj2" fmla="val 60180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Sure thing!</a:t>
            </a:r>
          </a:p>
        </p:txBody>
      </p:sp>
      <p:sp>
        <p:nvSpPr>
          <p:cNvPr id="5" name="Pentagon 4">
            <a:extLst>
              <a:ext uri="{FF2B5EF4-FFF2-40B4-BE49-F238E27FC236}">
                <a16:creationId xmlns:a16="http://schemas.microsoft.com/office/drawing/2014/main" id="{3285B0B2-1DA1-4F71-9AF9-296E2F63F78F}"/>
              </a:ext>
            </a:extLst>
          </p:cNvPr>
          <p:cNvSpPr/>
          <p:nvPr/>
        </p:nvSpPr>
        <p:spPr bwMode="auto">
          <a:xfrm>
            <a:off x="10346498" y="4283902"/>
            <a:ext cx="1640909" cy="350728"/>
          </a:xfrm>
          <a:prstGeom prst="homePlate">
            <a:avLst/>
          </a:prstGeom>
          <a:solidFill>
            <a:srgbClr val="D5FC7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Payment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786A673D-8CDD-4892-8E9F-BAFA26E7334C}"/>
              </a:ext>
            </a:extLst>
          </p:cNvPr>
          <p:cNvSpPr/>
          <p:nvPr/>
        </p:nvSpPr>
        <p:spPr bwMode="auto">
          <a:xfrm>
            <a:off x="10346498" y="3770335"/>
            <a:ext cx="1640909" cy="350728"/>
          </a:xfrm>
          <a:prstGeom prst="homePlate">
            <a:avLst/>
          </a:prstGeom>
          <a:solidFill>
            <a:srgbClr val="D5FC7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Minibar</a:t>
            </a:r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B6CFEF25-7B3D-478C-A1B5-D59FF56CEA61}"/>
              </a:ext>
            </a:extLst>
          </p:cNvPr>
          <p:cNvSpPr/>
          <p:nvPr/>
        </p:nvSpPr>
        <p:spPr bwMode="auto">
          <a:xfrm>
            <a:off x="10346498" y="3256768"/>
            <a:ext cx="1640909" cy="350728"/>
          </a:xfrm>
          <a:prstGeom prst="homePlate">
            <a:avLst/>
          </a:prstGeom>
          <a:solidFill>
            <a:srgbClr val="D5FC7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Room checkup</a:t>
            </a:r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F6C35CDA-A8C2-4098-93CE-9A6E68ABDC72}"/>
              </a:ext>
            </a:extLst>
          </p:cNvPr>
          <p:cNvSpPr/>
          <p:nvPr/>
        </p:nvSpPr>
        <p:spPr bwMode="auto">
          <a:xfrm>
            <a:off x="10346498" y="2743201"/>
            <a:ext cx="1640909" cy="350728"/>
          </a:xfrm>
          <a:prstGeom prst="homePlate">
            <a:avLst/>
          </a:prstGeom>
          <a:solidFill>
            <a:srgbClr val="D5FC7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Parking Fees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16D13AFC-D6A2-445A-B421-F6A24D186137}"/>
              </a:ext>
            </a:extLst>
          </p:cNvPr>
          <p:cNvSpPr/>
          <p:nvPr/>
        </p:nvSpPr>
        <p:spPr bwMode="auto">
          <a:xfrm>
            <a:off x="10346498" y="2229634"/>
            <a:ext cx="1640909" cy="350728"/>
          </a:xfrm>
          <a:prstGeom prst="homePlate">
            <a:avLst/>
          </a:prstGeom>
          <a:solidFill>
            <a:srgbClr val="D5FC7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Breakfast</a:t>
            </a:r>
          </a:p>
        </p:txBody>
      </p:sp>
      <p:sp>
        <p:nvSpPr>
          <p:cNvPr id="12" name="Pentagon 11">
            <a:extLst>
              <a:ext uri="{FF2B5EF4-FFF2-40B4-BE49-F238E27FC236}">
                <a16:creationId xmlns:a16="http://schemas.microsoft.com/office/drawing/2014/main" id="{E08174AF-CCAD-40A0-833C-9FC579806980}"/>
              </a:ext>
            </a:extLst>
          </p:cNvPr>
          <p:cNvSpPr/>
          <p:nvPr/>
        </p:nvSpPr>
        <p:spPr bwMode="auto">
          <a:xfrm>
            <a:off x="10346498" y="4797469"/>
            <a:ext cx="1640909" cy="350728"/>
          </a:xfrm>
          <a:prstGeom prst="homePlate">
            <a:avLst/>
          </a:prstGeom>
          <a:solidFill>
            <a:srgbClr val="D5FC7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Taxi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3E31917B-02F5-4E01-AB39-219D7A08CAE9}"/>
              </a:ext>
            </a:extLst>
          </p:cNvPr>
          <p:cNvSpPr/>
          <p:nvPr/>
        </p:nvSpPr>
        <p:spPr bwMode="auto">
          <a:xfrm>
            <a:off x="8846665" y="703385"/>
            <a:ext cx="2280880" cy="1023276"/>
          </a:xfrm>
          <a:prstGeom prst="downArrow">
            <a:avLst>
              <a:gd name="adj1" fmla="val 67801"/>
              <a:gd name="adj2" fmla="val 48924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Facade</a:t>
            </a:r>
          </a:p>
        </p:txBody>
      </p:sp>
      <p:sp>
        <p:nvSpPr>
          <p:cNvPr id="2" name="Speech Bubble: Oval 5">
            <a:extLst>
              <a:ext uri="{FF2B5EF4-FFF2-40B4-BE49-F238E27FC236}">
                <a16:creationId xmlns:a16="http://schemas.microsoft.com/office/drawing/2014/main" id="{D42C7F10-4BF1-8804-1037-AE7654627ECF}"/>
              </a:ext>
            </a:extLst>
          </p:cNvPr>
          <p:cNvSpPr/>
          <p:nvPr/>
        </p:nvSpPr>
        <p:spPr bwMode="auto">
          <a:xfrm>
            <a:off x="7489858" y="2074020"/>
            <a:ext cx="1640909" cy="876821"/>
          </a:xfrm>
          <a:prstGeom prst="wedgeEllipseCallout">
            <a:avLst>
              <a:gd name="adj1" fmla="val 62820"/>
              <a:gd name="adj2" fmla="val -3996"/>
            </a:avLst>
          </a:prstGeom>
          <a:solidFill>
            <a:schemeClr val="bg1">
              <a:lumMod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I'll take care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of everything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for you, Sir!</a:t>
            </a:r>
          </a:p>
        </p:txBody>
      </p:sp>
    </p:spTree>
    <p:extLst>
      <p:ext uri="{BB962C8B-B14F-4D97-AF65-F5344CB8AC3E}">
        <p14:creationId xmlns:p14="http://schemas.microsoft.com/office/powerpoint/2010/main" val="13660626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Content Placeholder 27"/>
          <p:cNvSpPr>
            <a:spLocks noGrp="1"/>
          </p:cNvSpPr>
          <p:nvPr>
            <p:ph idx="1"/>
          </p:nvPr>
        </p:nvSpPr>
        <p:spPr>
          <a:xfrm>
            <a:off x="1422400" y="1142759"/>
            <a:ext cx="9347200" cy="646395"/>
          </a:xfrm>
        </p:spPr>
        <p:txBody>
          <a:bodyPr>
            <a:spAutoFit/>
          </a:bodyPr>
          <a:lstStyle/>
          <a:p>
            <a:pPr algn="ctr">
              <a:buNone/>
            </a:pPr>
            <a:r>
              <a:rPr lang="en-US" sz="3600" b="1" i="1" dirty="0"/>
              <a:t>= unified interface over multiple components</a:t>
            </a:r>
            <a:endParaRPr lang="nl-BE" sz="4000" dirty="0"/>
          </a:p>
        </p:txBody>
      </p:sp>
      <p:pic>
        <p:nvPicPr>
          <p:cNvPr id="11" name="Picture 4" descr="http://www.teach-ict.com/as_as_computing/ocr/H447/F453/3_3_6/uml/miniweb/images/actor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6798" r="31563"/>
          <a:stretch>
            <a:fillRect/>
          </a:stretch>
        </p:blipFill>
        <p:spPr bwMode="auto">
          <a:xfrm>
            <a:off x="2318864" y="4485193"/>
            <a:ext cx="977786" cy="1408964"/>
          </a:xfrm>
          <a:prstGeom prst="rect">
            <a:avLst/>
          </a:prstGeom>
          <a:noFill/>
        </p:spPr>
      </p:pic>
      <p:cxnSp>
        <p:nvCxnSpPr>
          <p:cNvPr id="12" name="Straight Arrow Connector 11"/>
          <p:cNvCxnSpPr>
            <a:cxnSpLocks/>
            <a:stCxn id="11" idx="3"/>
            <a:endCxn id="9" idx="1"/>
          </p:cNvCxnSpPr>
          <p:nvPr/>
        </p:nvCxnSpPr>
        <p:spPr bwMode="auto">
          <a:xfrm>
            <a:off x="3296650" y="5189675"/>
            <a:ext cx="1837182" cy="14136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sp>
        <p:nvSpPr>
          <p:cNvPr id="13" name="Flowchart: Alternate Process 12"/>
          <p:cNvSpPr/>
          <p:nvPr/>
        </p:nvSpPr>
        <p:spPr bwMode="auto">
          <a:xfrm>
            <a:off x="5509566" y="4131732"/>
            <a:ext cx="4015824" cy="2374445"/>
          </a:xfrm>
          <a:prstGeom prst="flowChartAlternateProcess">
            <a:avLst/>
          </a:prstGeom>
          <a:noFill/>
          <a:ln w="38100" cap="flat" cmpd="sng" algn="ctr">
            <a:solidFill>
              <a:srgbClr val="7889FB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endParaRPr lang="nl-BE" sz="24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585635" y="4303521"/>
            <a:ext cx="1046946" cy="335876"/>
          </a:xfrm>
          <a:prstGeom prst="rect">
            <a:avLst/>
          </a:prstGeom>
          <a:gradFill flip="none" rotWithShape="1">
            <a:gsLst>
              <a:gs pos="0">
                <a:srgbClr val="FFCC6A"/>
              </a:gs>
              <a:gs pos="100000">
                <a:srgbClr val="FCF2E3">
                  <a:shade val="100000"/>
                  <a:satMod val="115000"/>
                </a:srgbClr>
              </a:gs>
            </a:gsLst>
            <a:lin ang="13500000" scaled="1"/>
            <a:tileRect/>
          </a:gra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36000" rIns="91440" bIns="3600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</a:pPr>
            <a:endParaRPr lang="en-US" sz="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8118643" y="4956939"/>
            <a:ext cx="1046946" cy="335876"/>
          </a:xfrm>
          <a:prstGeom prst="rect">
            <a:avLst/>
          </a:prstGeom>
          <a:gradFill flip="none" rotWithShape="1">
            <a:gsLst>
              <a:gs pos="0">
                <a:srgbClr val="FFCC6A"/>
              </a:gs>
              <a:gs pos="100000">
                <a:srgbClr val="FCF2E3">
                  <a:shade val="100000"/>
                  <a:satMod val="115000"/>
                </a:srgbClr>
              </a:gs>
            </a:gsLst>
            <a:lin ang="13500000" scaled="1"/>
            <a:tileRect/>
          </a:gra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36000" rIns="91440" bIns="3600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</a:pPr>
            <a:endParaRPr lang="en-US" sz="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8222827" y="5610357"/>
            <a:ext cx="1046946" cy="335876"/>
          </a:xfrm>
          <a:prstGeom prst="rect">
            <a:avLst/>
          </a:prstGeom>
          <a:gradFill flip="none" rotWithShape="1">
            <a:gsLst>
              <a:gs pos="0">
                <a:srgbClr val="FFCC6A"/>
              </a:gs>
              <a:gs pos="100000">
                <a:srgbClr val="FCF2E3">
                  <a:shade val="100000"/>
                  <a:satMod val="115000"/>
                </a:srgbClr>
              </a:gs>
            </a:gsLst>
            <a:lin ang="13500000" scaled="1"/>
            <a:tileRect/>
          </a:gra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36000" rIns="91440" bIns="3600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</a:pPr>
            <a:endParaRPr lang="en-US" sz="8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793882" y="5973186"/>
            <a:ext cx="1046946" cy="335876"/>
          </a:xfrm>
          <a:prstGeom prst="rect">
            <a:avLst/>
          </a:prstGeom>
          <a:gradFill flip="none" rotWithShape="1">
            <a:gsLst>
              <a:gs pos="0">
                <a:srgbClr val="FFCC6A"/>
              </a:gs>
              <a:gs pos="100000">
                <a:srgbClr val="FCF2E3">
                  <a:shade val="100000"/>
                  <a:satMod val="115000"/>
                </a:srgbClr>
              </a:gs>
            </a:gsLst>
            <a:lin ang="13500000" scaled="1"/>
            <a:tileRect/>
          </a:gra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72000" tIns="36000" rIns="91440" bIns="36000" numCol="1" rtlCol="0" anchor="t" anchorCtr="0" compatLnSpc="1">
            <a:prstTxWarp prst="textNoShape">
              <a:avLst/>
            </a:prstTxWarp>
          </a:bodyPr>
          <a:lstStyle/>
          <a:p>
            <a:pPr>
              <a:spcBef>
                <a:spcPts val="0"/>
              </a:spcBef>
            </a:pPr>
            <a:endParaRPr lang="en-US" sz="800" dirty="0"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9" name="Straight Arrow Connector 18"/>
          <p:cNvCxnSpPr>
            <a:cxnSpLocks/>
            <a:stCxn id="9" idx="3"/>
            <a:endCxn id="17" idx="0"/>
          </p:cNvCxnSpPr>
          <p:nvPr/>
        </p:nvCxnSpPr>
        <p:spPr bwMode="auto">
          <a:xfrm>
            <a:off x="7230992" y="5203811"/>
            <a:ext cx="86363" cy="769375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1" name="Straight Arrow Connector 20"/>
          <p:cNvCxnSpPr>
            <a:cxnSpLocks/>
            <a:stCxn id="9" idx="3"/>
            <a:endCxn id="16" idx="1"/>
          </p:cNvCxnSpPr>
          <p:nvPr/>
        </p:nvCxnSpPr>
        <p:spPr bwMode="auto">
          <a:xfrm>
            <a:off x="7230992" y="5203811"/>
            <a:ext cx="991835" cy="574484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cxnSpLocks/>
            <a:stCxn id="9" idx="3"/>
            <a:endCxn id="14" idx="2"/>
          </p:cNvCxnSpPr>
          <p:nvPr/>
        </p:nvCxnSpPr>
        <p:spPr bwMode="auto">
          <a:xfrm flipV="1">
            <a:off x="7230992" y="4639397"/>
            <a:ext cx="878116" cy="564414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>
            <a:cxnSpLocks/>
            <a:stCxn id="9" idx="3"/>
            <a:endCxn id="15" idx="1"/>
          </p:cNvCxnSpPr>
          <p:nvPr/>
        </p:nvCxnSpPr>
        <p:spPr bwMode="auto">
          <a:xfrm flipV="1">
            <a:off x="7230992" y="5124877"/>
            <a:ext cx="887651" cy="78934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26" name="Straight Arrow Connector 25"/>
          <p:cNvCxnSpPr>
            <a:stCxn id="11" idx="3"/>
            <a:endCxn id="14" idx="1"/>
          </p:cNvCxnSpPr>
          <p:nvPr/>
        </p:nvCxnSpPr>
        <p:spPr bwMode="auto">
          <a:xfrm flipV="1">
            <a:off x="3296650" y="4471459"/>
            <a:ext cx="4288985" cy="718216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33" name="Straight Arrow Connector 32"/>
          <p:cNvCxnSpPr>
            <a:stCxn id="11" idx="3"/>
            <a:endCxn id="15" idx="1"/>
          </p:cNvCxnSpPr>
          <p:nvPr/>
        </p:nvCxnSpPr>
        <p:spPr bwMode="auto">
          <a:xfrm flipV="1">
            <a:off x="3296650" y="5124877"/>
            <a:ext cx="4821993" cy="64798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36" name="Straight Arrow Connector 35"/>
          <p:cNvCxnSpPr>
            <a:stCxn id="11" idx="3"/>
            <a:endCxn id="16" idx="1"/>
          </p:cNvCxnSpPr>
          <p:nvPr/>
        </p:nvCxnSpPr>
        <p:spPr bwMode="auto">
          <a:xfrm>
            <a:off x="3296650" y="5189675"/>
            <a:ext cx="4926177" cy="588620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cxnSp>
        <p:nvCxnSpPr>
          <p:cNvPr id="39" name="Straight Arrow Connector 38"/>
          <p:cNvCxnSpPr>
            <a:stCxn id="11" idx="3"/>
            <a:endCxn id="17" idx="1"/>
          </p:cNvCxnSpPr>
          <p:nvPr/>
        </p:nvCxnSpPr>
        <p:spPr bwMode="auto">
          <a:xfrm>
            <a:off x="3296650" y="5189675"/>
            <a:ext cx="3497232" cy="951449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dash"/>
            <a:round/>
            <a:headEnd type="none" w="med" len="med"/>
            <a:tailEnd type="arrow"/>
          </a:ln>
          <a:effectLst/>
        </p:spPr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035C1B2-4086-4632-916D-2A956E87E1DF}"/>
              </a:ext>
            </a:extLst>
          </p:cNvPr>
          <p:cNvGrpSpPr/>
          <p:nvPr/>
        </p:nvGrpSpPr>
        <p:grpSpPr>
          <a:xfrm>
            <a:off x="4407021" y="4384252"/>
            <a:ext cx="2823971" cy="1639115"/>
            <a:chOff x="4407021" y="4384252"/>
            <a:chExt cx="2823971" cy="1639115"/>
          </a:xfrm>
        </p:grpSpPr>
        <p:sp>
          <p:nvSpPr>
            <p:cNvPr id="9" name="Rectangle 8"/>
            <p:cNvSpPr/>
            <p:nvPr/>
          </p:nvSpPr>
          <p:spPr bwMode="auto">
            <a:xfrm>
              <a:off x="5133832" y="4909501"/>
              <a:ext cx="2097160" cy="588619"/>
            </a:xfrm>
            <a:prstGeom prst="rect">
              <a:avLst/>
            </a:prstGeom>
            <a:gradFill flip="none" rotWithShape="1">
              <a:gsLst>
                <a:gs pos="0">
                  <a:srgbClr val="FFCC6A"/>
                </a:gs>
                <a:gs pos="100000">
                  <a:srgbClr val="FCF2E3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36000" rIns="91440" bIns="36000" numCol="1" rtlCol="0" anchor="t" anchorCtr="0" compatLnSpc="1">
              <a:prstTxWarp prst="textNoShape">
                <a:avLst/>
              </a:prstTxWarp>
            </a:bodyPr>
            <a:lstStyle/>
            <a:p>
              <a:pPr>
                <a:spcBef>
                  <a:spcPts val="0"/>
                </a:spcBef>
              </a:pPr>
              <a:r>
                <a:rPr lang="en-US" sz="3200" b="1" dirty="0">
                  <a:latin typeface="Calibri" pitchFamily="34" charset="0"/>
                  <a:cs typeface="Calibri" pitchFamily="34" charset="0"/>
                </a:rPr>
                <a:t>Facade</a:t>
              </a:r>
              <a:endParaRPr lang="en-US" sz="1050" dirty="0">
                <a:latin typeface="Calibri" pitchFamily="34" charset="0"/>
                <a:cs typeface="Calibri" pitchFamily="34" charset="0"/>
              </a:endParaRPr>
            </a:p>
          </p:txBody>
        </p:sp>
        <p:pic>
          <p:nvPicPr>
            <p:cNvPr id="1026" name="Picture 2" descr="Imagini pentru mask smile clipart">
              <a:extLst>
                <a:ext uri="{FF2B5EF4-FFF2-40B4-BE49-F238E27FC236}">
                  <a16:creationId xmlns:a16="http://schemas.microsoft.com/office/drawing/2014/main" id="{B9C96CE9-4526-4127-99C2-B81519D3829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875291" flipH="1">
              <a:off x="4407021" y="4384252"/>
              <a:ext cx="1311292" cy="1639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4" name="Content Placeholder 27">
            <a:extLst>
              <a:ext uri="{FF2B5EF4-FFF2-40B4-BE49-F238E27FC236}">
                <a16:creationId xmlns:a16="http://schemas.microsoft.com/office/drawing/2014/main" id="{F4D0EFB0-0F40-465B-B2D3-3BD64F9A9C8A}"/>
              </a:ext>
            </a:extLst>
          </p:cNvPr>
          <p:cNvSpPr txBox="1">
            <a:spLocks/>
          </p:cNvSpPr>
          <p:nvPr/>
        </p:nvSpPr>
        <p:spPr>
          <a:xfrm>
            <a:off x="1422400" y="2813553"/>
            <a:ext cx="9347200" cy="1232325"/>
          </a:xfrm>
          <a:prstGeom prst="rect">
            <a:avLst/>
          </a:prstGeom>
        </p:spPr>
        <p:txBody>
          <a:bodyPr>
            <a:spAutoFit/>
          </a:bodyPr>
          <a:lstStyle>
            <a:lvl1pPr marL="192088" indent="-192088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63550" indent="-185738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SimSun" pitchFamily="2" charset="-122"/>
              <a:buChar char="-"/>
              <a:defRPr sz="20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2pPr>
            <a:lvl3pPr marL="768350" indent="-193675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3pPr>
            <a:lvl4pPr marL="1052513" indent="-180975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SimSun" pitchFamily="2" charset="-122"/>
              <a:buChar char="-"/>
              <a:defRPr sz="12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4pPr>
            <a:lvl5pPr marL="1381125" indent="-146050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5pPr>
            <a:lvl6pPr marL="18383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6pPr>
            <a:lvl7pPr marL="22955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7pPr>
            <a:lvl8pPr marL="27527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8pPr>
            <a:lvl9pPr marL="32099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b="1" kern="0" dirty="0"/>
              <a:t>2. Decouple Clients</a:t>
            </a:r>
          </a:p>
          <a:p>
            <a:pPr marL="0" lvl="1" indent="0" algn="ctr">
              <a:spcBef>
                <a:spcPts val="0"/>
              </a:spcBef>
              <a:buFont typeface="SimSun" pitchFamily="2" charset="-122"/>
              <a:buNone/>
            </a:pPr>
            <a:r>
              <a:rPr lang="en-US" kern="0" dirty="0">
                <a:sym typeface="Wingdings" panose="05000000000000000000" pitchFamily="2" charset="2"/>
              </a:rPr>
              <a:t>Client convenience</a:t>
            </a:r>
            <a:br>
              <a:rPr lang="en-US" kern="0" dirty="0">
                <a:sym typeface="Wingdings" panose="05000000000000000000" pitchFamily="2" charset="2"/>
              </a:rPr>
            </a:br>
            <a:r>
              <a:rPr lang="en-US" kern="0" dirty="0">
                <a:sym typeface="Wingdings" panose="05000000000000000000" pitchFamily="2" charset="2"/>
              </a:rPr>
              <a:t>Freedom to refactor internals</a:t>
            </a:r>
            <a:endParaRPr lang="nl-BE" sz="3200" kern="0" dirty="0"/>
          </a:p>
        </p:txBody>
      </p:sp>
      <p:sp>
        <p:nvSpPr>
          <p:cNvPr id="45" name="Content Placeholder 27">
            <a:extLst>
              <a:ext uri="{FF2B5EF4-FFF2-40B4-BE49-F238E27FC236}">
                <a16:creationId xmlns:a16="http://schemas.microsoft.com/office/drawing/2014/main" id="{926CBA21-1462-4AEB-A5A9-DEAE7912A9C2}"/>
              </a:ext>
            </a:extLst>
          </p:cNvPr>
          <p:cNvSpPr txBox="1">
            <a:spLocks/>
          </p:cNvSpPr>
          <p:nvPr/>
        </p:nvSpPr>
        <p:spPr>
          <a:xfrm>
            <a:off x="1544320" y="1847999"/>
            <a:ext cx="9347200" cy="912237"/>
          </a:xfrm>
          <a:prstGeom prst="rect">
            <a:avLst/>
          </a:prstGeom>
        </p:spPr>
        <p:txBody>
          <a:bodyPr>
            <a:spAutoFit/>
          </a:bodyPr>
          <a:lstStyle>
            <a:lvl1pPr marL="192088" indent="-192088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3200">
                <a:solidFill>
                  <a:schemeClr val="tx1"/>
                </a:solidFill>
                <a:latin typeface="Calibri" pitchFamily="34" charset="0"/>
                <a:ea typeface="+mn-ea"/>
                <a:cs typeface="Calibri" pitchFamily="34" charset="0"/>
              </a:defRPr>
            </a:lvl1pPr>
            <a:lvl2pPr marL="463550" indent="-185738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SimSun" pitchFamily="2" charset="-122"/>
              <a:buChar char="-"/>
              <a:defRPr sz="20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2pPr>
            <a:lvl3pPr marL="768350" indent="-193675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6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3pPr>
            <a:lvl4pPr marL="1052513" indent="-180975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SimSun" pitchFamily="2" charset="-122"/>
              <a:buChar char="-"/>
              <a:defRPr sz="12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4pPr>
            <a:lvl5pPr marL="1381125" indent="-146050" algn="l" rtl="0" eaLnBrk="0" fontAlgn="base" hangingPunct="0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5pPr>
            <a:lvl6pPr marL="18383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6pPr>
            <a:lvl7pPr marL="22955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7pPr>
            <a:lvl8pPr marL="27527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8pPr>
            <a:lvl9pPr marL="3209925" indent="-146050" algn="l" rtl="0" fontAlgn="base">
              <a:lnSpc>
                <a:spcPct val="104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1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n-US" b="1" kern="0" dirty="0"/>
              <a:t>1. Decouple Internals</a:t>
            </a:r>
            <a:br>
              <a:rPr lang="en-US" kern="0" dirty="0"/>
            </a:br>
            <a:r>
              <a:rPr lang="en-US" sz="2000" kern="0" dirty="0"/>
              <a:t>By pulling the orchestration logic out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163DA3F-F542-45EE-8D93-66B1F555623D}"/>
              </a:ext>
            </a:extLst>
          </p:cNvPr>
          <p:cNvCxnSpPr>
            <a:cxnSpLocks/>
            <a:endCxn id="15" idx="0"/>
          </p:cNvCxnSpPr>
          <p:nvPr/>
        </p:nvCxnSpPr>
        <p:spPr bwMode="auto">
          <a:xfrm>
            <a:off x="8376745" y="4656083"/>
            <a:ext cx="265371" cy="300856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sysDot"/>
            <a:round/>
            <a:headEnd type="none" w="med" len="med"/>
            <a:tailEnd type="arrow"/>
          </a:ln>
          <a:effectLst/>
        </p:spPr>
      </p:cxnSp>
      <p:pic>
        <p:nvPicPr>
          <p:cNvPr id="29" name="Picture 28" descr="http://www.clipartsfree.net/vector/large/Rainbow_chalk_stroke_Vector_Clipart.png">
            <a:extLst>
              <a:ext uri="{FF2B5EF4-FFF2-40B4-BE49-F238E27FC236}">
                <a16:creationId xmlns:a16="http://schemas.microsoft.com/office/drawing/2014/main" id="{52B14B6E-4D10-4597-A580-81671E0A2D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duotone>
              <a:prstClr val="black"/>
              <a:srgbClr val="FF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8" r="-2713"/>
          <a:stretch/>
        </p:blipFill>
        <p:spPr bwMode="auto">
          <a:xfrm flipV="1">
            <a:off x="8284540" y="4548290"/>
            <a:ext cx="702684" cy="397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5C76D3-44A9-4C7E-A286-42EA8233FB44}"/>
              </a:ext>
            </a:extLst>
          </p:cNvPr>
          <p:cNvCxnSpPr>
            <a:cxnSpLocks/>
          </p:cNvCxnSpPr>
          <p:nvPr/>
        </p:nvCxnSpPr>
        <p:spPr bwMode="auto">
          <a:xfrm flipH="1">
            <a:off x="8529199" y="5294799"/>
            <a:ext cx="205827" cy="293699"/>
          </a:xfrm>
          <a:prstGeom prst="straightConnector1">
            <a:avLst/>
          </a:prstGeom>
          <a:solidFill>
            <a:srgbClr val="C0C0C0"/>
          </a:solidFill>
          <a:ln w="31750" cap="flat" cmpd="sng" algn="ctr">
            <a:solidFill>
              <a:schemeClr val="tx1"/>
            </a:solidFill>
            <a:prstDash val="sysDot"/>
            <a:round/>
            <a:headEnd type="none" w="med" len="med"/>
            <a:tailEnd type="arrow"/>
          </a:ln>
          <a:effectLst/>
        </p:spPr>
      </p:cxnSp>
      <p:sp>
        <p:nvSpPr>
          <p:cNvPr id="6" name="Arrow: Down 6">
            <a:extLst>
              <a:ext uri="{FF2B5EF4-FFF2-40B4-BE49-F238E27FC236}">
                <a16:creationId xmlns:a16="http://schemas.microsoft.com/office/drawing/2014/main" id="{5B85D994-7558-2EF7-FCC2-6E5E5C86F59C}"/>
              </a:ext>
            </a:extLst>
          </p:cNvPr>
          <p:cNvSpPr/>
          <p:nvPr/>
        </p:nvSpPr>
        <p:spPr bwMode="auto">
          <a:xfrm>
            <a:off x="4950112" y="266068"/>
            <a:ext cx="2280880" cy="1023276"/>
          </a:xfrm>
          <a:prstGeom prst="downArrow">
            <a:avLst>
              <a:gd name="adj1" fmla="val 67801"/>
              <a:gd name="adj2" fmla="val 48924"/>
            </a:avLst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6000" b="1" dirty="0">
                <a:latin typeface="Calibri" pitchFamily="34" charset="0"/>
                <a:cs typeface="Calibri" pitchFamily="34" charset="0"/>
              </a:rPr>
              <a:t>Facade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5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5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5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5000">
                                          <p:val>
                                            <p:strVal val="ppt_x+-0.0500*(ppt_x*0.9511+(1-ppt_y)*0.3090)"/>
                                          </p:val>
                                        </p:tav>
                                        <p:tav tm="10000">
                                          <p:val>
                                            <p:strVal val="ppt_x+-0.1000*(ppt_x*0.8090+(1-ppt_y)*0.5878)"/>
                                          </p:val>
                                        </p:tav>
                                        <p:tav tm="15000">
                                          <p:val>
                                            <p:strVal val="ppt_x+-0.1500*(ppt_x*0.5878+(1-ppt_y)*0.8090)"/>
                                          </p:val>
                                        </p:tav>
                                        <p:tav tm="20000">
                                          <p:val>
                                            <p:strVal val="ppt_x+-0.2000*(ppt_x*0.3090+(1-ppt_y)*0.9511)"/>
                                          </p:val>
                                        </p:tav>
                                        <p:tav tm="25000">
                                          <p:val>
                                            <p:strVal val="ppt_x+-0.2500*(ppt_x*-0.0000+(1-ppt_y)*1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x+-0.3000*(ppt_x*-0.3090+(1-ppt_y)*0.9511)"/>
                                          </p:val>
                                        </p:tav>
                                        <p:tav tm="35000">
                                          <p:val>
                                            <p:strVal val="ppt_x+-0.3500*(ppt_x*-0.5878+(1-ppt_y)*0.8090)"/>
                                          </p:val>
                                        </p:tav>
                                        <p:tav tm="40000">
                                          <p:val>
                                            <p:strVal val="ppt_x+-0.4000*(ppt_x*-0.8090+(1-ppt_y)*0.5878)"/>
                                          </p:val>
                                        </p:tav>
                                        <p:tav tm="45000">
                                          <p:val>
                                            <p:strVal val="ppt_x+-0.4500*(ppt_x*-0.9511+(1-ppt_y)*0.3090)"/>
                                          </p:val>
                                        </p:tav>
                                        <p:tav tm="50000">
                                          <p:val>
                                            <p:strVal val="ppt_x+-0.5000*(ppt_x*-1.0000+(1-ppt_y)*-0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x+-0.5500*(ppt_x*-0.9511+(1-ppt_y)*-0.3090)"/>
                                          </p:val>
                                        </p:tav>
                                        <p:tav tm="60000">
                                          <p:val>
                                            <p:strVal val="ppt_x+-0.6000*(ppt_x*-0.8090+(1-ppt_y)*-0.5878)"/>
                                          </p:val>
                                        </p:tav>
                                        <p:tav tm="65000">
                                          <p:val>
                                            <p:strVal val="ppt_x+-0.6500*(ppt_x*-0.5878+(1-ppt_y)*-0.8090)"/>
                                          </p:val>
                                        </p:tav>
                                        <p:tav tm="70000">
                                          <p:val>
                                            <p:strVal val="ppt_x+-0.7000*(ppt_x*-0.3090+(1-ppt_y)*-0.9511)"/>
                                          </p:val>
                                        </p:tav>
                                        <p:tav tm="75000">
                                          <p:val>
                                            <p:strVal val="ppt_x+-0.7500*(ppt_x*0.0000+(1-ppt_y)*-1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x+-0.8000*(ppt_x*0.3090+(1-ppt_y)*-0.9511)"/>
                                          </p:val>
                                        </p:tav>
                                        <p:tav tm="85000">
                                          <p:val>
                                            <p:strVal val="ppt_x+-0.8500*(ppt_x*0.5878+(1-ppt_y)*-0.8090)"/>
                                          </p:val>
                                        </p:tav>
                                        <p:tav tm="90000">
                                          <p:val>
                                            <p:strVal val="ppt_x+-0.9000*(ppt_x*0.8090+(1-ppt_y)*-0.5878)"/>
                                          </p:val>
                                        </p:tav>
                                        <p:tav tm="95000">
                                          <p:val>
                                            <p:strVal val="ppt_x+-0.9500*(ppt_x*0.9511+(1-ppt_y)*-0.3090)"/>
                                          </p:val>
                                        </p:tav>
                                        <p:tav tm="100000">
                                          <p:val>
                                            <p:strVal val="ppt_x+-1.0000*(ppt_x*1.0000+(1-ppt_y)*0.0000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-0.0500*(ppt_x*0.3090-(1-ppt_y)*0.9511)"/>
                                          </p:val>
                                        </p:tav>
                                        <p:tav tm="10000">
                                          <p:val>
                                            <p:strVal val="ppt_y+-0.1000*(ppt_x*0.5878-(1-ppt_y)*0.8090)"/>
                                          </p:val>
                                        </p:tav>
                                        <p:tav tm="15000">
                                          <p:val>
                                            <p:strVal val="ppt_y+-0.1500*(ppt_x*0.8090-(1-ppt_y)*0.5878)"/>
                                          </p:val>
                                        </p:tav>
                                        <p:tav tm="20000">
                                          <p:val>
                                            <p:strVal val="ppt_y+-0.2000*(ppt_x*0.9511-(1-ppt_y)*0.3090)"/>
                                          </p:val>
                                        </p:tav>
                                        <p:tav tm="25000">
                                          <p:val>
                                            <p:strVal val="ppt_y+-0.2500*(ppt_x*1.0000-(1-ppt_y)*-0.0000)"/>
                                          </p:val>
                                        </p:tav>
                                        <p:tav tm="30000">
                                          <p:val>
                                            <p:strVal val="ppt_y+-0.3000*(ppt_x*0.9511-(1-ppt_y)*-0.3090)"/>
                                          </p:val>
                                        </p:tav>
                                        <p:tav tm="35000">
                                          <p:val>
                                            <p:strVal val="ppt_y+-0.3500*(ppt_x*0.8090-(1-ppt_y)*-0.5878)"/>
                                          </p:val>
                                        </p:tav>
                                        <p:tav tm="40000">
                                          <p:val>
                                            <p:strVal val="ppt_y+-0.4000*(ppt_x*0.5878-(1-ppt_y)*-0.8090)"/>
                                          </p:val>
                                        </p:tav>
                                        <p:tav tm="45000">
                                          <p:val>
                                            <p:strVal val="ppt_y+-0.4500*(ppt_x*0.3090-(1-ppt_y)*-0.9511)"/>
                                          </p:val>
                                        </p:tav>
                                        <p:tav tm="50000">
                                          <p:val>
                                            <p:strVal val="ppt_y+-0.5000*(ppt_x*-0.0000-(1-ppt_y)*-1.0000)"/>
                                          </p:val>
                                        </p:tav>
                                        <p:tav tm="55000">
                                          <p:val>
                                            <p:strVal val="ppt_y+-0.5500*(ppt_x*-0.3090-(1-ppt_y)*-0.9511)"/>
                                          </p:val>
                                        </p:tav>
                                        <p:tav tm="60000">
                                          <p:val>
                                            <p:strVal val="ppt_y+-0.6000*(ppt_x*-0.5878-(1-ppt_y)*-0.8090)"/>
                                          </p:val>
                                        </p:tav>
                                        <p:tav tm="65000">
                                          <p:val>
                                            <p:strVal val="ppt_y+-0.6500*(ppt_x*-0.8090-(1-ppt_y)*-0.5878)"/>
                                          </p:val>
                                        </p:tav>
                                        <p:tav tm="70000">
                                          <p:val>
                                            <p:strVal val="ppt_y+-0.7000*(ppt_x*-0.9511-(1-ppt_y)*-0.3090)"/>
                                          </p:val>
                                        </p:tav>
                                        <p:tav tm="75000">
                                          <p:val>
                                            <p:strVal val="ppt_y+-0.7500*(ppt_x*-1.0000-(1-ppt_y)*0.0000)"/>
                                          </p:val>
                                        </p:tav>
                                        <p:tav tm="80000">
                                          <p:val>
                                            <p:strVal val="ppt_y+-0.8000*(ppt_x*-0.9511-(1-ppt_y)*0.3090)"/>
                                          </p:val>
                                        </p:tav>
                                        <p:tav tm="85000">
                                          <p:val>
                                            <p:strVal val="ppt_y+-0.8500*(ppt_x*-0.8090-(1-ppt_y)*0.5878)"/>
                                          </p:val>
                                        </p:tav>
                                        <p:tav tm="90000">
                                          <p:val>
                                            <p:strVal val="ppt_y+-0.9000*(ppt_x*-0.5878-(1-ppt_y)*0.8090)"/>
                                          </p:val>
                                        </p:tav>
                                        <p:tav tm="95000">
                                          <p:val>
                                            <p:strVal val="ppt_y+-0.9500*(ppt_x*-0.3090-(1-ppt_y)*0.9511)"/>
                                          </p:val>
                                        </p:tav>
                                        <p:tav tm="100000">
                                          <p:val>
                                            <p:strVal val="ppt_y+-1.0000*(ppt_x*0.0000-(1-ppt_y)*1.0000)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25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75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0"/>
                            </p:stCondLst>
                            <p:childTnLst>
                              <p:par>
                                <p:cTn id="8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000"/>
                            </p:stCondLst>
                            <p:childTnLst>
                              <p:par>
                                <p:cTn id="9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theme/theme1.xml><?xml version="1.0" encoding="utf-8"?>
<a:theme xmlns:a="http://schemas.openxmlformats.org/drawingml/2006/main" name="gbs_white_background">
  <a:themeElements>
    <a:clrScheme name="gbs_white_background 1">
      <a:dk1>
        <a:srgbClr val="000000"/>
      </a:dk1>
      <a:lt1>
        <a:srgbClr val="FFFFFF"/>
      </a:lt1>
      <a:dk2>
        <a:srgbClr val="061DC8"/>
      </a:dk2>
      <a:lt2>
        <a:srgbClr val="727272"/>
      </a:lt2>
      <a:accent1>
        <a:srgbClr val="7889FB"/>
      </a:accent1>
      <a:accent2>
        <a:srgbClr val="C7CDFD"/>
      </a:accent2>
      <a:accent3>
        <a:srgbClr val="FFFFFF"/>
      </a:accent3>
      <a:accent4>
        <a:srgbClr val="000000"/>
      </a:accent4>
      <a:accent5>
        <a:srgbClr val="BEC4FD"/>
      </a:accent5>
      <a:accent6>
        <a:srgbClr val="B4BAE5"/>
      </a:accent6>
      <a:hlink>
        <a:srgbClr val="669900"/>
      </a:hlink>
      <a:folHlink>
        <a:srgbClr val="8CC800"/>
      </a:folHlink>
    </a:clrScheme>
    <a:fontScheme name="gbs_white_background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solidFill>
          <a:srgbClr val="C0C0C0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2400" dirty="0" smtClean="0">
            <a:latin typeface="Calibri" pitchFamily="34" charset="0"/>
            <a:cs typeface="Calibri" pitchFamily="34" charset="0"/>
          </a:defRPr>
        </a:defPPr>
      </a:lstStyle>
    </a:txDef>
  </a:objectDefaults>
  <a:extraClrSchemeLst>
    <a:extraClrScheme>
      <a:clrScheme name="gbs_white_background 1">
        <a:dk1>
          <a:srgbClr val="000000"/>
        </a:dk1>
        <a:lt1>
          <a:srgbClr val="FFFFFF"/>
        </a:lt1>
        <a:dk2>
          <a:srgbClr val="061DC8"/>
        </a:dk2>
        <a:lt2>
          <a:srgbClr val="727272"/>
        </a:lt2>
        <a:accent1>
          <a:srgbClr val="7889FB"/>
        </a:accent1>
        <a:accent2>
          <a:srgbClr val="C7CDFD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B4BAE5"/>
        </a:accent6>
        <a:hlink>
          <a:srgbClr val="669900"/>
        </a:hlink>
        <a:folHlink>
          <a:srgbClr val="8CC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Black">
  <a:themeElements>
    <a:clrScheme name="Black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065C1"/>
      </a:accent1>
      <a:accent2>
        <a:srgbClr val="00A6AC"/>
      </a:accent2>
      <a:accent3>
        <a:srgbClr val="308B16"/>
      </a:accent3>
      <a:accent4>
        <a:srgbClr val="BC8027"/>
      </a:accent4>
      <a:accent5>
        <a:srgbClr val="971817"/>
      </a:accent5>
      <a:accent6>
        <a:srgbClr val="5747C1"/>
      </a:accent6>
      <a:hlink>
        <a:srgbClr val="0000FF"/>
      </a:hlink>
      <a:folHlink>
        <a:srgbClr val="FF00FF"/>
      </a:folHlink>
    </a:clrScheme>
    <a:fontScheme name="Black">
      <a:majorFont>
        <a:latin typeface="Montserrat-Regular"/>
        <a:ea typeface="Montserrat-Regular"/>
        <a:cs typeface="Montserrat-Regular"/>
      </a:majorFont>
      <a:minorFont>
        <a:latin typeface="Montserrat-Bold"/>
        <a:ea typeface="Montserrat-Bold"/>
        <a:cs typeface="Montserrat-Bold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Light"/>
            <a:ea typeface="Helvetica Light"/>
            <a:cs typeface="Helvetica Light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5_gbs_white_background">
  <a:themeElements>
    <a:clrScheme name="gbs_white_background 1">
      <a:dk1>
        <a:srgbClr val="000000"/>
      </a:dk1>
      <a:lt1>
        <a:srgbClr val="FFFFFF"/>
      </a:lt1>
      <a:dk2>
        <a:srgbClr val="061DC8"/>
      </a:dk2>
      <a:lt2>
        <a:srgbClr val="727272"/>
      </a:lt2>
      <a:accent1>
        <a:srgbClr val="7889FB"/>
      </a:accent1>
      <a:accent2>
        <a:srgbClr val="C7CDFD"/>
      </a:accent2>
      <a:accent3>
        <a:srgbClr val="FFFFFF"/>
      </a:accent3>
      <a:accent4>
        <a:srgbClr val="000000"/>
      </a:accent4>
      <a:accent5>
        <a:srgbClr val="BEC4FD"/>
      </a:accent5>
      <a:accent6>
        <a:srgbClr val="B4BAE5"/>
      </a:accent6>
      <a:hlink>
        <a:srgbClr val="669900"/>
      </a:hlink>
      <a:folHlink>
        <a:srgbClr val="8CC800"/>
      </a:folHlink>
    </a:clrScheme>
    <a:fontScheme name="gbs_white_background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dirty="0" smtClean="0">
            <a:latin typeface="Calibri" pitchFamily="34" charset="0"/>
            <a:cs typeface="Calibri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C0C0C0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2400" dirty="0" smtClean="0">
            <a:latin typeface="Calibri" pitchFamily="34" charset="0"/>
            <a:cs typeface="Calibri" pitchFamily="34" charset="0"/>
          </a:defRPr>
        </a:defPPr>
      </a:lstStyle>
    </a:txDef>
  </a:objectDefaults>
  <a:extraClrSchemeLst>
    <a:extraClrScheme>
      <a:clrScheme name="gbs_white_background 1">
        <a:dk1>
          <a:srgbClr val="000000"/>
        </a:dk1>
        <a:lt1>
          <a:srgbClr val="FFFFFF"/>
        </a:lt1>
        <a:dk2>
          <a:srgbClr val="061DC8"/>
        </a:dk2>
        <a:lt2>
          <a:srgbClr val="727272"/>
        </a:lt2>
        <a:accent1>
          <a:srgbClr val="7889FB"/>
        </a:accent1>
        <a:accent2>
          <a:srgbClr val="C7CDFD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B4BAE5"/>
        </a:accent6>
        <a:hlink>
          <a:srgbClr val="669900"/>
        </a:hlink>
        <a:folHlink>
          <a:srgbClr val="8CC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gbs_white_background">
  <a:themeElements>
    <a:clrScheme name="gbs_white_background 1">
      <a:dk1>
        <a:srgbClr val="000000"/>
      </a:dk1>
      <a:lt1>
        <a:srgbClr val="FFFFFF"/>
      </a:lt1>
      <a:dk2>
        <a:srgbClr val="061DC8"/>
      </a:dk2>
      <a:lt2>
        <a:srgbClr val="727272"/>
      </a:lt2>
      <a:accent1>
        <a:srgbClr val="7889FB"/>
      </a:accent1>
      <a:accent2>
        <a:srgbClr val="C7CDFD"/>
      </a:accent2>
      <a:accent3>
        <a:srgbClr val="FFFFFF"/>
      </a:accent3>
      <a:accent4>
        <a:srgbClr val="000000"/>
      </a:accent4>
      <a:accent5>
        <a:srgbClr val="BEC4FD"/>
      </a:accent5>
      <a:accent6>
        <a:srgbClr val="B4BAE5"/>
      </a:accent6>
      <a:hlink>
        <a:srgbClr val="669900"/>
      </a:hlink>
      <a:folHlink>
        <a:srgbClr val="8CC800"/>
      </a:folHlink>
    </a:clrScheme>
    <a:fontScheme name="gbs_white_background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rtlCol="0" anchor="ctr"/>
      <a:lstStyle>
        <a:defPPr algn="ctr">
          <a:defRPr dirty="0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spDef>
    <a:lnDef>
      <a:spPr bwMode="auto">
        <a:solidFill>
          <a:srgbClr val="C0C0C0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2400" dirty="0" smtClean="0">
            <a:latin typeface="Calibri" pitchFamily="34" charset="0"/>
            <a:cs typeface="Calibri" pitchFamily="34" charset="0"/>
          </a:defRPr>
        </a:defPPr>
      </a:lstStyle>
    </a:txDef>
  </a:objectDefaults>
  <a:extraClrSchemeLst>
    <a:extraClrScheme>
      <a:clrScheme name="gbs_white_background 1">
        <a:dk1>
          <a:srgbClr val="000000"/>
        </a:dk1>
        <a:lt1>
          <a:srgbClr val="FFFFFF"/>
        </a:lt1>
        <a:dk2>
          <a:srgbClr val="061DC8"/>
        </a:dk2>
        <a:lt2>
          <a:srgbClr val="727272"/>
        </a:lt2>
        <a:accent1>
          <a:srgbClr val="7889FB"/>
        </a:accent1>
        <a:accent2>
          <a:srgbClr val="C7CDFD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B4BAE5"/>
        </a:accent6>
        <a:hlink>
          <a:srgbClr val="669900"/>
        </a:hlink>
        <a:folHlink>
          <a:srgbClr val="8CC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gbs_white_background</Template>
  <TotalTime>301580</TotalTime>
  <Words>1934</Words>
  <Application>Microsoft Macintosh PowerPoint</Application>
  <PresentationFormat>Widescreen</PresentationFormat>
  <Paragraphs>355</Paragraphs>
  <Slides>28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21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28</vt:i4>
      </vt:variant>
    </vt:vector>
  </HeadingPairs>
  <TitlesOfParts>
    <vt:vector size="53" baseType="lpstr">
      <vt:lpstr>SimSun</vt:lpstr>
      <vt:lpstr>Arial</vt:lpstr>
      <vt:lpstr>Berlin Sans FB Demi</vt:lpstr>
      <vt:lpstr>Bradley Hand ITC</vt:lpstr>
      <vt:lpstr>Calibri</vt:lpstr>
      <vt:lpstr>Cavolini</vt:lpstr>
      <vt:lpstr>Consolas</vt:lpstr>
      <vt:lpstr>Drawing Blood</vt:lpstr>
      <vt:lpstr>Eraser</vt:lpstr>
      <vt:lpstr>EraserDust</vt:lpstr>
      <vt:lpstr>GoreFont</vt:lpstr>
      <vt:lpstr>Helvetica Light</vt:lpstr>
      <vt:lpstr>Lucida Bright</vt:lpstr>
      <vt:lpstr>Modern Love</vt:lpstr>
      <vt:lpstr>Monotype Corsiva</vt:lpstr>
      <vt:lpstr>Montserrat Medium</vt:lpstr>
      <vt:lpstr>Montserrat-Bold</vt:lpstr>
      <vt:lpstr>Montserrat-Regular</vt:lpstr>
      <vt:lpstr>Open Sans</vt:lpstr>
      <vt:lpstr>Wingdings</vt:lpstr>
      <vt:lpstr>Zapfino</vt:lpstr>
      <vt:lpstr>gbs_white_background</vt:lpstr>
      <vt:lpstr>2_Black</vt:lpstr>
      <vt:lpstr>5_gbs_white_background</vt:lpstr>
      <vt:lpstr>1_gbs_white_background</vt:lpstr>
      <vt:lpstr>PowerPoint Presentation</vt:lpstr>
      <vt:lpstr>PowerPoint Presentation</vt:lpstr>
      <vt:lpstr>PowerPoint Presentation</vt:lpstr>
      <vt:lpstr>PowerPoint Presentation</vt:lpstr>
      <vt:lpstr>Dependency Injection Rocks! 🤘</vt:lpstr>
      <vt:lpstr>"Classic" Singleton</vt:lpstr>
      <vt:lpstr>Dependency Injection</vt:lpstr>
      <vt:lpstr>Dealing with NULL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Strategy</vt:lpstr>
      <vt:lpstr>Chain of Responsibility</vt:lpstr>
      <vt:lpstr>Chain of Responsibility</vt:lpstr>
      <vt:lpstr>Recap</vt:lpstr>
      <vt:lpstr>PowerPoint Presentation</vt:lpstr>
      <vt:lpstr>PowerPoint Presentation</vt:lpstr>
    </vt:vector>
  </TitlesOfParts>
  <Company>IBM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document title is Arial,  32-point bold. IBM standard  is blue, but black can be used</dc:title>
  <dc:creator>IBM_USER</dc:creator>
  <cp:lastModifiedBy>Victor Rentea</cp:lastModifiedBy>
  <cp:revision>11640</cp:revision>
  <cp:lastPrinted>2022-11-17T16:08:15Z</cp:lastPrinted>
  <dcterms:created xsi:type="dcterms:W3CDTF">2007-03-13T15:26:56Z</dcterms:created>
  <dcterms:modified xsi:type="dcterms:W3CDTF">2023-01-19T17:03:48Z</dcterms:modified>
</cp:coreProperties>
</file>